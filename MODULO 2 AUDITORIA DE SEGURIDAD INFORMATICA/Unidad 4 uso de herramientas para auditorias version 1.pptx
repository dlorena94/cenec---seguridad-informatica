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3D40B7-A425-4B04-9475-B7C59F6D573A}" type="doc">
      <dgm:prSet loTypeId="urn:microsoft.com/office/officeart/2005/8/layout/hList1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9EF6ED6-C5BB-4CD1-BA95-C54923F490F8}">
      <dgm:prSet/>
      <dgm:spPr/>
      <dgm:t>
        <a:bodyPr/>
        <a:lstStyle/>
        <a:p>
          <a:r>
            <a:rPr lang="en-US"/>
            <a:t>Objetivo:</a:t>
          </a:r>
        </a:p>
      </dgm:t>
    </dgm:pt>
    <dgm:pt modelId="{9DF0344C-AD83-490A-9E6C-9BD2475A034B}" type="parTrans" cxnId="{1B9BF6E4-5CBC-421F-9D90-AE796DC6291E}">
      <dgm:prSet/>
      <dgm:spPr/>
      <dgm:t>
        <a:bodyPr/>
        <a:lstStyle/>
        <a:p>
          <a:endParaRPr lang="en-US"/>
        </a:p>
      </dgm:t>
    </dgm:pt>
    <dgm:pt modelId="{EE202B93-5901-4E2A-BF54-221E67DFD3F0}" type="sibTrans" cxnId="{1B9BF6E4-5CBC-421F-9D90-AE796DC6291E}">
      <dgm:prSet/>
      <dgm:spPr/>
      <dgm:t>
        <a:bodyPr/>
        <a:lstStyle/>
        <a:p>
          <a:endParaRPr lang="en-US"/>
        </a:p>
      </dgm:t>
    </dgm:pt>
    <dgm:pt modelId="{B8EDCF87-E7D5-4A6F-B3CD-E44CA28C899F}">
      <dgm:prSet/>
      <dgm:spPr/>
      <dgm:t>
        <a:bodyPr/>
        <a:lstStyle/>
        <a:p>
          <a:r>
            <a:rPr lang="en-US"/>
            <a:t>Entender y practicar: Herramienta para abrir conexiones TCP/UDP, escuchar puertos y transferir datos.</a:t>
          </a:r>
        </a:p>
      </dgm:t>
    </dgm:pt>
    <dgm:pt modelId="{62F2EDF0-38B0-426A-A9A8-11F1B0C85DA0}" type="parTrans" cxnId="{21F376A8-41D7-48CB-BC16-7701CBCB3BE4}">
      <dgm:prSet/>
      <dgm:spPr/>
      <dgm:t>
        <a:bodyPr/>
        <a:lstStyle/>
        <a:p>
          <a:endParaRPr lang="en-US"/>
        </a:p>
      </dgm:t>
    </dgm:pt>
    <dgm:pt modelId="{1D625B93-672A-48F6-BF3A-9FE66A997CE0}" type="sibTrans" cxnId="{21F376A8-41D7-48CB-BC16-7701CBCB3BE4}">
      <dgm:prSet/>
      <dgm:spPr/>
      <dgm:t>
        <a:bodyPr/>
        <a:lstStyle/>
        <a:p>
          <a:endParaRPr lang="en-US"/>
        </a:p>
      </dgm:t>
    </dgm:pt>
    <dgm:pt modelId="{73A32308-EC8F-4C4F-A83D-D38D4208E198}">
      <dgm:prSet/>
      <dgm:spPr/>
      <dgm:t>
        <a:bodyPr/>
        <a:lstStyle/>
        <a:p>
          <a:r>
            <a:rPr lang="en-US"/>
            <a:t>Preparación:</a:t>
          </a:r>
        </a:p>
      </dgm:t>
    </dgm:pt>
    <dgm:pt modelId="{249C36B4-02EB-427A-9D92-DD4987CE52E6}" type="parTrans" cxnId="{C4E667C3-8F50-471A-B265-BD7599517869}">
      <dgm:prSet/>
      <dgm:spPr/>
      <dgm:t>
        <a:bodyPr/>
        <a:lstStyle/>
        <a:p>
          <a:endParaRPr lang="en-US"/>
        </a:p>
      </dgm:t>
    </dgm:pt>
    <dgm:pt modelId="{5CEF2F64-D1C7-4309-87D2-6ABE2F59258F}" type="sibTrans" cxnId="{C4E667C3-8F50-471A-B265-BD7599517869}">
      <dgm:prSet/>
      <dgm:spPr/>
      <dgm:t>
        <a:bodyPr/>
        <a:lstStyle/>
        <a:p>
          <a:endParaRPr lang="en-US"/>
        </a:p>
      </dgm:t>
    </dgm:pt>
    <dgm:pt modelId="{3D6B5905-5660-4001-A264-FF18B94945F2}">
      <dgm:prSet/>
      <dgm:spPr/>
      <dgm:t>
        <a:bodyPr/>
        <a:lstStyle/>
        <a:p>
          <a:r>
            <a:rPr lang="en-US"/>
            <a:t>Pasos (resumidos):</a:t>
          </a:r>
        </a:p>
      </dgm:t>
    </dgm:pt>
    <dgm:pt modelId="{02089319-D6D8-43E2-B36F-5BC769D5B875}" type="parTrans" cxnId="{0B8B19F7-2BC7-47E9-80CD-A00CCD36046C}">
      <dgm:prSet/>
      <dgm:spPr/>
      <dgm:t>
        <a:bodyPr/>
        <a:lstStyle/>
        <a:p>
          <a:endParaRPr lang="en-US"/>
        </a:p>
      </dgm:t>
    </dgm:pt>
    <dgm:pt modelId="{A5A24404-1E1C-4075-9693-BAAED0D90895}" type="sibTrans" cxnId="{0B8B19F7-2BC7-47E9-80CD-A00CCD36046C}">
      <dgm:prSet/>
      <dgm:spPr/>
      <dgm:t>
        <a:bodyPr/>
        <a:lstStyle/>
        <a:p>
          <a:endParaRPr lang="en-US"/>
        </a:p>
      </dgm:t>
    </dgm:pt>
    <dgm:pt modelId="{132DDADA-1DD6-48F7-9D5F-1AD4C30637E7}">
      <dgm:prSet/>
      <dgm:spPr/>
      <dgm:t>
        <a:bodyPr/>
        <a:lstStyle/>
        <a:p>
          <a:r>
            <a:rPr lang="en-US"/>
            <a:t>1) Preparar el entorno según la preparación indicada.</a:t>
          </a:r>
        </a:p>
      </dgm:t>
    </dgm:pt>
    <dgm:pt modelId="{C9249D31-B3D8-4E54-8E2F-5309606F793E}" type="parTrans" cxnId="{49216BF0-40C1-49D3-AEB8-8F9D5DBC3AF0}">
      <dgm:prSet/>
      <dgm:spPr/>
      <dgm:t>
        <a:bodyPr/>
        <a:lstStyle/>
        <a:p>
          <a:endParaRPr lang="en-US"/>
        </a:p>
      </dgm:t>
    </dgm:pt>
    <dgm:pt modelId="{A902DEC3-9880-4642-AC04-BCD413C7D771}" type="sibTrans" cxnId="{49216BF0-40C1-49D3-AEB8-8F9D5DBC3AF0}">
      <dgm:prSet/>
      <dgm:spPr/>
      <dgm:t>
        <a:bodyPr/>
        <a:lstStyle/>
        <a:p>
          <a:endParaRPr lang="en-US"/>
        </a:p>
      </dgm:t>
    </dgm:pt>
    <dgm:pt modelId="{8F499C55-A0D1-476A-AB86-3C2D42065BA1}">
      <dgm:prSet/>
      <dgm:spPr/>
      <dgm:t>
        <a:bodyPr/>
        <a:lstStyle/>
        <a:p>
          <a:r>
            <a:rPr lang="en-US"/>
            <a:t>2) Ejecutar la herramienta en modo no destructivo y documentar salida.</a:t>
          </a:r>
        </a:p>
      </dgm:t>
    </dgm:pt>
    <dgm:pt modelId="{154DE57D-AD92-4F13-AEBB-7E3BA66B3547}" type="parTrans" cxnId="{4E37153D-EE78-4873-9713-E7DD864353FE}">
      <dgm:prSet/>
      <dgm:spPr/>
      <dgm:t>
        <a:bodyPr/>
        <a:lstStyle/>
        <a:p>
          <a:endParaRPr lang="en-US"/>
        </a:p>
      </dgm:t>
    </dgm:pt>
    <dgm:pt modelId="{07DCF863-7A3F-415E-8B98-15AF1FE10626}" type="sibTrans" cxnId="{4E37153D-EE78-4873-9713-E7DD864353FE}">
      <dgm:prSet/>
      <dgm:spPr/>
      <dgm:t>
        <a:bodyPr/>
        <a:lstStyle/>
        <a:p>
          <a:endParaRPr lang="en-US"/>
        </a:p>
      </dgm:t>
    </dgm:pt>
    <dgm:pt modelId="{395D14A4-D2B5-409B-A258-5413803E52AF}">
      <dgm:prSet/>
      <dgm:spPr/>
      <dgm:t>
        <a:bodyPr/>
        <a:lstStyle/>
        <a:p>
          <a:r>
            <a:rPr lang="en-US"/>
            <a:t>3) Analizar resultados y proponer mitigaciones.</a:t>
          </a:r>
        </a:p>
      </dgm:t>
    </dgm:pt>
    <dgm:pt modelId="{08FCCF4F-E98B-4045-A31D-67D7408C7FED}" type="parTrans" cxnId="{13ECDA59-3598-4567-94F1-87567694E9DC}">
      <dgm:prSet/>
      <dgm:spPr/>
      <dgm:t>
        <a:bodyPr/>
        <a:lstStyle/>
        <a:p>
          <a:endParaRPr lang="en-US"/>
        </a:p>
      </dgm:t>
    </dgm:pt>
    <dgm:pt modelId="{1A732D26-84E6-4733-8795-D4C29766226D}" type="sibTrans" cxnId="{13ECDA59-3598-4567-94F1-87567694E9DC}">
      <dgm:prSet/>
      <dgm:spPr/>
      <dgm:t>
        <a:bodyPr/>
        <a:lstStyle/>
        <a:p>
          <a:endParaRPr lang="en-US"/>
        </a:p>
      </dgm:t>
    </dgm:pt>
    <dgm:pt modelId="{4F444C29-84CB-46CC-9A0B-3357D584D8AB}">
      <dgm:prSet/>
      <dgm:spPr/>
      <dgm:t>
        <a:bodyPr/>
        <a:lstStyle/>
        <a:p>
          <a:r>
            <a:rPr lang="en-US"/>
            <a:t>Evaluación:</a:t>
          </a:r>
        </a:p>
      </dgm:t>
    </dgm:pt>
    <dgm:pt modelId="{5A87E47B-1FF6-4E2F-87D6-A313539015CF}" type="parTrans" cxnId="{39214DC4-34F2-4EA2-801F-6B8C145051A0}">
      <dgm:prSet/>
      <dgm:spPr/>
      <dgm:t>
        <a:bodyPr/>
        <a:lstStyle/>
        <a:p>
          <a:endParaRPr lang="en-US"/>
        </a:p>
      </dgm:t>
    </dgm:pt>
    <dgm:pt modelId="{0E6D0A51-CE05-4FB6-B6C0-4E2E6DD7D05A}" type="sibTrans" cxnId="{39214DC4-34F2-4EA2-801F-6B8C145051A0}">
      <dgm:prSet/>
      <dgm:spPr/>
      <dgm:t>
        <a:bodyPr/>
        <a:lstStyle/>
        <a:p>
          <a:endParaRPr lang="en-US"/>
        </a:p>
      </dgm:t>
    </dgm:pt>
    <dgm:pt modelId="{7C999E82-E63F-400D-8C55-9C7A047384C1}">
      <dgm:prSet/>
      <dgm:spPr/>
      <dgm:t>
        <a:bodyPr/>
        <a:lstStyle/>
        <a:p>
          <a:r>
            <a:rPr lang="en-US"/>
            <a:t>Informe: 1-2 páginas con objetivo, comandos, evidencias, hallazgos y mitigaciones.</a:t>
          </a:r>
        </a:p>
      </dgm:t>
    </dgm:pt>
    <dgm:pt modelId="{7C76B92C-19CD-48F9-AD7F-BD8C738F39D1}" type="parTrans" cxnId="{34C09752-922B-4DF4-8C54-3E2B2D1B5EDE}">
      <dgm:prSet/>
      <dgm:spPr/>
      <dgm:t>
        <a:bodyPr/>
        <a:lstStyle/>
        <a:p>
          <a:endParaRPr lang="en-US"/>
        </a:p>
      </dgm:t>
    </dgm:pt>
    <dgm:pt modelId="{1AFF8E53-7F7C-4BB8-A14E-760F52AF61D9}" type="sibTrans" cxnId="{34C09752-922B-4DF4-8C54-3E2B2D1B5EDE}">
      <dgm:prSet/>
      <dgm:spPr/>
      <dgm:t>
        <a:bodyPr/>
        <a:lstStyle/>
        <a:p>
          <a:endParaRPr lang="en-US"/>
        </a:p>
      </dgm:t>
    </dgm:pt>
    <dgm:pt modelId="{380984A1-A45D-43CF-9240-5D0BFAF69729}" type="pres">
      <dgm:prSet presAssocID="{AF3D40B7-A425-4B04-9475-B7C59F6D573A}" presName="Name0" presStyleCnt="0">
        <dgm:presLayoutVars>
          <dgm:dir/>
          <dgm:animLvl val="lvl"/>
          <dgm:resizeHandles val="exact"/>
        </dgm:presLayoutVars>
      </dgm:prSet>
      <dgm:spPr/>
    </dgm:pt>
    <dgm:pt modelId="{22F518E8-2652-4931-9459-0EE31447D70C}" type="pres">
      <dgm:prSet presAssocID="{59EF6ED6-C5BB-4CD1-BA95-C54923F490F8}" presName="composite" presStyleCnt="0"/>
      <dgm:spPr/>
    </dgm:pt>
    <dgm:pt modelId="{6EBA2D19-AB59-4314-AD78-3E07E76001DB}" type="pres">
      <dgm:prSet presAssocID="{59EF6ED6-C5BB-4CD1-BA95-C54923F490F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865855A-0C1A-40A2-B64B-BE91F62F9239}" type="pres">
      <dgm:prSet presAssocID="{59EF6ED6-C5BB-4CD1-BA95-C54923F490F8}" presName="desTx" presStyleLbl="alignAccFollowNode1" presStyleIdx="0" presStyleCnt="2">
        <dgm:presLayoutVars>
          <dgm:bulletEnabled val="1"/>
        </dgm:presLayoutVars>
      </dgm:prSet>
      <dgm:spPr/>
    </dgm:pt>
    <dgm:pt modelId="{48792CDA-F3D8-40C2-BA70-799F72B103FE}" type="pres">
      <dgm:prSet presAssocID="{EE202B93-5901-4E2A-BF54-221E67DFD3F0}" presName="space" presStyleCnt="0"/>
      <dgm:spPr/>
    </dgm:pt>
    <dgm:pt modelId="{0AEE7930-F698-4CC9-BD7F-714EA58A70B0}" type="pres">
      <dgm:prSet presAssocID="{73A32308-EC8F-4C4F-A83D-D38D4208E198}" presName="composite" presStyleCnt="0"/>
      <dgm:spPr/>
    </dgm:pt>
    <dgm:pt modelId="{243F3893-1244-4E11-A5FE-28C3A0E289CD}" type="pres">
      <dgm:prSet presAssocID="{73A32308-EC8F-4C4F-A83D-D38D4208E198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39E21DED-8215-43A4-A1A3-A9335C4DE738}" type="pres">
      <dgm:prSet presAssocID="{73A32308-EC8F-4C4F-A83D-D38D4208E198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99E9D12-C4D9-469B-B22A-991982013DB8}" type="presOf" srcId="{59EF6ED6-C5BB-4CD1-BA95-C54923F490F8}" destId="{6EBA2D19-AB59-4314-AD78-3E07E76001DB}" srcOrd="0" destOrd="0" presId="urn:microsoft.com/office/officeart/2005/8/layout/hList1"/>
    <dgm:cxn modelId="{74376322-74F0-48E9-8CC1-68DAD6E33F75}" type="presOf" srcId="{7C999E82-E63F-400D-8C55-9C7A047384C1}" destId="{39E21DED-8215-43A4-A1A3-A9335C4DE738}" srcOrd="0" destOrd="5" presId="urn:microsoft.com/office/officeart/2005/8/layout/hList1"/>
    <dgm:cxn modelId="{CDD63A31-B345-4CBC-9A1D-0489FFD3C42A}" type="presOf" srcId="{4F444C29-84CB-46CC-9A0B-3357D584D8AB}" destId="{39E21DED-8215-43A4-A1A3-A9335C4DE738}" srcOrd="0" destOrd="4" presId="urn:microsoft.com/office/officeart/2005/8/layout/hList1"/>
    <dgm:cxn modelId="{4E37153D-EE78-4873-9713-E7DD864353FE}" srcId="{3D6B5905-5660-4001-A264-FF18B94945F2}" destId="{8F499C55-A0D1-476A-AB86-3C2D42065BA1}" srcOrd="1" destOrd="0" parTransId="{154DE57D-AD92-4F13-AEBB-7E3BA66B3547}" sibTransId="{07DCF863-7A3F-415E-8B98-15AF1FE10626}"/>
    <dgm:cxn modelId="{E8048F42-1F50-475E-899C-6E92479087D2}" type="presOf" srcId="{73A32308-EC8F-4C4F-A83D-D38D4208E198}" destId="{243F3893-1244-4E11-A5FE-28C3A0E289CD}" srcOrd="0" destOrd="0" presId="urn:microsoft.com/office/officeart/2005/8/layout/hList1"/>
    <dgm:cxn modelId="{34C09752-922B-4DF4-8C54-3E2B2D1B5EDE}" srcId="{4F444C29-84CB-46CC-9A0B-3357D584D8AB}" destId="{7C999E82-E63F-400D-8C55-9C7A047384C1}" srcOrd="0" destOrd="0" parTransId="{7C76B92C-19CD-48F9-AD7F-BD8C738F39D1}" sibTransId="{1AFF8E53-7F7C-4BB8-A14E-760F52AF61D9}"/>
    <dgm:cxn modelId="{B4FCC376-3D45-40F0-8768-27DEBA8A7D21}" type="presOf" srcId="{B8EDCF87-E7D5-4A6F-B3CD-E44CA28C899F}" destId="{A865855A-0C1A-40A2-B64B-BE91F62F9239}" srcOrd="0" destOrd="0" presId="urn:microsoft.com/office/officeart/2005/8/layout/hList1"/>
    <dgm:cxn modelId="{13ECDA59-3598-4567-94F1-87567694E9DC}" srcId="{3D6B5905-5660-4001-A264-FF18B94945F2}" destId="{395D14A4-D2B5-409B-A258-5413803E52AF}" srcOrd="2" destOrd="0" parTransId="{08FCCF4F-E98B-4045-A31D-67D7408C7FED}" sibTransId="{1A732D26-84E6-4733-8795-D4C29766226D}"/>
    <dgm:cxn modelId="{21F376A8-41D7-48CB-BC16-7701CBCB3BE4}" srcId="{59EF6ED6-C5BB-4CD1-BA95-C54923F490F8}" destId="{B8EDCF87-E7D5-4A6F-B3CD-E44CA28C899F}" srcOrd="0" destOrd="0" parTransId="{62F2EDF0-38B0-426A-A9A8-11F1B0C85DA0}" sibTransId="{1D625B93-672A-48F6-BF3A-9FE66A997CE0}"/>
    <dgm:cxn modelId="{C4E667C3-8F50-471A-B265-BD7599517869}" srcId="{AF3D40B7-A425-4B04-9475-B7C59F6D573A}" destId="{73A32308-EC8F-4C4F-A83D-D38D4208E198}" srcOrd="1" destOrd="0" parTransId="{249C36B4-02EB-427A-9D92-DD4987CE52E6}" sibTransId="{5CEF2F64-D1C7-4309-87D2-6ABE2F59258F}"/>
    <dgm:cxn modelId="{39214DC4-34F2-4EA2-801F-6B8C145051A0}" srcId="{73A32308-EC8F-4C4F-A83D-D38D4208E198}" destId="{4F444C29-84CB-46CC-9A0B-3357D584D8AB}" srcOrd="1" destOrd="0" parTransId="{5A87E47B-1FF6-4E2F-87D6-A313539015CF}" sibTransId="{0E6D0A51-CE05-4FB6-B6C0-4E2E6DD7D05A}"/>
    <dgm:cxn modelId="{B4B1B3CC-494A-4208-9CCF-9A8A40EA27DF}" type="presOf" srcId="{8F499C55-A0D1-476A-AB86-3C2D42065BA1}" destId="{39E21DED-8215-43A4-A1A3-A9335C4DE738}" srcOrd="0" destOrd="2" presId="urn:microsoft.com/office/officeart/2005/8/layout/hList1"/>
    <dgm:cxn modelId="{1B9BF6E4-5CBC-421F-9D90-AE796DC6291E}" srcId="{AF3D40B7-A425-4B04-9475-B7C59F6D573A}" destId="{59EF6ED6-C5BB-4CD1-BA95-C54923F490F8}" srcOrd="0" destOrd="0" parTransId="{9DF0344C-AD83-490A-9E6C-9BD2475A034B}" sibTransId="{EE202B93-5901-4E2A-BF54-221E67DFD3F0}"/>
    <dgm:cxn modelId="{3F072CE7-061A-49FB-A394-DD163505AFFD}" type="presOf" srcId="{3D6B5905-5660-4001-A264-FF18B94945F2}" destId="{39E21DED-8215-43A4-A1A3-A9335C4DE738}" srcOrd="0" destOrd="0" presId="urn:microsoft.com/office/officeart/2005/8/layout/hList1"/>
    <dgm:cxn modelId="{401802F0-B784-41F9-8056-0A0BC1F0AF3D}" type="presOf" srcId="{395D14A4-D2B5-409B-A258-5413803E52AF}" destId="{39E21DED-8215-43A4-A1A3-A9335C4DE738}" srcOrd="0" destOrd="3" presId="urn:microsoft.com/office/officeart/2005/8/layout/hList1"/>
    <dgm:cxn modelId="{49216BF0-40C1-49D3-AEB8-8F9D5DBC3AF0}" srcId="{3D6B5905-5660-4001-A264-FF18B94945F2}" destId="{132DDADA-1DD6-48F7-9D5F-1AD4C30637E7}" srcOrd="0" destOrd="0" parTransId="{C9249D31-B3D8-4E54-8E2F-5309606F793E}" sibTransId="{A902DEC3-9880-4642-AC04-BCD413C7D771}"/>
    <dgm:cxn modelId="{0B8B19F7-2BC7-47E9-80CD-A00CCD36046C}" srcId="{73A32308-EC8F-4C4F-A83D-D38D4208E198}" destId="{3D6B5905-5660-4001-A264-FF18B94945F2}" srcOrd="0" destOrd="0" parTransId="{02089319-D6D8-43E2-B36F-5BC769D5B875}" sibTransId="{A5A24404-1E1C-4075-9693-BAAED0D90895}"/>
    <dgm:cxn modelId="{8844DAFB-D412-4FD4-A7F9-8F79975FDDF3}" type="presOf" srcId="{132DDADA-1DD6-48F7-9D5F-1AD4C30637E7}" destId="{39E21DED-8215-43A4-A1A3-A9335C4DE738}" srcOrd="0" destOrd="1" presId="urn:microsoft.com/office/officeart/2005/8/layout/hList1"/>
    <dgm:cxn modelId="{64B770FC-ECEF-4E91-AFE4-963BC7FCBF7A}" type="presOf" srcId="{AF3D40B7-A425-4B04-9475-B7C59F6D573A}" destId="{380984A1-A45D-43CF-9240-5D0BFAF69729}" srcOrd="0" destOrd="0" presId="urn:microsoft.com/office/officeart/2005/8/layout/hList1"/>
    <dgm:cxn modelId="{2AFA6553-4068-4EF0-A489-3DE98C8BEDAD}" type="presParOf" srcId="{380984A1-A45D-43CF-9240-5D0BFAF69729}" destId="{22F518E8-2652-4931-9459-0EE31447D70C}" srcOrd="0" destOrd="0" presId="urn:microsoft.com/office/officeart/2005/8/layout/hList1"/>
    <dgm:cxn modelId="{43104C87-45AD-4E6A-B189-C25541A55082}" type="presParOf" srcId="{22F518E8-2652-4931-9459-0EE31447D70C}" destId="{6EBA2D19-AB59-4314-AD78-3E07E76001DB}" srcOrd="0" destOrd="0" presId="urn:microsoft.com/office/officeart/2005/8/layout/hList1"/>
    <dgm:cxn modelId="{6D35D0B4-A225-4647-8788-EEDD82C09A11}" type="presParOf" srcId="{22F518E8-2652-4931-9459-0EE31447D70C}" destId="{A865855A-0C1A-40A2-B64B-BE91F62F9239}" srcOrd="1" destOrd="0" presId="urn:microsoft.com/office/officeart/2005/8/layout/hList1"/>
    <dgm:cxn modelId="{874F9A42-D560-4941-B920-1C69700CA1E0}" type="presParOf" srcId="{380984A1-A45D-43CF-9240-5D0BFAF69729}" destId="{48792CDA-F3D8-40C2-BA70-799F72B103FE}" srcOrd="1" destOrd="0" presId="urn:microsoft.com/office/officeart/2005/8/layout/hList1"/>
    <dgm:cxn modelId="{E4A394BA-B32C-4993-AD7D-12AEFC4AA0A0}" type="presParOf" srcId="{380984A1-A45D-43CF-9240-5D0BFAF69729}" destId="{0AEE7930-F698-4CC9-BD7F-714EA58A70B0}" srcOrd="2" destOrd="0" presId="urn:microsoft.com/office/officeart/2005/8/layout/hList1"/>
    <dgm:cxn modelId="{C94B38DB-A1E3-43F3-83F8-B8788C54D27F}" type="presParOf" srcId="{0AEE7930-F698-4CC9-BD7F-714EA58A70B0}" destId="{243F3893-1244-4E11-A5FE-28C3A0E289CD}" srcOrd="0" destOrd="0" presId="urn:microsoft.com/office/officeart/2005/8/layout/hList1"/>
    <dgm:cxn modelId="{B32675E2-E8E4-4719-9EDF-05EC1E31FB09}" type="presParOf" srcId="{0AEE7930-F698-4CC9-BD7F-714EA58A70B0}" destId="{39E21DED-8215-43A4-A1A3-A9335C4DE73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89C74F-B47B-46E1-81BA-DEB875A5C26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1A364AF-FDAD-44B7-85C9-BC9E5081BE7E}">
      <dgm:prSet/>
      <dgm:spPr/>
      <dgm:t>
        <a:bodyPr/>
        <a:lstStyle/>
        <a:p>
          <a:r>
            <a:rPr lang="en-US"/>
            <a:t>Objetivo:</a:t>
          </a:r>
        </a:p>
      </dgm:t>
    </dgm:pt>
    <dgm:pt modelId="{EC1F55D6-3A56-4E6C-8A9C-BF21B402F6F5}" type="parTrans" cxnId="{CCE5AF48-37D0-43B3-BCA1-D90F660F8903}">
      <dgm:prSet/>
      <dgm:spPr/>
      <dgm:t>
        <a:bodyPr/>
        <a:lstStyle/>
        <a:p>
          <a:endParaRPr lang="en-US"/>
        </a:p>
      </dgm:t>
    </dgm:pt>
    <dgm:pt modelId="{00C3F1AE-3C36-47F3-9D38-FFD9ACDBB89D}" type="sibTrans" cxnId="{CCE5AF48-37D0-43B3-BCA1-D90F660F8903}">
      <dgm:prSet/>
      <dgm:spPr/>
      <dgm:t>
        <a:bodyPr/>
        <a:lstStyle/>
        <a:p>
          <a:endParaRPr lang="en-US"/>
        </a:p>
      </dgm:t>
    </dgm:pt>
    <dgm:pt modelId="{D557D00B-4243-4D90-9244-2A469E23021A}">
      <dgm:prSet/>
      <dgm:spPr/>
      <dgm:t>
        <a:bodyPr/>
        <a:lstStyle/>
        <a:p>
          <a:r>
            <a:rPr lang="en-US"/>
            <a:t>Entender y practicar: Escáner para NetBIOS/SMB que descubre nombres NetBIOS y hosts.</a:t>
          </a:r>
        </a:p>
      </dgm:t>
    </dgm:pt>
    <dgm:pt modelId="{A381CAF3-2AB0-474F-B79D-B3A8E4F16E59}" type="parTrans" cxnId="{7C52DBD0-8A50-48C1-A76D-718F60DD2102}">
      <dgm:prSet/>
      <dgm:spPr/>
      <dgm:t>
        <a:bodyPr/>
        <a:lstStyle/>
        <a:p>
          <a:endParaRPr lang="en-US"/>
        </a:p>
      </dgm:t>
    </dgm:pt>
    <dgm:pt modelId="{429C0D74-A8B5-4793-A4AF-1816C396BBC9}" type="sibTrans" cxnId="{7C52DBD0-8A50-48C1-A76D-718F60DD2102}">
      <dgm:prSet/>
      <dgm:spPr/>
      <dgm:t>
        <a:bodyPr/>
        <a:lstStyle/>
        <a:p>
          <a:endParaRPr lang="en-US"/>
        </a:p>
      </dgm:t>
    </dgm:pt>
    <dgm:pt modelId="{0F24BDC9-F5AB-4A47-9C10-A1E5DC3DFE1B}">
      <dgm:prSet/>
      <dgm:spPr/>
      <dgm:t>
        <a:bodyPr/>
        <a:lstStyle/>
        <a:p>
          <a:r>
            <a:rPr lang="en-US"/>
            <a:t>Preparación:</a:t>
          </a:r>
        </a:p>
      </dgm:t>
    </dgm:pt>
    <dgm:pt modelId="{AAC39FC5-C7FF-44A0-925C-4E6E9D3BFD66}" type="parTrans" cxnId="{8659F0D5-1352-400C-BEC0-246591410F7F}">
      <dgm:prSet/>
      <dgm:spPr/>
      <dgm:t>
        <a:bodyPr/>
        <a:lstStyle/>
        <a:p>
          <a:endParaRPr lang="en-US"/>
        </a:p>
      </dgm:t>
    </dgm:pt>
    <dgm:pt modelId="{F27BF888-5669-460E-A0A1-DB413A20E0D5}" type="sibTrans" cxnId="{8659F0D5-1352-400C-BEC0-246591410F7F}">
      <dgm:prSet/>
      <dgm:spPr/>
      <dgm:t>
        <a:bodyPr/>
        <a:lstStyle/>
        <a:p>
          <a:endParaRPr lang="en-US"/>
        </a:p>
      </dgm:t>
    </dgm:pt>
    <dgm:pt modelId="{FF19B346-BD39-4B5A-B097-D615FF4EFD25}">
      <dgm:prSet/>
      <dgm:spPr/>
      <dgm:t>
        <a:bodyPr/>
        <a:lstStyle/>
        <a:p>
          <a:r>
            <a:rPr lang="en-US"/>
            <a:t>Pasos (resumidos):</a:t>
          </a:r>
        </a:p>
      </dgm:t>
    </dgm:pt>
    <dgm:pt modelId="{A35E4ADC-0BFC-4E63-9FAB-4E1307AD51B5}" type="parTrans" cxnId="{7AA168F7-0377-4817-BBFD-3DFD2B8F4BE0}">
      <dgm:prSet/>
      <dgm:spPr/>
      <dgm:t>
        <a:bodyPr/>
        <a:lstStyle/>
        <a:p>
          <a:endParaRPr lang="en-US"/>
        </a:p>
      </dgm:t>
    </dgm:pt>
    <dgm:pt modelId="{1F35F5DB-EF07-4F7B-B00E-E55592BA7E2B}" type="sibTrans" cxnId="{7AA168F7-0377-4817-BBFD-3DFD2B8F4BE0}">
      <dgm:prSet/>
      <dgm:spPr/>
      <dgm:t>
        <a:bodyPr/>
        <a:lstStyle/>
        <a:p>
          <a:endParaRPr lang="en-US"/>
        </a:p>
      </dgm:t>
    </dgm:pt>
    <dgm:pt modelId="{2ADDD471-3830-4369-A6C3-E829AE155330}">
      <dgm:prSet/>
      <dgm:spPr/>
      <dgm:t>
        <a:bodyPr/>
        <a:lstStyle/>
        <a:p>
          <a:r>
            <a:rPr lang="en-US"/>
            <a:t>1) Preparar el entorno según la preparación indicada.</a:t>
          </a:r>
        </a:p>
      </dgm:t>
    </dgm:pt>
    <dgm:pt modelId="{821F2C2C-72CA-4893-862A-926F8035A683}" type="parTrans" cxnId="{DB0C8771-8627-4498-AD5A-84A9DE70440E}">
      <dgm:prSet/>
      <dgm:spPr/>
      <dgm:t>
        <a:bodyPr/>
        <a:lstStyle/>
        <a:p>
          <a:endParaRPr lang="en-US"/>
        </a:p>
      </dgm:t>
    </dgm:pt>
    <dgm:pt modelId="{FABD59C5-44E0-489F-A15E-109CB5FDAD33}" type="sibTrans" cxnId="{DB0C8771-8627-4498-AD5A-84A9DE70440E}">
      <dgm:prSet/>
      <dgm:spPr/>
      <dgm:t>
        <a:bodyPr/>
        <a:lstStyle/>
        <a:p>
          <a:endParaRPr lang="en-US"/>
        </a:p>
      </dgm:t>
    </dgm:pt>
    <dgm:pt modelId="{ADE68D8C-5737-4174-A661-E3059DAA78E7}">
      <dgm:prSet/>
      <dgm:spPr/>
      <dgm:t>
        <a:bodyPr/>
        <a:lstStyle/>
        <a:p>
          <a:r>
            <a:rPr lang="en-US"/>
            <a:t>2) Ejecutar la herramienta en modo no destructivo y documentar salida.</a:t>
          </a:r>
        </a:p>
      </dgm:t>
    </dgm:pt>
    <dgm:pt modelId="{51380421-8D2D-46C2-A236-0DE099BD8A13}" type="parTrans" cxnId="{3A81DF74-AEF7-4F3D-9FEC-C480D8FBBE9D}">
      <dgm:prSet/>
      <dgm:spPr/>
      <dgm:t>
        <a:bodyPr/>
        <a:lstStyle/>
        <a:p>
          <a:endParaRPr lang="en-US"/>
        </a:p>
      </dgm:t>
    </dgm:pt>
    <dgm:pt modelId="{5D011991-7529-4799-82C7-72B70788018A}" type="sibTrans" cxnId="{3A81DF74-AEF7-4F3D-9FEC-C480D8FBBE9D}">
      <dgm:prSet/>
      <dgm:spPr/>
      <dgm:t>
        <a:bodyPr/>
        <a:lstStyle/>
        <a:p>
          <a:endParaRPr lang="en-US"/>
        </a:p>
      </dgm:t>
    </dgm:pt>
    <dgm:pt modelId="{AB61EEA9-BD1F-4B41-BCBB-373F3B3436B2}">
      <dgm:prSet/>
      <dgm:spPr/>
      <dgm:t>
        <a:bodyPr/>
        <a:lstStyle/>
        <a:p>
          <a:r>
            <a:rPr lang="en-US"/>
            <a:t>3) Analizar resultados y proponer mitigaciones.</a:t>
          </a:r>
        </a:p>
      </dgm:t>
    </dgm:pt>
    <dgm:pt modelId="{DBFCFF43-B075-4C0B-B064-7A89087E002D}" type="parTrans" cxnId="{DD8564C6-7BEF-4AC5-8A85-F2C4AC2B3A5E}">
      <dgm:prSet/>
      <dgm:spPr/>
      <dgm:t>
        <a:bodyPr/>
        <a:lstStyle/>
        <a:p>
          <a:endParaRPr lang="en-US"/>
        </a:p>
      </dgm:t>
    </dgm:pt>
    <dgm:pt modelId="{D3471DE4-EAC5-420C-84FE-7D349AECB429}" type="sibTrans" cxnId="{DD8564C6-7BEF-4AC5-8A85-F2C4AC2B3A5E}">
      <dgm:prSet/>
      <dgm:spPr/>
      <dgm:t>
        <a:bodyPr/>
        <a:lstStyle/>
        <a:p>
          <a:endParaRPr lang="en-US"/>
        </a:p>
      </dgm:t>
    </dgm:pt>
    <dgm:pt modelId="{93AA8918-6A48-4F1F-8650-BDC2E1E3078B}">
      <dgm:prSet/>
      <dgm:spPr/>
      <dgm:t>
        <a:bodyPr/>
        <a:lstStyle/>
        <a:p>
          <a:r>
            <a:rPr lang="en-US"/>
            <a:t>Evaluación:</a:t>
          </a:r>
        </a:p>
      </dgm:t>
    </dgm:pt>
    <dgm:pt modelId="{5C46CCDD-AEF1-4F82-B5AF-29CD80F607A5}" type="parTrans" cxnId="{3FB7B00B-BB8D-4AF5-8CF6-28F4BE74511F}">
      <dgm:prSet/>
      <dgm:spPr/>
      <dgm:t>
        <a:bodyPr/>
        <a:lstStyle/>
        <a:p>
          <a:endParaRPr lang="en-US"/>
        </a:p>
      </dgm:t>
    </dgm:pt>
    <dgm:pt modelId="{F9CA321B-DF31-48DE-97A4-F6573A8A9709}" type="sibTrans" cxnId="{3FB7B00B-BB8D-4AF5-8CF6-28F4BE74511F}">
      <dgm:prSet/>
      <dgm:spPr/>
      <dgm:t>
        <a:bodyPr/>
        <a:lstStyle/>
        <a:p>
          <a:endParaRPr lang="en-US"/>
        </a:p>
      </dgm:t>
    </dgm:pt>
    <dgm:pt modelId="{AE3BFEB0-79C5-42FD-8817-0E75878F17AC}">
      <dgm:prSet/>
      <dgm:spPr/>
      <dgm:t>
        <a:bodyPr/>
        <a:lstStyle/>
        <a:p>
          <a:r>
            <a:rPr lang="en-US"/>
            <a:t>Informe: 1-2 páginas con objetivo, comandos, evidencias, hallazgos y mitigaciones.</a:t>
          </a:r>
        </a:p>
      </dgm:t>
    </dgm:pt>
    <dgm:pt modelId="{33E83F22-B7D0-4BC2-AD70-2628A02D48C7}" type="parTrans" cxnId="{254332E6-8354-4ECB-8F42-85A404D8B174}">
      <dgm:prSet/>
      <dgm:spPr/>
      <dgm:t>
        <a:bodyPr/>
        <a:lstStyle/>
        <a:p>
          <a:endParaRPr lang="en-US"/>
        </a:p>
      </dgm:t>
    </dgm:pt>
    <dgm:pt modelId="{9CD9C5F5-80B7-4E21-A2DF-966242F3DF67}" type="sibTrans" cxnId="{254332E6-8354-4ECB-8F42-85A404D8B174}">
      <dgm:prSet/>
      <dgm:spPr/>
      <dgm:t>
        <a:bodyPr/>
        <a:lstStyle/>
        <a:p>
          <a:endParaRPr lang="en-US"/>
        </a:p>
      </dgm:t>
    </dgm:pt>
    <dgm:pt modelId="{77C1BE05-5B4E-4DAE-9BBC-8E8EF3203DC6}" type="pres">
      <dgm:prSet presAssocID="{C089C74F-B47B-46E1-81BA-DEB875A5C264}" presName="linear" presStyleCnt="0">
        <dgm:presLayoutVars>
          <dgm:animLvl val="lvl"/>
          <dgm:resizeHandles val="exact"/>
        </dgm:presLayoutVars>
      </dgm:prSet>
      <dgm:spPr/>
    </dgm:pt>
    <dgm:pt modelId="{EABFCE8B-2129-4E07-BDFD-AA79C54C70D3}" type="pres">
      <dgm:prSet presAssocID="{31A364AF-FDAD-44B7-85C9-BC9E5081BE7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F550246-5B97-476E-A23D-3217509B4E06}" type="pres">
      <dgm:prSet presAssocID="{31A364AF-FDAD-44B7-85C9-BC9E5081BE7E}" presName="childText" presStyleLbl="revTx" presStyleIdx="0" presStyleCnt="2">
        <dgm:presLayoutVars>
          <dgm:bulletEnabled val="1"/>
        </dgm:presLayoutVars>
      </dgm:prSet>
      <dgm:spPr/>
    </dgm:pt>
    <dgm:pt modelId="{9EDCCAA5-96B5-4810-B7D2-2F28F51DC150}" type="pres">
      <dgm:prSet presAssocID="{0F24BDC9-F5AB-4A47-9C10-A1E5DC3DFE1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6D544F8-9ACF-4095-B765-705D069EF656}" type="pres">
      <dgm:prSet presAssocID="{0F24BDC9-F5AB-4A47-9C10-A1E5DC3DFE1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628FAD09-4D76-4B61-8729-F955F76F452E}" type="presOf" srcId="{2ADDD471-3830-4369-A6C3-E829AE155330}" destId="{86D544F8-9ACF-4095-B765-705D069EF656}" srcOrd="0" destOrd="1" presId="urn:microsoft.com/office/officeart/2005/8/layout/vList2"/>
    <dgm:cxn modelId="{3FB7B00B-BB8D-4AF5-8CF6-28F4BE74511F}" srcId="{0F24BDC9-F5AB-4A47-9C10-A1E5DC3DFE1B}" destId="{93AA8918-6A48-4F1F-8650-BDC2E1E3078B}" srcOrd="1" destOrd="0" parTransId="{5C46CCDD-AEF1-4F82-B5AF-29CD80F607A5}" sibTransId="{F9CA321B-DF31-48DE-97A4-F6573A8A9709}"/>
    <dgm:cxn modelId="{9095221E-2A90-40A8-8203-3C30C01653A5}" type="presOf" srcId="{FF19B346-BD39-4B5A-B097-D615FF4EFD25}" destId="{86D544F8-9ACF-4095-B765-705D069EF656}" srcOrd="0" destOrd="0" presId="urn:microsoft.com/office/officeart/2005/8/layout/vList2"/>
    <dgm:cxn modelId="{CCE5AF48-37D0-43B3-BCA1-D90F660F8903}" srcId="{C089C74F-B47B-46E1-81BA-DEB875A5C264}" destId="{31A364AF-FDAD-44B7-85C9-BC9E5081BE7E}" srcOrd="0" destOrd="0" parTransId="{EC1F55D6-3A56-4E6C-8A9C-BF21B402F6F5}" sibTransId="{00C3F1AE-3C36-47F3-9D38-FFD9ACDBB89D}"/>
    <dgm:cxn modelId="{52D6986A-3056-422F-AE69-ACBCCE9F3F3F}" type="presOf" srcId="{31A364AF-FDAD-44B7-85C9-BC9E5081BE7E}" destId="{EABFCE8B-2129-4E07-BDFD-AA79C54C70D3}" srcOrd="0" destOrd="0" presId="urn:microsoft.com/office/officeart/2005/8/layout/vList2"/>
    <dgm:cxn modelId="{DB0C8771-8627-4498-AD5A-84A9DE70440E}" srcId="{FF19B346-BD39-4B5A-B097-D615FF4EFD25}" destId="{2ADDD471-3830-4369-A6C3-E829AE155330}" srcOrd="0" destOrd="0" parTransId="{821F2C2C-72CA-4893-862A-926F8035A683}" sibTransId="{FABD59C5-44E0-489F-A15E-109CB5FDAD33}"/>
    <dgm:cxn modelId="{3A81DF74-AEF7-4F3D-9FEC-C480D8FBBE9D}" srcId="{FF19B346-BD39-4B5A-B097-D615FF4EFD25}" destId="{ADE68D8C-5737-4174-A661-E3059DAA78E7}" srcOrd="1" destOrd="0" parTransId="{51380421-8D2D-46C2-A236-0DE099BD8A13}" sibTransId="{5D011991-7529-4799-82C7-72B70788018A}"/>
    <dgm:cxn modelId="{6433FA86-2AE9-4CAE-8DC5-62391D5FE4B6}" type="presOf" srcId="{93AA8918-6A48-4F1F-8650-BDC2E1E3078B}" destId="{86D544F8-9ACF-4095-B765-705D069EF656}" srcOrd="0" destOrd="4" presId="urn:microsoft.com/office/officeart/2005/8/layout/vList2"/>
    <dgm:cxn modelId="{9E5F5790-5630-43BC-BBFF-DF502326DDD8}" type="presOf" srcId="{D557D00B-4243-4D90-9244-2A469E23021A}" destId="{6F550246-5B97-476E-A23D-3217509B4E06}" srcOrd="0" destOrd="0" presId="urn:microsoft.com/office/officeart/2005/8/layout/vList2"/>
    <dgm:cxn modelId="{C3EB05AC-7FF9-4A18-9756-58C42C22FD61}" type="presOf" srcId="{AB61EEA9-BD1F-4B41-BCBB-373F3B3436B2}" destId="{86D544F8-9ACF-4095-B765-705D069EF656}" srcOrd="0" destOrd="3" presId="urn:microsoft.com/office/officeart/2005/8/layout/vList2"/>
    <dgm:cxn modelId="{D924BBBC-AAE2-4497-89B3-DFC6C9770384}" type="presOf" srcId="{AE3BFEB0-79C5-42FD-8817-0E75878F17AC}" destId="{86D544F8-9ACF-4095-B765-705D069EF656}" srcOrd="0" destOrd="5" presId="urn:microsoft.com/office/officeart/2005/8/layout/vList2"/>
    <dgm:cxn modelId="{DD8564C6-7BEF-4AC5-8A85-F2C4AC2B3A5E}" srcId="{FF19B346-BD39-4B5A-B097-D615FF4EFD25}" destId="{AB61EEA9-BD1F-4B41-BCBB-373F3B3436B2}" srcOrd="2" destOrd="0" parTransId="{DBFCFF43-B075-4C0B-B064-7A89087E002D}" sibTransId="{D3471DE4-EAC5-420C-84FE-7D349AECB429}"/>
    <dgm:cxn modelId="{7C52DBD0-8A50-48C1-A76D-718F60DD2102}" srcId="{31A364AF-FDAD-44B7-85C9-BC9E5081BE7E}" destId="{D557D00B-4243-4D90-9244-2A469E23021A}" srcOrd="0" destOrd="0" parTransId="{A381CAF3-2AB0-474F-B79D-B3A8E4F16E59}" sibTransId="{429C0D74-A8B5-4793-A4AF-1816C396BBC9}"/>
    <dgm:cxn modelId="{8659F0D5-1352-400C-BEC0-246591410F7F}" srcId="{C089C74F-B47B-46E1-81BA-DEB875A5C264}" destId="{0F24BDC9-F5AB-4A47-9C10-A1E5DC3DFE1B}" srcOrd="1" destOrd="0" parTransId="{AAC39FC5-C7FF-44A0-925C-4E6E9D3BFD66}" sibTransId="{F27BF888-5669-460E-A0A1-DB413A20E0D5}"/>
    <dgm:cxn modelId="{822EDAD6-D6C8-4237-A8DA-39702F6FC4F9}" type="presOf" srcId="{0F24BDC9-F5AB-4A47-9C10-A1E5DC3DFE1B}" destId="{9EDCCAA5-96B5-4810-B7D2-2F28F51DC150}" srcOrd="0" destOrd="0" presId="urn:microsoft.com/office/officeart/2005/8/layout/vList2"/>
    <dgm:cxn modelId="{254332E6-8354-4ECB-8F42-85A404D8B174}" srcId="{93AA8918-6A48-4F1F-8650-BDC2E1E3078B}" destId="{AE3BFEB0-79C5-42FD-8817-0E75878F17AC}" srcOrd="0" destOrd="0" parTransId="{33E83F22-B7D0-4BC2-AD70-2628A02D48C7}" sibTransId="{9CD9C5F5-80B7-4E21-A2DF-966242F3DF67}"/>
    <dgm:cxn modelId="{FD9756EF-4C0C-406C-9D6A-57F56B5E0FD2}" type="presOf" srcId="{ADE68D8C-5737-4174-A661-E3059DAA78E7}" destId="{86D544F8-9ACF-4095-B765-705D069EF656}" srcOrd="0" destOrd="2" presId="urn:microsoft.com/office/officeart/2005/8/layout/vList2"/>
    <dgm:cxn modelId="{39D8A9F2-F5B4-49D4-A00F-5CBE627FAE10}" type="presOf" srcId="{C089C74F-B47B-46E1-81BA-DEB875A5C264}" destId="{77C1BE05-5B4E-4DAE-9BBC-8E8EF3203DC6}" srcOrd="0" destOrd="0" presId="urn:microsoft.com/office/officeart/2005/8/layout/vList2"/>
    <dgm:cxn modelId="{7AA168F7-0377-4817-BBFD-3DFD2B8F4BE0}" srcId="{0F24BDC9-F5AB-4A47-9C10-A1E5DC3DFE1B}" destId="{FF19B346-BD39-4B5A-B097-D615FF4EFD25}" srcOrd="0" destOrd="0" parTransId="{A35E4ADC-0BFC-4E63-9FAB-4E1307AD51B5}" sibTransId="{1F35F5DB-EF07-4F7B-B00E-E55592BA7E2B}"/>
    <dgm:cxn modelId="{16B28B44-ED70-4DDE-8D99-C98B6587C10B}" type="presParOf" srcId="{77C1BE05-5B4E-4DAE-9BBC-8E8EF3203DC6}" destId="{EABFCE8B-2129-4E07-BDFD-AA79C54C70D3}" srcOrd="0" destOrd="0" presId="urn:microsoft.com/office/officeart/2005/8/layout/vList2"/>
    <dgm:cxn modelId="{1CDE7367-1DB3-4515-B67C-FAAAE2A183DF}" type="presParOf" srcId="{77C1BE05-5B4E-4DAE-9BBC-8E8EF3203DC6}" destId="{6F550246-5B97-476E-A23D-3217509B4E06}" srcOrd="1" destOrd="0" presId="urn:microsoft.com/office/officeart/2005/8/layout/vList2"/>
    <dgm:cxn modelId="{F4AA43ED-0136-44A9-88F7-D3B0787E7820}" type="presParOf" srcId="{77C1BE05-5B4E-4DAE-9BBC-8E8EF3203DC6}" destId="{9EDCCAA5-96B5-4810-B7D2-2F28F51DC150}" srcOrd="2" destOrd="0" presId="urn:microsoft.com/office/officeart/2005/8/layout/vList2"/>
    <dgm:cxn modelId="{4FDE14F1-2349-47FB-B623-580B42C11268}" type="presParOf" srcId="{77C1BE05-5B4E-4DAE-9BBC-8E8EF3203DC6}" destId="{86D544F8-9ACF-4095-B765-705D069EF65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A645AA-9E5A-44A6-8AF4-1E0D2D42DAF1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3CC9669-BD04-47F6-AD37-F8EC98D82E58}">
      <dgm:prSet/>
      <dgm:spPr/>
      <dgm:t>
        <a:bodyPr/>
        <a:lstStyle/>
        <a:p>
          <a:r>
            <a:rPr lang="en-US"/>
            <a:t>Objetivo:</a:t>
          </a:r>
        </a:p>
      </dgm:t>
    </dgm:pt>
    <dgm:pt modelId="{AA5779A8-68D6-45EC-9EAD-F34C51E8F472}" type="parTrans" cxnId="{10F35BB3-EC88-492E-8A20-3B142361CE56}">
      <dgm:prSet/>
      <dgm:spPr/>
      <dgm:t>
        <a:bodyPr/>
        <a:lstStyle/>
        <a:p>
          <a:endParaRPr lang="en-US"/>
        </a:p>
      </dgm:t>
    </dgm:pt>
    <dgm:pt modelId="{D8B0DDA4-5864-4BF7-825A-AB122C0557C1}" type="sibTrans" cxnId="{10F35BB3-EC88-492E-8A20-3B142361CE56}">
      <dgm:prSet/>
      <dgm:spPr/>
      <dgm:t>
        <a:bodyPr/>
        <a:lstStyle/>
        <a:p>
          <a:endParaRPr lang="en-US"/>
        </a:p>
      </dgm:t>
    </dgm:pt>
    <dgm:pt modelId="{40C6DB9C-5D78-4BF7-BD2E-A3448B821CC8}">
      <dgm:prSet/>
      <dgm:spPr/>
      <dgm:t>
        <a:bodyPr/>
        <a:lstStyle/>
        <a:p>
          <a:r>
            <a:rPr lang="en-US"/>
            <a:t>Entender y practicar: Plataforma de gestión de vulnerabilidades con priorización y reporting.</a:t>
          </a:r>
        </a:p>
      </dgm:t>
    </dgm:pt>
    <dgm:pt modelId="{35D563F3-395C-4B60-8312-524CF57B0C19}" type="parTrans" cxnId="{92DCCEFA-F457-4E5C-992A-D0697A3A4025}">
      <dgm:prSet/>
      <dgm:spPr/>
      <dgm:t>
        <a:bodyPr/>
        <a:lstStyle/>
        <a:p>
          <a:endParaRPr lang="en-US"/>
        </a:p>
      </dgm:t>
    </dgm:pt>
    <dgm:pt modelId="{6636581D-0B10-481B-A688-E763E652958F}" type="sibTrans" cxnId="{92DCCEFA-F457-4E5C-992A-D0697A3A4025}">
      <dgm:prSet/>
      <dgm:spPr/>
      <dgm:t>
        <a:bodyPr/>
        <a:lstStyle/>
        <a:p>
          <a:endParaRPr lang="en-US"/>
        </a:p>
      </dgm:t>
    </dgm:pt>
    <dgm:pt modelId="{192B3AD0-C0C9-47A7-8A21-E40F6839B2D3}">
      <dgm:prSet/>
      <dgm:spPr/>
      <dgm:t>
        <a:bodyPr/>
        <a:lstStyle/>
        <a:p>
          <a:r>
            <a:rPr lang="en-US"/>
            <a:t>Preparación:</a:t>
          </a:r>
        </a:p>
      </dgm:t>
    </dgm:pt>
    <dgm:pt modelId="{B246DCEF-FDDC-41FC-B6F5-D1C2411D176D}" type="parTrans" cxnId="{E3B4F6A7-BEDE-4BE0-9017-DCF950070398}">
      <dgm:prSet/>
      <dgm:spPr/>
      <dgm:t>
        <a:bodyPr/>
        <a:lstStyle/>
        <a:p>
          <a:endParaRPr lang="en-US"/>
        </a:p>
      </dgm:t>
    </dgm:pt>
    <dgm:pt modelId="{186D25A6-90CF-4480-BA64-1D1FDD2541BC}" type="sibTrans" cxnId="{E3B4F6A7-BEDE-4BE0-9017-DCF950070398}">
      <dgm:prSet/>
      <dgm:spPr/>
      <dgm:t>
        <a:bodyPr/>
        <a:lstStyle/>
        <a:p>
          <a:endParaRPr lang="en-US"/>
        </a:p>
      </dgm:t>
    </dgm:pt>
    <dgm:pt modelId="{31ED237C-6217-47AF-B889-99A3B8882FC0}">
      <dgm:prSet/>
      <dgm:spPr/>
      <dgm:t>
        <a:bodyPr/>
        <a:lstStyle/>
        <a:p>
          <a:r>
            <a:rPr lang="en-US"/>
            <a:t>Pasos (resumidos):</a:t>
          </a:r>
        </a:p>
      </dgm:t>
    </dgm:pt>
    <dgm:pt modelId="{6158C3C3-67EC-4EFA-8B0F-E66C9D793D56}" type="parTrans" cxnId="{4CDADDCA-C971-4459-9DE2-665EF0CDF6AD}">
      <dgm:prSet/>
      <dgm:spPr/>
      <dgm:t>
        <a:bodyPr/>
        <a:lstStyle/>
        <a:p>
          <a:endParaRPr lang="en-US"/>
        </a:p>
      </dgm:t>
    </dgm:pt>
    <dgm:pt modelId="{F771EC5C-F6E4-47EF-A22A-83751DFD6FA4}" type="sibTrans" cxnId="{4CDADDCA-C971-4459-9DE2-665EF0CDF6AD}">
      <dgm:prSet/>
      <dgm:spPr/>
      <dgm:t>
        <a:bodyPr/>
        <a:lstStyle/>
        <a:p>
          <a:endParaRPr lang="en-US"/>
        </a:p>
      </dgm:t>
    </dgm:pt>
    <dgm:pt modelId="{78FB2F97-B597-4EFE-A084-F88DEFB43336}">
      <dgm:prSet/>
      <dgm:spPr/>
      <dgm:t>
        <a:bodyPr/>
        <a:lstStyle/>
        <a:p>
          <a:r>
            <a:rPr lang="en-US"/>
            <a:t>1) Preparar el entorno según la preparación indicada.</a:t>
          </a:r>
        </a:p>
      </dgm:t>
    </dgm:pt>
    <dgm:pt modelId="{8A820F8A-7B89-4CF2-BF41-BF11B7BA5B20}" type="parTrans" cxnId="{DFED6141-E3AA-41B4-95B0-955627E7D50C}">
      <dgm:prSet/>
      <dgm:spPr/>
      <dgm:t>
        <a:bodyPr/>
        <a:lstStyle/>
        <a:p>
          <a:endParaRPr lang="en-US"/>
        </a:p>
      </dgm:t>
    </dgm:pt>
    <dgm:pt modelId="{7AD9FA7B-DC40-4BDB-A715-F37C4F2DE9FE}" type="sibTrans" cxnId="{DFED6141-E3AA-41B4-95B0-955627E7D50C}">
      <dgm:prSet/>
      <dgm:spPr/>
      <dgm:t>
        <a:bodyPr/>
        <a:lstStyle/>
        <a:p>
          <a:endParaRPr lang="en-US"/>
        </a:p>
      </dgm:t>
    </dgm:pt>
    <dgm:pt modelId="{385205B2-9A25-4903-A028-65E92E736201}">
      <dgm:prSet/>
      <dgm:spPr/>
      <dgm:t>
        <a:bodyPr/>
        <a:lstStyle/>
        <a:p>
          <a:r>
            <a:rPr lang="en-US"/>
            <a:t>2) Ejecutar la herramienta en modo no destructivo y documentar salida.</a:t>
          </a:r>
        </a:p>
      </dgm:t>
    </dgm:pt>
    <dgm:pt modelId="{22ED3144-D3C4-42E8-BC08-E87F581DE121}" type="parTrans" cxnId="{5536456E-A67F-4F46-8332-A08421A60C64}">
      <dgm:prSet/>
      <dgm:spPr/>
      <dgm:t>
        <a:bodyPr/>
        <a:lstStyle/>
        <a:p>
          <a:endParaRPr lang="en-US"/>
        </a:p>
      </dgm:t>
    </dgm:pt>
    <dgm:pt modelId="{6B49C9E8-3DF9-40D6-A79E-334080106439}" type="sibTrans" cxnId="{5536456E-A67F-4F46-8332-A08421A60C64}">
      <dgm:prSet/>
      <dgm:spPr/>
      <dgm:t>
        <a:bodyPr/>
        <a:lstStyle/>
        <a:p>
          <a:endParaRPr lang="en-US"/>
        </a:p>
      </dgm:t>
    </dgm:pt>
    <dgm:pt modelId="{8682C66B-EA43-4EC0-BC37-679966A3FE6D}">
      <dgm:prSet/>
      <dgm:spPr/>
      <dgm:t>
        <a:bodyPr/>
        <a:lstStyle/>
        <a:p>
          <a:r>
            <a:rPr lang="en-US"/>
            <a:t>3) Analizar resultados y proponer mitigaciones.</a:t>
          </a:r>
        </a:p>
      </dgm:t>
    </dgm:pt>
    <dgm:pt modelId="{B99DCA5E-4824-4F49-BC41-EB2165EE0146}" type="parTrans" cxnId="{6BA869A0-4F3C-46E4-9150-B352F86EF368}">
      <dgm:prSet/>
      <dgm:spPr/>
      <dgm:t>
        <a:bodyPr/>
        <a:lstStyle/>
        <a:p>
          <a:endParaRPr lang="en-US"/>
        </a:p>
      </dgm:t>
    </dgm:pt>
    <dgm:pt modelId="{271BD7E3-6F66-4E03-9F40-93FC969E1973}" type="sibTrans" cxnId="{6BA869A0-4F3C-46E4-9150-B352F86EF368}">
      <dgm:prSet/>
      <dgm:spPr/>
      <dgm:t>
        <a:bodyPr/>
        <a:lstStyle/>
        <a:p>
          <a:endParaRPr lang="en-US"/>
        </a:p>
      </dgm:t>
    </dgm:pt>
    <dgm:pt modelId="{DA736C8F-17EE-4B91-8C75-E1190701F0E8}">
      <dgm:prSet/>
      <dgm:spPr/>
      <dgm:t>
        <a:bodyPr/>
        <a:lstStyle/>
        <a:p>
          <a:r>
            <a:rPr lang="en-US"/>
            <a:t>Evaluación:</a:t>
          </a:r>
        </a:p>
      </dgm:t>
    </dgm:pt>
    <dgm:pt modelId="{AA0BE4A3-CDCF-4E86-8D58-7B185322112C}" type="parTrans" cxnId="{E197439D-3354-4818-8179-35E625920198}">
      <dgm:prSet/>
      <dgm:spPr/>
      <dgm:t>
        <a:bodyPr/>
        <a:lstStyle/>
        <a:p>
          <a:endParaRPr lang="en-US"/>
        </a:p>
      </dgm:t>
    </dgm:pt>
    <dgm:pt modelId="{ECD6B122-8124-4BD3-B4B4-0A58D9F1565A}" type="sibTrans" cxnId="{E197439D-3354-4818-8179-35E625920198}">
      <dgm:prSet/>
      <dgm:spPr/>
      <dgm:t>
        <a:bodyPr/>
        <a:lstStyle/>
        <a:p>
          <a:endParaRPr lang="en-US"/>
        </a:p>
      </dgm:t>
    </dgm:pt>
    <dgm:pt modelId="{4DF3DAF2-50FB-4275-A249-4FBCD1031C7A}">
      <dgm:prSet/>
      <dgm:spPr/>
      <dgm:t>
        <a:bodyPr/>
        <a:lstStyle/>
        <a:p>
          <a:r>
            <a:rPr lang="en-US"/>
            <a:t>Informe: 1-2 páginas con objetivo, comandos, evidencias, hallazgos y mitigaciones.</a:t>
          </a:r>
        </a:p>
      </dgm:t>
    </dgm:pt>
    <dgm:pt modelId="{0C9DA355-1A12-409C-BA06-4F5193886659}" type="parTrans" cxnId="{E8DCA2F4-9361-4EA6-A234-EBE6A949BE2C}">
      <dgm:prSet/>
      <dgm:spPr/>
      <dgm:t>
        <a:bodyPr/>
        <a:lstStyle/>
        <a:p>
          <a:endParaRPr lang="en-US"/>
        </a:p>
      </dgm:t>
    </dgm:pt>
    <dgm:pt modelId="{72B0C8B5-86A8-41AE-BA81-E0B63B1C6AD7}" type="sibTrans" cxnId="{E8DCA2F4-9361-4EA6-A234-EBE6A949BE2C}">
      <dgm:prSet/>
      <dgm:spPr/>
      <dgm:t>
        <a:bodyPr/>
        <a:lstStyle/>
        <a:p>
          <a:endParaRPr lang="en-US"/>
        </a:p>
      </dgm:t>
    </dgm:pt>
    <dgm:pt modelId="{01AD1069-82D9-458B-ADDA-57BA955D247E}" type="pres">
      <dgm:prSet presAssocID="{69A645AA-9E5A-44A6-8AF4-1E0D2D42DAF1}" presName="linear" presStyleCnt="0">
        <dgm:presLayoutVars>
          <dgm:dir/>
          <dgm:animLvl val="lvl"/>
          <dgm:resizeHandles val="exact"/>
        </dgm:presLayoutVars>
      </dgm:prSet>
      <dgm:spPr/>
    </dgm:pt>
    <dgm:pt modelId="{14673F9B-348C-4E64-A45A-0008C98709F6}" type="pres">
      <dgm:prSet presAssocID="{03CC9669-BD04-47F6-AD37-F8EC98D82E58}" presName="parentLin" presStyleCnt="0"/>
      <dgm:spPr/>
    </dgm:pt>
    <dgm:pt modelId="{869AB759-E105-4F62-B9B8-9B3D86CA1124}" type="pres">
      <dgm:prSet presAssocID="{03CC9669-BD04-47F6-AD37-F8EC98D82E58}" presName="parentLeftMargin" presStyleLbl="node1" presStyleIdx="0" presStyleCnt="2"/>
      <dgm:spPr/>
    </dgm:pt>
    <dgm:pt modelId="{785683F1-7C58-45BB-A060-D2B32EEFCFB8}" type="pres">
      <dgm:prSet presAssocID="{03CC9669-BD04-47F6-AD37-F8EC98D82E5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926F4CA-4A13-459E-96B5-620687FE73BE}" type="pres">
      <dgm:prSet presAssocID="{03CC9669-BD04-47F6-AD37-F8EC98D82E58}" presName="negativeSpace" presStyleCnt="0"/>
      <dgm:spPr/>
    </dgm:pt>
    <dgm:pt modelId="{BBA8C273-3676-4EB9-9878-39BDD774A235}" type="pres">
      <dgm:prSet presAssocID="{03CC9669-BD04-47F6-AD37-F8EC98D82E58}" presName="childText" presStyleLbl="conFgAcc1" presStyleIdx="0" presStyleCnt="2">
        <dgm:presLayoutVars>
          <dgm:bulletEnabled val="1"/>
        </dgm:presLayoutVars>
      </dgm:prSet>
      <dgm:spPr/>
    </dgm:pt>
    <dgm:pt modelId="{3704A610-4B4C-4666-AA08-FCD97526F414}" type="pres">
      <dgm:prSet presAssocID="{D8B0DDA4-5864-4BF7-825A-AB122C0557C1}" presName="spaceBetweenRectangles" presStyleCnt="0"/>
      <dgm:spPr/>
    </dgm:pt>
    <dgm:pt modelId="{DF2F1504-8121-4EA3-A1AF-698A6A3334CA}" type="pres">
      <dgm:prSet presAssocID="{192B3AD0-C0C9-47A7-8A21-E40F6839B2D3}" presName="parentLin" presStyleCnt="0"/>
      <dgm:spPr/>
    </dgm:pt>
    <dgm:pt modelId="{ED9552A4-FF73-42A5-A775-A377DAAF6CAF}" type="pres">
      <dgm:prSet presAssocID="{192B3AD0-C0C9-47A7-8A21-E40F6839B2D3}" presName="parentLeftMargin" presStyleLbl="node1" presStyleIdx="0" presStyleCnt="2"/>
      <dgm:spPr/>
    </dgm:pt>
    <dgm:pt modelId="{79ED1AF9-A956-4B4D-BB23-067394132461}" type="pres">
      <dgm:prSet presAssocID="{192B3AD0-C0C9-47A7-8A21-E40F6839B2D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EC9B014-6D8B-4903-883D-FFC8140BD65D}" type="pres">
      <dgm:prSet presAssocID="{192B3AD0-C0C9-47A7-8A21-E40F6839B2D3}" presName="negativeSpace" presStyleCnt="0"/>
      <dgm:spPr/>
    </dgm:pt>
    <dgm:pt modelId="{6E930229-477F-4174-A22F-ED6EC3CD44EE}" type="pres">
      <dgm:prSet presAssocID="{192B3AD0-C0C9-47A7-8A21-E40F6839B2D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56AFC13-34E0-4474-89B7-5A662143245C}" type="presOf" srcId="{31ED237C-6217-47AF-B889-99A3B8882FC0}" destId="{6E930229-477F-4174-A22F-ED6EC3CD44EE}" srcOrd="0" destOrd="0" presId="urn:microsoft.com/office/officeart/2005/8/layout/list1"/>
    <dgm:cxn modelId="{CD31BA22-1641-43A8-96B8-138C213DCCFE}" type="presOf" srcId="{385205B2-9A25-4903-A028-65E92E736201}" destId="{6E930229-477F-4174-A22F-ED6EC3CD44EE}" srcOrd="0" destOrd="2" presId="urn:microsoft.com/office/officeart/2005/8/layout/list1"/>
    <dgm:cxn modelId="{DFED6141-E3AA-41B4-95B0-955627E7D50C}" srcId="{31ED237C-6217-47AF-B889-99A3B8882FC0}" destId="{78FB2F97-B597-4EFE-A084-F88DEFB43336}" srcOrd="0" destOrd="0" parTransId="{8A820F8A-7B89-4CF2-BF41-BF11B7BA5B20}" sibTransId="{7AD9FA7B-DC40-4BDB-A715-F37C4F2DE9FE}"/>
    <dgm:cxn modelId="{EC6A4B41-BA8B-4A0A-88A9-A023B1EE64EA}" type="presOf" srcId="{03CC9669-BD04-47F6-AD37-F8EC98D82E58}" destId="{785683F1-7C58-45BB-A060-D2B32EEFCFB8}" srcOrd="1" destOrd="0" presId="urn:microsoft.com/office/officeart/2005/8/layout/list1"/>
    <dgm:cxn modelId="{6F3E1C62-116F-4B7D-BB3C-CCB2C2CC972C}" type="presOf" srcId="{8682C66B-EA43-4EC0-BC37-679966A3FE6D}" destId="{6E930229-477F-4174-A22F-ED6EC3CD44EE}" srcOrd="0" destOrd="3" presId="urn:microsoft.com/office/officeart/2005/8/layout/list1"/>
    <dgm:cxn modelId="{5536456E-A67F-4F46-8332-A08421A60C64}" srcId="{31ED237C-6217-47AF-B889-99A3B8882FC0}" destId="{385205B2-9A25-4903-A028-65E92E736201}" srcOrd="1" destOrd="0" parTransId="{22ED3144-D3C4-42E8-BC08-E87F581DE121}" sibTransId="{6B49C9E8-3DF9-40D6-A79E-334080106439}"/>
    <dgm:cxn modelId="{E6B3E181-4A4B-4777-BD5D-F7536E854624}" type="presOf" srcId="{4DF3DAF2-50FB-4275-A249-4FBCD1031C7A}" destId="{6E930229-477F-4174-A22F-ED6EC3CD44EE}" srcOrd="0" destOrd="5" presId="urn:microsoft.com/office/officeart/2005/8/layout/list1"/>
    <dgm:cxn modelId="{E197439D-3354-4818-8179-35E625920198}" srcId="{192B3AD0-C0C9-47A7-8A21-E40F6839B2D3}" destId="{DA736C8F-17EE-4B91-8C75-E1190701F0E8}" srcOrd="1" destOrd="0" parTransId="{AA0BE4A3-CDCF-4E86-8D58-7B185322112C}" sibTransId="{ECD6B122-8124-4BD3-B4B4-0A58D9F1565A}"/>
    <dgm:cxn modelId="{6BA869A0-4F3C-46E4-9150-B352F86EF368}" srcId="{31ED237C-6217-47AF-B889-99A3B8882FC0}" destId="{8682C66B-EA43-4EC0-BC37-679966A3FE6D}" srcOrd="2" destOrd="0" parTransId="{B99DCA5E-4824-4F49-BC41-EB2165EE0146}" sibTransId="{271BD7E3-6F66-4E03-9F40-93FC969E1973}"/>
    <dgm:cxn modelId="{3B9BD9A6-0A08-49DF-88BC-B64A97F5D683}" type="presOf" srcId="{DA736C8F-17EE-4B91-8C75-E1190701F0E8}" destId="{6E930229-477F-4174-A22F-ED6EC3CD44EE}" srcOrd="0" destOrd="4" presId="urn:microsoft.com/office/officeart/2005/8/layout/list1"/>
    <dgm:cxn modelId="{E3B4F6A7-BEDE-4BE0-9017-DCF950070398}" srcId="{69A645AA-9E5A-44A6-8AF4-1E0D2D42DAF1}" destId="{192B3AD0-C0C9-47A7-8A21-E40F6839B2D3}" srcOrd="1" destOrd="0" parTransId="{B246DCEF-FDDC-41FC-B6F5-D1C2411D176D}" sibTransId="{186D25A6-90CF-4480-BA64-1D1FDD2541BC}"/>
    <dgm:cxn modelId="{83A994AB-CCFB-4AB8-B6B1-71253922D71E}" type="presOf" srcId="{78FB2F97-B597-4EFE-A084-F88DEFB43336}" destId="{6E930229-477F-4174-A22F-ED6EC3CD44EE}" srcOrd="0" destOrd="1" presId="urn:microsoft.com/office/officeart/2005/8/layout/list1"/>
    <dgm:cxn modelId="{10F35BB3-EC88-492E-8A20-3B142361CE56}" srcId="{69A645AA-9E5A-44A6-8AF4-1E0D2D42DAF1}" destId="{03CC9669-BD04-47F6-AD37-F8EC98D82E58}" srcOrd="0" destOrd="0" parTransId="{AA5779A8-68D6-45EC-9EAD-F34C51E8F472}" sibTransId="{D8B0DDA4-5864-4BF7-825A-AB122C0557C1}"/>
    <dgm:cxn modelId="{2653D7B8-DEF7-481B-A645-CC984D226CAF}" type="presOf" srcId="{192B3AD0-C0C9-47A7-8A21-E40F6839B2D3}" destId="{79ED1AF9-A956-4B4D-BB23-067394132461}" srcOrd="1" destOrd="0" presId="urn:microsoft.com/office/officeart/2005/8/layout/list1"/>
    <dgm:cxn modelId="{4CDADDCA-C971-4459-9DE2-665EF0CDF6AD}" srcId="{192B3AD0-C0C9-47A7-8A21-E40F6839B2D3}" destId="{31ED237C-6217-47AF-B889-99A3B8882FC0}" srcOrd="0" destOrd="0" parTransId="{6158C3C3-67EC-4EFA-8B0F-E66C9D793D56}" sibTransId="{F771EC5C-F6E4-47EF-A22A-83751DFD6FA4}"/>
    <dgm:cxn modelId="{A9EAACCB-F995-42BC-96A7-5AE14C8314F4}" type="presOf" srcId="{40C6DB9C-5D78-4BF7-BD2E-A3448B821CC8}" destId="{BBA8C273-3676-4EB9-9878-39BDD774A235}" srcOrd="0" destOrd="0" presId="urn:microsoft.com/office/officeart/2005/8/layout/list1"/>
    <dgm:cxn modelId="{8813D5CF-574E-4D3D-BB86-664651260977}" type="presOf" srcId="{03CC9669-BD04-47F6-AD37-F8EC98D82E58}" destId="{869AB759-E105-4F62-B9B8-9B3D86CA1124}" srcOrd="0" destOrd="0" presId="urn:microsoft.com/office/officeart/2005/8/layout/list1"/>
    <dgm:cxn modelId="{37D97FE1-3D1B-49B9-9B72-0C5DDAD2F6C4}" type="presOf" srcId="{192B3AD0-C0C9-47A7-8A21-E40F6839B2D3}" destId="{ED9552A4-FF73-42A5-A775-A377DAAF6CAF}" srcOrd="0" destOrd="0" presId="urn:microsoft.com/office/officeart/2005/8/layout/list1"/>
    <dgm:cxn modelId="{DC9BC1E5-04B2-49A7-BA81-07628F6CC720}" type="presOf" srcId="{69A645AA-9E5A-44A6-8AF4-1E0D2D42DAF1}" destId="{01AD1069-82D9-458B-ADDA-57BA955D247E}" srcOrd="0" destOrd="0" presId="urn:microsoft.com/office/officeart/2005/8/layout/list1"/>
    <dgm:cxn modelId="{E8DCA2F4-9361-4EA6-A234-EBE6A949BE2C}" srcId="{DA736C8F-17EE-4B91-8C75-E1190701F0E8}" destId="{4DF3DAF2-50FB-4275-A249-4FBCD1031C7A}" srcOrd="0" destOrd="0" parTransId="{0C9DA355-1A12-409C-BA06-4F5193886659}" sibTransId="{72B0C8B5-86A8-41AE-BA81-E0B63B1C6AD7}"/>
    <dgm:cxn modelId="{92DCCEFA-F457-4E5C-992A-D0697A3A4025}" srcId="{03CC9669-BD04-47F6-AD37-F8EC98D82E58}" destId="{40C6DB9C-5D78-4BF7-BD2E-A3448B821CC8}" srcOrd="0" destOrd="0" parTransId="{35D563F3-395C-4B60-8312-524CF57B0C19}" sibTransId="{6636581D-0B10-481B-A688-E763E652958F}"/>
    <dgm:cxn modelId="{E16EA474-E9E4-4058-BD9F-9DB1C53AC8B5}" type="presParOf" srcId="{01AD1069-82D9-458B-ADDA-57BA955D247E}" destId="{14673F9B-348C-4E64-A45A-0008C98709F6}" srcOrd="0" destOrd="0" presId="urn:microsoft.com/office/officeart/2005/8/layout/list1"/>
    <dgm:cxn modelId="{0913C08E-6804-4954-A3D0-AD91A76D970D}" type="presParOf" srcId="{14673F9B-348C-4E64-A45A-0008C98709F6}" destId="{869AB759-E105-4F62-B9B8-9B3D86CA1124}" srcOrd="0" destOrd="0" presId="urn:microsoft.com/office/officeart/2005/8/layout/list1"/>
    <dgm:cxn modelId="{4834173D-2E3C-4408-89AC-699A318DC549}" type="presParOf" srcId="{14673F9B-348C-4E64-A45A-0008C98709F6}" destId="{785683F1-7C58-45BB-A060-D2B32EEFCFB8}" srcOrd="1" destOrd="0" presId="urn:microsoft.com/office/officeart/2005/8/layout/list1"/>
    <dgm:cxn modelId="{73D88CCD-93E4-47AB-96A0-EB3C73688F42}" type="presParOf" srcId="{01AD1069-82D9-458B-ADDA-57BA955D247E}" destId="{3926F4CA-4A13-459E-96B5-620687FE73BE}" srcOrd="1" destOrd="0" presId="urn:microsoft.com/office/officeart/2005/8/layout/list1"/>
    <dgm:cxn modelId="{696F3990-EA10-4344-B3AC-502C0C3D01B0}" type="presParOf" srcId="{01AD1069-82D9-458B-ADDA-57BA955D247E}" destId="{BBA8C273-3676-4EB9-9878-39BDD774A235}" srcOrd="2" destOrd="0" presId="urn:microsoft.com/office/officeart/2005/8/layout/list1"/>
    <dgm:cxn modelId="{0E1F3B18-7042-4F4F-981B-6C1688155590}" type="presParOf" srcId="{01AD1069-82D9-458B-ADDA-57BA955D247E}" destId="{3704A610-4B4C-4666-AA08-FCD97526F414}" srcOrd="3" destOrd="0" presId="urn:microsoft.com/office/officeart/2005/8/layout/list1"/>
    <dgm:cxn modelId="{FCFD1405-EA72-4EB8-A160-2323038BB839}" type="presParOf" srcId="{01AD1069-82D9-458B-ADDA-57BA955D247E}" destId="{DF2F1504-8121-4EA3-A1AF-698A6A3334CA}" srcOrd="4" destOrd="0" presId="urn:microsoft.com/office/officeart/2005/8/layout/list1"/>
    <dgm:cxn modelId="{E8EAC8DD-BF31-4CCA-B03F-56E77B7F613C}" type="presParOf" srcId="{DF2F1504-8121-4EA3-A1AF-698A6A3334CA}" destId="{ED9552A4-FF73-42A5-A775-A377DAAF6CAF}" srcOrd="0" destOrd="0" presId="urn:microsoft.com/office/officeart/2005/8/layout/list1"/>
    <dgm:cxn modelId="{6B0247FB-FD00-4B8D-B851-30811B45CDDC}" type="presParOf" srcId="{DF2F1504-8121-4EA3-A1AF-698A6A3334CA}" destId="{79ED1AF9-A956-4B4D-BB23-067394132461}" srcOrd="1" destOrd="0" presId="urn:microsoft.com/office/officeart/2005/8/layout/list1"/>
    <dgm:cxn modelId="{B26760B6-4EA2-4315-9EE6-14847B860A5C}" type="presParOf" srcId="{01AD1069-82D9-458B-ADDA-57BA955D247E}" destId="{AEC9B014-6D8B-4903-883D-FFC8140BD65D}" srcOrd="5" destOrd="0" presId="urn:microsoft.com/office/officeart/2005/8/layout/list1"/>
    <dgm:cxn modelId="{27EBA88D-B5F5-4BDC-A4A1-541E5C260596}" type="presParOf" srcId="{01AD1069-82D9-458B-ADDA-57BA955D247E}" destId="{6E930229-477F-4174-A22F-ED6EC3CD44E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7496B6-2C86-4923-8F82-D87BD3E510A3}" type="doc">
      <dgm:prSet loTypeId="urn:microsoft.com/office/officeart/2005/8/layout/list1" loCatId="list" qsTypeId="urn:microsoft.com/office/officeart/2005/8/quickstyle/simple4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1FF39611-BB06-4B1E-A0A9-8FA1DAC00FC5}">
      <dgm:prSet/>
      <dgm:spPr/>
      <dgm:t>
        <a:bodyPr/>
        <a:lstStyle/>
        <a:p>
          <a:r>
            <a:rPr lang="en-US"/>
            <a:t>Objetivo:</a:t>
          </a:r>
        </a:p>
      </dgm:t>
    </dgm:pt>
    <dgm:pt modelId="{7F3A6E08-9033-49CA-8F31-A056882D2B2A}" type="parTrans" cxnId="{F6F31648-AA1C-4ECA-B5BA-858A2AE68E66}">
      <dgm:prSet/>
      <dgm:spPr/>
      <dgm:t>
        <a:bodyPr/>
        <a:lstStyle/>
        <a:p>
          <a:endParaRPr lang="en-US"/>
        </a:p>
      </dgm:t>
    </dgm:pt>
    <dgm:pt modelId="{3711BA3C-F02F-4E10-A936-9E012A01075E}" type="sibTrans" cxnId="{F6F31648-AA1C-4ECA-B5BA-858A2AE68E66}">
      <dgm:prSet/>
      <dgm:spPr/>
      <dgm:t>
        <a:bodyPr/>
        <a:lstStyle/>
        <a:p>
          <a:endParaRPr lang="en-US"/>
        </a:p>
      </dgm:t>
    </dgm:pt>
    <dgm:pt modelId="{DB01230B-D018-4450-9435-7A8A1CA1B601}">
      <dgm:prSet/>
      <dgm:spPr/>
      <dgm:t>
        <a:bodyPr/>
        <a:lstStyle/>
        <a:p>
          <a:r>
            <a:rPr lang="en-US"/>
            <a:t>Entender y practicar: Colección de herramientas para sniffing (captura pasiva de tráfico).</a:t>
          </a:r>
        </a:p>
      </dgm:t>
    </dgm:pt>
    <dgm:pt modelId="{CC07D927-15C6-4F22-9EF7-7047C7D8BDD7}" type="parTrans" cxnId="{5AC6279D-0B5E-4530-A0A1-AB551DD2F3A6}">
      <dgm:prSet/>
      <dgm:spPr/>
      <dgm:t>
        <a:bodyPr/>
        <a:lstStyle/>
        <a:p>
          <a:endParaRPr lang="en-US"/>
        </a:p>
      </dgm:t>
    </dgm:pt>
    <dgm:pt modelId="{97C3A310-7699-41C9-8D49-8B726456FF9E}" type="sibTrans" cxnId="{5AC6279D-0B5E-4530-A0A1-AB551DD2F3A6}">
      <dgm:prSet/>
      <dgm:spPr/>
      <dgm:t>
        <a:bodyPr/>
        <a:lstStyle/>
        <a:p>
          <a:endParaRPr lang="en-US"/>
        </a:p>
      </dgm:t>
    </dgm:pt>
    <dgm:pt modelId="{16E0A276-ABB0-40DE-8532-75EB9EBE4DE2}">
      <dgm:prSet/>
      <dgm:spPr/>
      <dgm:t>
        <a:bodyPr/>
        <a:lstStyle/>
        <a:p>
          <a:r>
            <a:rPr lang="en-US"/>
            <a:t>Preparación:</a:t>
          </a:r>
        </a:p>
      </dgm:t>
    </dgm:pt>
    <dgm:pt modelId="{85508E80-AD2B-4DAD-B372-76C8C252778B}" type="parTrans" cxnId="{18E66E23-90F1-4051-B798-48B5331F9D91}">
      <dgm:prSet/>
      <dgm:spPr/>
      <dgm:t>
        <a:bodyPr/>
        <a:lstStyle/>
        <a:p>
          <a:endParaRPr lang="en-US"/>
        </a:p>
      </dgm:t>
    </dgm:pt>
    <dgm:pt modelId="{EC9EE37A-AD25-4F07-807B-AD9DBA4AEB47}" type="sibTrans" cxnId="{18E66E23-90F1-4051-B798-48B5331F9D91}">
      <dgm:prSet/>
      <dgm:spPr/>
      <dgm:t>
        <a:bodyPr/>
        <a:lstStyle/>
        <a:p>
          <a:endParaRPr lang="en-US"/>
        </a:p>
      </dgm:t>
    </dgm:pt>
    <dgm:pt modelId="{A826D5E3-CA96-4550-891A-C3C8D2656413}">
      <dgm:prSet/>
      <dgm:spPr/>
      <dgm:t>
        <a:bodyPr/>
        <a:lstStyle/>
        <a:p>
          <a:r>
            <a:rPr lang="en-US"/>
            <a:t>Pasos (resumidos):</a:t>
          </a:r>
        </a:p>
      </dgm:t>
    </dgm:pt>
    <dgm:pt modelId="{A2E2C07C-633A-4C49-BF4F-7A5F69ED4AA1}" type="parTrans" cxnId="{561FC42F-FF61-4167-9D35-6ED3BD04945F}">
      <dgm:prSet/>
      <dgm:spPr/>
      <dgm:t>
        <a:bodyPr/>
        <a:lstStyle/>
        <a:p>
          <a:endParaRPr lang="en-US"/>
        </a:p>
      </dgm:t>
    </dgm:pt>
    <dgm:pt modelId="{BAFCCE15-34F7-4414-8851-20C18C435E16}" type="sibTrans" cxnId="{561FC42F-FF61-4167-9D35-6ED3BD04945F}">
      <dgm:prSet/>
      <dgm:spPr/>
      <dgm:t>
        <a:bodyPr/>
        <a:lstStyle/>
        <a:p>
          <a:endParaRPr lang="en-US"/>
        </a:p>
      </dgm:t>
    </dgm:pt>
    <dgm:pt modelId="{04C3F470-EA3F-4F21-AD00-8D5E541CE672}">
      <dgm:prSet/>
      <dgm:spPr/>
      <dgm:t>
        <a:bodyPr/>
        <a:lstStyle/>
        <a:p>
          <a:r>
            <a:rPr lang="en-US"/>
            <a:t>1) Preparar el entorno según la preparación indicada.</a:t>
          </a:r>
        </a:p>
      </dgm:t>
    </dgm:pt>
    <dgm:pt modelId="{A986CD0E-699F-49FB-9EB8-75777E550237}" type="parTrans" cxnId="{D54587AA-F98B-48B1-91AE-3BFDAD10E46F}">
      <dgm:prSet/>
      <dgm:spPr/>
      <dgm:t>
        <a:bodyPr/>
        <a:lstStyle/>
        <a:p>
          <a:endParaRPr lang="en-US"/>
        </a:p>
      </dgm:t>
    </dgm:pt>
    <dgm:pt modelId="{5EB435A5-0328-41F8-BD7F-F476FEC4A605}" type="sibTrans" cxnId="{D54587AA-F98B-48B1-91AE-3BFDAD10E46F}">
      <dgm:prSet/>
      <dgm:spPr/>
      <dgm:t>
        <a:bodyPr/>
        <a:lstStyle/>
        <a:p>
          <a:endParaRPr lang="en-US"/>
        </a:p>
      </dgm:t>
    </dgm:pt>
    <dgm:pt modelId="{2F44959B-8CF6-4C2C-8C98-58FD331F46F5}">
      <dgm:prSet/>
      <dgm:spPr/>
      <dgm:t>
        <a:bodyPr/>
        <a:lstStyle/>
        <a:p>
          <a:r>
            <a:rPr lang="en-US"/>
            <a:t>2) Ejecutar la herramienta en modo no destructivo y documentar salida.</a:t>
          </a:r>
        </a:p>
      </dgm:t>
    </dgm:pt>
    <dgm:pt modelId="{952D49B6-5049-4A34-BEBD-2C0B467D40D4}" type="parTrans" cxnId="{49F2951E-418C-41A7-8A3C-BCC85F61D4A0}">
      <dgm:prSet/>
      <dgm:spPr/>
      <dgm:t>
        <a:bodyPr/>
        <a:lstStyle/>
        <a:p>
          <a:endParaRPr lang="en-US"/>
        </a:p>
      </dgm:t>
    </dgm:pt>
    <dgm:pt modelId="{41E63E27-C648-4092-B13B-242F9B217625}" type="sibTrans" cxnId="{49F2951E-418C-41A7-8A3C-BCC85F61D4A0}">
      <dgm:prSet/>
      <dgm:spPr/>
      <dgm:t>
        <a:bodyPr/>
        <a:lstStyle/>
        <a:p>
          <a:endParaRPr lang="en-US"/>
        </a:p>
      </dgm:t>
    </dgm:pt>
    <dgm:pt modelId="{75F8AE91-377F-41E1-8197-01F1B7FAB6F4}">
      <dgm:prSet/>
      <dgm:spPr/>
      <dgm:t>
        <a:bodyPr/>
        <a:lstStyle/>
        <a:p>
          <a:r>
            <a:rPr lang="en-US"/>
            <a:t>3) Analizar resultados y proponer mitigaciones.</a:t>
          </a:r>
        </a:p>
      </dgm:t>
    </dgm:pt>
    <dgm:pt modelId="{690DF8E2-5EDA-40D8-887E-7BF5CCB0241A}" type="parTrans" cxnId="{FC37EDB1-D267-4C44-956B-8FB22ABD9DDD}">
      <dgm:prSet/>
      <dgm:spPr/>
      <dgm:t>
        <a:bodyPr/>
        <a:lstStyle/>
        <a:p>
          <a:endParaRPr lang="en-US"/>
        </a:p>
      </dgm:t>
    </dgm:pt>
    <dgm:pt modelId="{CD5E7F90-85A3-4712-987F-79CA1D9A95A2}" type="sibTrans" cxnId="{FC37EDB1-D267-4C44-956B-8FB22ABD9DDD}">
      <dgm:prSet/>
      <dgm:spPr/>
      <dgm:t>
        <a:bodyPr/>
        <a:lstStyle/>
        <a:p>
          <a:endParaRPr lang="en-US"/>
        </a:p>
      </dgm:t>
    </dgm:pt>
    <dgm:pt modelId="{AB10CD5F-BDED-4C61-9D0A-0792F5E5F268}">
      <dgm:prSet/>
      <dgm:spPr/>
      <dgm:t>
        <a:bodyPr/>
        <a:lstStyle/>
        <a:p>
          <a:r>
            <a:rPr lang="en-US"/>
            <a:t>Evaluación:</a:t>
          </a:r>
        </a:p>
      </dgm:t>
    </dgm:pt>
    <dgm:pt modelId="{C684E072-553D-412A-B45F-439DE591E5E6}" type="parTrans" cxnId="{FEF578D3-EA25-4543-BE55-00AE3C21BA81}">
      <dgm:prSet/>
      <dgm:spPr/>
      <dgm:t>
        <a:bodyPr/>
        <a:lstStyle/>
        <a:p>
          <a:endParaRPr lang="en-US"/>
        </a:p>
      </dgm:t>
    </dgm:pt>
    <dgm:pt modelId="{7CEE12CE-746A-49B8-965F-26B685801B7C}" type="sibTrans" cxnId="{FEF578D3-EA25-4543-BE55-00AE3C21BA81}">
      <dgm:prSet/>
      <dgm:spPr/>
      <dgm:t>
        <a:bodyPr/>
        <a:lstStyle/>
        <a:p>
          <a:endParaRPr lang="en-US"/>
        </a:p>
      </dgm:t>
    </dgm:pt>
    <dgm:pt modelId="{56E7E09E-C8F9-4B53-8499-70C413B14905}">
      <dgm:prSet/>
      <dgm:spPr/>
      <dgm:t>
        <a:bodyPr/>
        <a:lstStyle/>
        <a:p>
          <a:r>
            <a:rPr lang="en-US"/>
            <a:t>Informe: 1-2 páginas con objetivo, comandos, evidencias, hallazgos y mitigaciones.</a:t>
          </a:r>
        </a:p>
      </dgm:t>
    </dgm:pt>
    <dgm:pt modelId="{D2AD3C4E-7CD3-42EA-A40D-4C2851AAD0D1}" type="parTrans" cxnId="{858B16B5-3ED2-4F73-AD52-086D96EE9519}">
      <dgm:prSet/>
      <dgm:spPr/>
      <dgm:t>
        <a:bodyPr/>
        <a:lstStyle/>
        <a:p>
          <a:endParaRPr lang="en-US"/>
        </a:p>
      </dgm:t>
    </dgm:pt>
    <dgm:pt modelId="{8AC045EA-ABA8-48AA-B3C6-715275F8B77D}" type="sibTrans" cxnId="{858B16B5-3ED2-4F73-AD52-086D96EE9519}">
      <dgm:prSet/>
      <dgm:spPr/>
      <dgm:t>
        <a:bodyPr/>
        <a:lstStyle/>
        <a:p>
          <a:endParaRPr lang="en-US"/>
        </a:p>
      </dgm:t>
    </dgm:pt>
    <dgm:pt modelId="{3028CCE0-3FBD-4F14-A076-D03C33DD1744}" type="pres">
      <dgm:prSet presAssocID="{AA7496B6-2C86-4923-8F82-D87BD3E510A3}" presName="linear" presStyleCnt="0">
        <dgm:presLayoutVars>
          <dgm:dir/>
          <dgm:animLvl val="lvl"/>
          <dgm:resizeHandles val="exact"/>
        </dgm:presLayoutVars>
      </dgm:prSet>
      <dgm:spPr/>
    </dgm:pt>
    <dgm:pt modelId="{E7756C11-E343-4254-894C-2F3F0C64FEB6}" type="pres">
      <dgm:prSet presAssocID="{1FF39611-BB06-4B1E-A0A9-8FA1DAC00FC5}" presName="parentLin" presStyleCnt="0"/>
      <dgm:spPr/>
    </dgm:pt>
    <dgm:pt modelId="{07D02E0C-F785-4B8D-8F8E-835A507B617C}" type="pres">
      <dgm:prSet presAssocID="{1FF39611-BB06-4B1E-A0A9-8FA1DAC00FC5}" presName="parentLeftMargin" presStyleLbl="node1" presStyleIdx="0" presStyleCnt="2"/>
      <dgm:spPr/>
    </dgm:pt>
    <dgm:pt modelId="{DC9F88EB-3197-463B-B2F3-A279C6D7BC05}" type="pres">
      <dgm:prSet presAssocID="{1FF39611-BB06-4B1E-A0A9-8FA1DAC00FC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F3D152D-E63D-49BC-A6A3-0A55BAD84955}" type="pres">
      <dgm:prSet presAssocID="{1FF39611-BB06-4B1E-A0A9-8FA1DAC00FC5}" presName="negativeSpace" presStyleCnt="0"/>
      <dgm:spPr/>
    </dgm:pt>
    <dgm:pt modelId="{F12F12A0-AC48-4FDF-BED0-D836E952EAC2}" type="pres">
      <dgm:prSet presAssocID="{1FF39611-BB06-4B1E-A0A9-8FA1DAC00FC5}" presName="childText" presStyleLbl="conFgAcc1" presStyleIdx="0" presStyleCnt="2">
        <dgm:presLayoutVars>
          <dgm:bulletEnabled val="1"/>
        </dgm:presLayoutVars>
      </dgm:prSet>
      <dgm:spPr/>
    </dgm:pt>
    <dgm:pt modelId="{0C645A88-CB4D-4AA3-B3A0-E5439F2094B9}" type="pres">
      <dgm:prSet presAssocID="{3711BA3C-F02F-4E10-A936-9E012A01075E}" presName="spaceBetweenRectangles" presStyleCnt="0"/>
      <dgm:spPr/>
    </dgm:pt>
    <dgm:pt modelId="{6C3C8C57-4E67-4B57-A3EE-F7B2C18F3C6B}" type="pres">
      <dgm:prSet presAssocID="{16E0A276-ABB0-40DE-8532-75EB9EBE4DE2}" presName="parentLin" presStyleCnt="0"/>
      <dgm:spPr/>
    </dgm:pt>
    <dgm:pt modelId="{AF62D5EC-B878-474B-9FD2-7279861007B7}" type="pres">
      <dgm:prSet presAssocID="{16E0A276-ABB0-40DE-8532-75EB9EBE4DE2}" presName="parentLeftMargin" presStyleLbl="node1" presStyleIdx="0" presStyleCnt="2"/>
      <dgm:spPr/>
    </dgm:pt>
    <dgm:pt modelId="{7371A728-BDA0-4C3D-89B0-953EA410BF5F}" type="pres">
      <dgm:prSet presAssocID="{16E0A276-ABB0-40DE-8532-75EB9EBE4DE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07B17DC-1815-4F46-99A7-46E50E574264}" type="pres">
      <dgm:prSet presAssocID="{16E0A276-ABB0-40DE-8532-75EB9EBE4DE2}" presName="negativeSpace" presStyleCnt="0"/>
      <dgm:spPr/>
    </dgm:pt>
    <dgm:pt modelId="{F29C6550-97EE-46EB-B27F-44C98A03ABFD}" type="pres">
      <dgm:prSet presAssocID="{16E0A276-ABB0-40DE-8532-75EB9EBE4DE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2A4A809-FD0F-4AC0-90FE-E6D10A3C993D}" type="presOf" srcId="{AA7496B6-2C86-4923-8F82-D87BD3E510A3}" destId="{3028CCE0-3FBD-4F14-A076-D03C33DD1744}" srcOrd="0" destOrd="0" presId="urn:microsoft.com/office/officeart/2005/8/layout/list1"/>
    <dgm:cxn modelId="{4F96AE18-C36F-454C-B302-0FA27B953FC3}" type="presOf" srcId="{1FF39611-BB06-4B1E-A0A9-8FA1DAC00FC5}" destId="{DC9F88EB-3197-463B-B2F3-A279C6D7BC05}" srcOrd="1" destOrd="0" presId="urn:microsoft.com/office/officeart/2005/8/layout/list1"/>
    <dgm:cxn modelId="{49F2951E-418C-41A7-8A3C-BCC85F61D4A0}" srcId="{A826D5E3-CA96-4550-891A-C3C8D2656413}" destId="{2F44959B-8CF6-4C2C-8C98-58FD331F46F5}" srcOrd="1" destOrd="0" parTransId="{952D49B6-5049-4A34-BEBD-2C0B467D40D4}" sibTransId="{41E63E27-C648-4092-B13B-242F9B217625}"/>
    <dgm:cxn modelId="{7F21B222-0C86-4B35-B9B2-F2A6B85235F5}" type="presOf" srcId="{56E7E09E-C8F9-4B53-8499-70C413B14905}" destId="{F29C6550-97EE-46EB-B27F-44C98A03ABFD}" srcOrd="0" destOrd="5" presId="urn:microsoft.com/office/officeart/2005/8/layout/list1"/>
    <dgm:cxn modelId="{18E66E23-90F1-4051-B798-48B5331F9D91}" srcId="{AA7496B6-2C86-4923-8F82-D87BD3E510A3}" destId="{16E0A276-ABB0-40DE-8532-75EB9EBE4DE2}" srcOrd="1" destOrd="0" parTransId="{85508E80-AD2B-4DAD-B372-76C8C252778B}" sibTransId="{EC9EE37A-AD25-4F07-807B-AD9DBA4AEB47}"/>
    <dgm:cxn modelId="{561FC42F-FF61-4167-9D35-6ED3BD04945F}" srcId="{16E0A276-ABB0-40DE-8532-75EB9EBE4DE2}" destId="{A826D5E3-CA96-4550-891A-C3C8D2656413}" srcOrd="0" destOrd="0" parTransId="{A2E2C07C-633A-4C49-BF4F-7A5F69ED4AA1}" sibTransId="{BAFCCE15-34F7-4414-8851-20C18C435E16}"/>
    <dgm:cxn modelId="{326C4D35-D772-4F77-88BC-74B94302118F}" type="presOf" srcId="{16E0A276-ABB0-40DE-8532-75EB9EBE4DE2}" destId="{7371A728-BDA0-4C3D-89B0-953EA410BF5F}" srcOrd="1" destOrd="0" presId="urn:microsoft.com/office/officeart/2005/8/layout/list1"/>
    <dgm:cxn modelId="{B672A53E-3227-4AC7-931B-D5EA5BE309F7}" type="presOf" srcId="{A826D5E3-CA96-4550-891A-C3C8D2656413}" destId="{F29C6550-97EE-46EB-B27F-44C98A03ABFD}" srcOrd="0" destOrd="0" presId="urn:microsoft.com/office/officeart/2005/8/layout/list1"/>
    <dgm:cxn modelId="{3B180764-BC60-404B-A8C3-3DDDC498C816}" type="presOf" srcId="{1FF39611-BB06-4B1E-A0A9-8FA1DAC00FC5}" destId="{07D02E0C-F785-4B8D-8F8E-835A507B617C}" srcOrd="0" destOrd="0" presId="urn:microsoft.com/office/officeart/2005/8/layout/list1"/>
    <dgm:cxn modelId="{F6F31648-AA1C-4ECA-B5BA-858A2AE68E66}" srcId="{AA7496B6-2C86-4923-8F82-D87BD3E510A3}" destId="{1FF39611-BB06-4B1E-A0A9-8FA1DAC00FC5}" srcOrd="0" destOrd="0" parTransId="{7F3A6E08-9033-49CA-8F31-A056882D2B2A}" sibTransId="{3711BA3C-F02F-4E10-A936-9E012A01075E}"/>
    <dgm:cxn modelId="{4898CA56-7A1B-482F-B4D8-5A78D17699B4}" type="presOf" srcId="{2F44959B-8CF6-4C2C-8C98-58FD331F46F5}" destId="{F29C6550-97EE-46EB-B27F-44C98A03ABFD}" srcOrd="0" destOrd="2" presId="urn:microsoft.com/office/officeart/2005/8/layout/list1"/>
    <dgm:cxn modelId="{DC403A78-C0BD-431D-9140-A25BCD3DF9E2}" type="presOf" srcId="{DB01230B-D018-4450-9435-7A8A1CA1B601}" destId="{F12F12A0-AC48-4FDF-BED0-D836E952EAC2}" srcOrd="0" destOrd="0" presId="urn:microsoft.com/office/officeart/2005/8/layout/list1"/>
    <dgm:cxn modelId="{97888A80-FC73-45D3-BF14-9034957FC6CB}" type="presOf" srcId="{16E0A276-ABB0-40DE-8532-75EB9EBE4DE2}" destId="{AF62D5EC-B878-474B-9FD2-7279861007B7}" srcOrd="0" destOrd="0" presId="urn:microsoft.com/office/officeart/2005/8/layout/list1"/>
    <dgm:cxn modelId="{0F45CC8D-F66D-46A8-927B-B83ED4647B68}" type="presOf" srcId="{75F8AE91-377F-41E1-8197-01F1B7FAB6F4}" destId="{F29C6550-97EE-46EB-B27F-44C98A03ABFD}" srcOrd="0" destOrd="3" presId="urn:microsoft.com/office/officeart/2005/8/layout/list1"/>
    <dgm:cxn modelId="{5AC6279D-0B5E-4530-A0A1-AB551DD2F3A6}" srcId="{1FF39611-BB06-4B1E-A0A9-8FA1DAC00FC5}" destId="{DB01230B-D018-4450-9435-7A8A1CA1B601}" srcOrd="0" destOrd="0" parTransId="{CC07D927-15C6-4F22-9EF7-7047C7D8BDD7}" sibTransId="{97C3A310-7699-41C9-8D49-8B726456FF9E}"/>
    <dgm:cxn modelId="{D54587AA-F98B-48B1-91AE-3BFDAD10E46F}" srcId="{A826D5E3-CA96-4550-891A-C3C8D2656413}" destId="{04C3F470-EA3F-4F21-AD00-8D5E541CE672}" srcOrd="0" destOrd="0" parTransId="{A986CD0E-699F-49FB-9EB8-75777E550237}" sibTransId="{5EB435A5-0328-41F8-BD7F-F476FEC4A605}"/>
    <dgm:cxn modelId="{FC37EDB1-D267-4C44-956B-8FB22ABD9DDD}" srcId="{A826D5E3-CA96-4550-891A-C3C8D2656413}" destId="{75F8AE91-377F-41E1-8197-01F1B7FAB6F4}" srcOrd="2" destOrd="0" parTransId="{690DF8E2-5EDA-40D8-887E-7BF5CCB0241A}" sibTransId="{CD5E7F90-85A3-4712-987F-79CA1D9A95A2}"/>
    <dgm:cxn modelId="{858B16B5-3ED2-4F73-AD52-086D96EE9519}" srcId="{AB10CD5F-BDED-4C61-9D0A-0792F5E5F268}" destId="{56E7E09E-C8F9-4B53-8499-70C413B14905}" srcOrd="0" destOrd="0" parTransId="{D2AD3C4E-7CD3-42EA-A40D-4C2851AAD0D1}" sibTransId="{8AC045EA-ABA8-48AA-B3C6-715275F8B77D}"/>
    <dgm:cxn modelId="{F307F3B7-3CFC-40AF-AB2A-B0A5934937B9}" type="presOf" srcId="{04C3F470-EA3F-4F21-AD00-8D5E541CE672}" destId="{F29C6550-97EE-46EB-B27F-44C98A03ABFD}" srcOrd="0" destOrd="1" presId="urn:microsoft.com/office/officeart/2005/8/layout/list1"/>
    <dgm:cxn modelId="{FEF578D3-EA25-4543-BE55-00AE3C21BA81}" srcId="{16E0A276-ABB0-40DE-8532-75EB9EBE4DE2}" destId="{AB10CD5F-BDED-4C61-9D0A-0792F5E5F268}" srcOrd="1" destOrd="0" parTransId="{C684E072-553D-412A-B45F-439DE591E5E6}" sibTransId="{7CEE12CE-746A-49B8-965F-26B685801B7C}"/>
    <dgm:cxn modelId="{F13D43F9-9443-4D59-86CF-66CAAD707F54}" type="presOf" srcId="{AB10CD5F-BDED-4C61-9D0A-0792F5E5F268}" destId="{F29C6550-97EE-46EB-B27F-44C98A03ABFD}" srcOrd="0" destOrd="4" presId="urn:microsoft.com/office/officeart/2005/8/layout/list1"/>
    <dgm:cxn modelId="{3CB11FFF-0F6E-4D96-B3F2-80FCA6B9BC1A}" type="presParOf" srcId="{3028CCE0-3FBD-4F14-A076-D03C33DD1744}" destId="{E7756C11-E343-4254-894C-2F3F0C64FEB6}" srcOrd="0" destOrd="0" presId="urn:microsoft.com/office/officeart/2005/8/layout/list1"/>
    <dgm:cxn modelId="{848A69EF-3A87-4C70-B9D2-763FCB3F610D}" type="presParOf" srcId="{E7756C11-E343-4254-894C-2F3F0C64FEB6}" destId="{07D02E0C-F785-4B8D-8F8E-835A507B617C}" srcOrd="0" destOrd="0" presId="urn:microsoft.com/office/officeart/2005/8/layout/list1"/>
    <dgm:cxn modelId="{ED049E18-2A12-422F-8615-C91D51E6FFDF}" type="presParOf" srcId="{E7756C11-E343-4254-894C-2F3F0C64FEB6}" destId="{DC9F88EB-3197-463B-B2F3-A279C6D7BC05}" srcOrd="1" destOrd="0" presId="urn:microsoft.com/office/officeart/2005/8/layout/list1"/>
    <dgm:cxn modelId="{BCB5D9FC-BCA2-45EC-923C-668884C47AD3}" type="presParOf" srcId="{3028CCE0-3FBD-4F14-A076-D03C33DD1744}" destId="{9F3D152D-E63D-49BC-A6A3-0A55BAD84955}" srcOrd="1" destOrd="0" presId="urn:microsoft.com/office/officeart/2005/8/layout/list1"/>
    <dgm:cxn modelId="{DC1889A6-B5BF-4142-A7C0-92ED238AA4CD}" type="presParOf" srcId="{3028CCE0-3FBD-4F14-A076-D03C33DD1744}" destId="{F12F12A0-AC48-4FDF-BED0-D836E952EAC2}" srcOrd="2" destOrd="0" presId="urn:microsoft.com/office/officeart/2005/8/layout/list1"/>
    <dgm:cxn modelId="{339516F6-3EB7-4924-B4DB-9B8E0E478AA6}" type="presParOf" srcId="{3028CCE0-3FBD-4F14-A076-D03C33DD1744}" destId="{0C645A88-CB4D-4AA3-B3A0-E5439F2094B9}" srcOrd="3" destOrd="0" presId="urn:microsoft.com/office/officeart/2005/8/layout/list1"/>
    <dgm:cxn modelId="{E0453F75-5CD2-4476-B831-2877AD50B61D}" type="presParOf" srcId="{3028CCE0-3FBD-4F14-A076-D03C33DD1744}" destId="{6C3C8C57-4E67-4B57-A3EE-F7B2C18F3C6B}" srcOrd="4" destOrd="0" presId="urn:microsoft.com/office/officeart/2005/8/layout/list1"/>
    <dgm:cxn modelId="{2FE6D728-824E-42E3-9FE0-AFFDA98BA54A}" type="presParOf" srcId="{6C3C8C57-4E67-4B57-A3EE-F7B2C18F3C6B}" destId="{AF62D5EC-B878-474B-9FD2-7279861007B7}" srcOrd="0" destOrd="0" presId="urn:microsoft.com/office/officeart/2005/8/layout/list1"/>
    <dgm:cxn modelId="{17B9ECCF-D11E-44BB-B5E8-3F7E09F7D8FD}" type="presParOf" srcId="{6C3C8C57-4E67-4B57-A3EE-F7B2C18F3C6B}" destId="{7371A728-BDA0-4C3D-89B0-953EA410BF5F}" srcOrd="1" destOrd="0" presId="urn:microsoft.com/office/officeart/2005/8/layout/list1"/>
    <dgm:cxn modelId="{1CD72704-3ABC-4E29-8368-A3D65BCC69CE}" type="presParOf" srcId="{3028CCE0-3FBD-4F14-A076-D03C33DD1744}" destId="{607B17DC-1815-4F46-99A7-46E50E574264}" srcOrd="5" destOrd="0" presId="urn:microsoft.com/office/officeart/2005/8/layout/list1"/>
    <dgm:cxn modelId="{82426DFF-0475-4254-8736-6DC8B6D9707B}" type="presParOf" srcId="{3028CCE0-3FBD-4F14-A076-D03C33DD1744}" destId="{F29C6550-97EE-46EB-B27F-44C98A03ABF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3A4F774-A241-4CB2-8C0B-4001A369FE1A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8560A94-718F-4E79-AC33-F61C5F10C25D}">
      <dgm:prSet/>
      <dgm:spPr/>
      <dgm:t>
        <a:bodyPr/>
        <a:lstStyle/>
        <a:p>
          <a:r>
            <a:rPr lang="en-US"/>
            <a:t>Objetivo:</a:t>
          </a:r>
        </a:p>
      </dgm:t>
    </dgm:pt>
    <dgm:pt modelId="{7D9F35DE-B923-459C-830B-048236CC1079}" type="parTrans" cxnId="{B495CB8C-C5A4-4A0E-B5BD-637734E3BD60}">
      <dgm:prSet/>
      <dgm:spPr/>
      <dgm:t>
        <a:bodyPr/>
        <a:lstStyle/>
        <a:p>
          <a:endParaRPr lang="en-US"/>
        </a:p>
      </dgm:t>
    </dgm:pt>
    <dgm:pt modelId="{BFEC7F28-A25E-4BF4-96E8-45EAC0ACEC95}" type="sibTrans" cxnId="{B495CB8C-C5A4-4A0E-B5BD-637734E3BD60}">
      <dgm:prSet/>
      <dgm:spPr/>
      <dgm:t>
        <a:bodyPr/>
        <a:lstStyle/>
        <a:p>
          <a:endParaRPr lang="en-US"/>
        </a:p>
      </dgm:t>
    </dgm:pt>
    <dgm:pt modelId="{823C6FB1-C102-4E92-B855-4B570A0FB4D2}">
      <dgm:prSet/>
      <dgm:spPr/>
      <dgm:t>
        <a:bodyPr/>
        <a:lstStyle/>
        <a:p>
          <a:r>
            <a:rPr lang="en-US"/>
            <a:t>Entender y practicar: Herramienta para falsificar respuestas DNS en un entorno controlado.</a:t>
          </a:r>
        </a:p>
      </dgm:t>
    </dgm:pt>
    <dgm:pt modelId="{CA4AC77C-E40A-47DA-810A-2DCDEDA63D74}" type="parTrans" cxnId="{FC07C0C8-84C1-459C-BC42-2430BB979BD6}">
      <dgm:prSet/>
      <dgm:spPr/>
      <dgm:t>
        <a:bodyPr/>
        <a:lstStyle/>
        <a:p>
          <a:endParaRPr lang="en-US"/>
        </a:p>
      </dgm:t>
    </dgm:pt>
    <dgm:pt modelId="{4FC9CC3E-4D66-48A7-8D60-34E0E377C8ED}" type="sibTrans" cxnId="{FC07C0C8-84C1-459C-BC42-2430BB979BD6}">
      <dgm:prSet/>
      <dgm:spPr/>
      <dgm:t>
        <a:bodyPr/>
        <a:lstStyle/>
        <a:p>
          <a:endParaRPr lang="en-US"/>
        </a:p>
      </dgm:t>
    </dgm:pt>
    <dgm:pt modelId="{ACCEF161-ED4D-4188-8509-E98C9A3B631C}">
      <dgm:prSet/>
      <dgm:spPr/>
      <dgm:t>
        <a:bodyPr/>
        <a:lstStyle/>
        <a:p>
          <a:r>
            <a:rPr lang="en-US"/>
            <a:t>Preparación:</a:t>
          </a:r>
        </a:p>
      </dgm:t>
    </dgm:pt>
    <dgm:pt modelId="{4F12D308-49F5-42F8-B895-B8524C1EC08C}" type="parTrans" cxnId="{E09DF726-DC3E-4B24-89A4-D9DFF85F5F65}">
      <dgm:prSet/>
      <dgm:spPr/>
      <dgm:t>
        <a:bodyPr/>
        <a:lstStyle/>
        <a:p>
          <a:endParaRPr lang="en-US"/>
        </a:p>
      </dgm:t>
    </dgm:pt>
    <dgm:pt modelId="{E5699F0F-C538-4484-A1F2-B3ED1E4B4AA4}" type="sibTrans" cxnId="{E09DF726-DC3E-4B24-89A4-D9DFF85F5F65}">
      <dgm:prSet/>
      <dgm:spPr/>
      <dgm:t>
        <a:bodyPr/>
        <a:lstStyle/>
        <a:p>
          <a:endParaRPr lang="en-US"/>
        </a:p>
      </dgm:t>
    </dgm:pt>
    <dgm:pt modelId="{6CDD27E1-A2E2-4A0F-A7B9-521B931E1FBC}">
      <dgm:prSet/>
      <dgm:spPr/>
      <dgm:t>
        <a:bodyPr/>
        <a:lstStyle/>
        <a:p>
          <a:r>
            <a:rPr lang="en-US"/>
            <a:t>Pasos (resumidos):</a:t>
          </a:r>
        </a:p>
      </dgm:t>
    </dgm:pt>
    <dgm:pt modelId="{706815F9-C183-40CB-9997-0B60EBC4BAD9}" type="parTrans" cxnId="{9510FDA6-0009-47D0-AEFF-A62066884B34}">
      <dgm:prSet/>
      <dgm:spPr/>
      <dgm:t>
        <a:bodyPr/>
        <a:lstStyle/>
        <a:p>
          <a:endParaRPr lang="en-US"/>
        </a:p>
      </dgm:t>
    </dgm:pt>
    <dgm:pt modelId="{C644616B-8D74-4956-9CE3-0138D5DAB39F}" type="sibTrans" cxnId="{9510FDA6-0009-47D0-AEFF-A62066884B34}">
      <dgm:prSet/>
      <dgm:spPr/>
      <dgm:t>
        <a:bodyPr/>
        <a:lstStyle/>
        <a:p>
          <a:endParaRPr lang="en-US"/>
        </a:p>
      </dgm:t>
    </dgm:pt>
    <dgm:pt modelId="{1D6CB6D2-6357-4777-97E5-0992D1E91DDD}">
      <dgm:prSet/>
      <dgm:spPr/>
      <dgm:t>
        <a:bodyPr/>
        <a:lstStyle/>
        <a:p>
          <a:r>
            <a:rPr lang="en-US"/>
            <a:t>1) Preparar el entorno según la preparación indicada.</a:t>
          </a:r>
        </a:p>
      </dgm:t>
    </dgm:pt>
    <dgm:pt modelId="{4ACA6BB1-0B05-449B-9BF7-38A1E48FB07B}" type="parTrans" cxnId="{A71B84DB-7079-4EFE-9C0C-3B7A24570A6E}">
      <dgm:prSet/>
      <dgm:spPr/>
      <dgm:t>
        <a:bodyPr/>
        <a:lstStyle/>
        <a:p>
          <a:endParaRPr lang="en-US"/>
        </a:p>
      </dgm:t>
    </dgm:pt>
    <dgm:pt modelId="{203A9495-995C-4FB6-AE7D-F8930AFA6C7F}" type="sibTrans" cxnId="{A71B84DB-7079-4EFE-9C0C-3B7A24570A6E}">
      <dgm:prSet/>
      <dgm:spPr/>
      <dgm:t>
        <a:bodyPr/>
        <a:lstStyle/>
        <a:p>
          <a:endParaRPr lang="en-US"/>
        </a:p>
      </dgm:t>
    </dgm:pt>
    <dgm:pt modelId="{41ABFE2A-3F5D-489A-B492-988479A21314}">
      <dgm:prSet/>
      <dgm:spPr/>
      <dgm:t>
        <a:bodyPr/>
        <a:lstStyle/>
        <a:p>
          <a:r>
            <a:rPr lang="en-US"/>
            <a:t>2) Ejecutar la herramienta en modo no destructivo y documentar salida.</a:t>
          </a:r>
        </a:p>
      </dgm:t>
    </dgm:pt>
    <dgm:pt modelId="{48D16624-A61F-44A8-836C-5024D167F73E}" type="parTrans" cxnId="{108D5BE8-586D-4D4E-9220-2D272BBBA24E}">
      <dgm:prSet/>
      <dgm:spPr/>
      <dgm:t>
        <a:bodyPr/>
        <a:lstStyle/>
        <a:p>
          <a:endParaRPr lang="en-US"/>
        </a:p>
      </dgm:t>
    </dgm:pt>
    <dgm:pt modelId="{FE8E5C1E-51BF-49C7-BE17-37CE18F98B0D}" type="sibTrans" cxnId="{108D5BE8-586D-4D4E-9220-2D272BBBA24E}">
      <dgm:prSet/>
      <dgm:spPr/>
      <dgm:t>
        <a:bodyPr/>
        <a:lstStyle/>
        <a:p>
          <a:endParaRPr lang="en-US"/>
        </a:p>
      </dgm:t>
    </dgm:pt>
    <dgm:pt modelId="{56978E6D-D331-4ABE-B33F-4F82FCF189CE}">
      <dgm:prSet/>
      <dgm:spPr/>
      <dgm:t>
        <a:bodyPr/>
        <a:lstStyle/>
        <a:p>
          <a:r>
            <a:rPr lang="en-US"/>
            <a:t>3) Analizar resultados y proponer mitigaciones.</a:t>
          </a:r>
        </a:p>
      </dgm:t>
    </dgm:pt>
    <dgm:pt modelId="{99DD1313-ACE4-477E-91BE-5960606B5D0B}" type="parTrans" cxnId="{096B2D12-1954-42A0-81D9-97C4E7CC9A47}">
      <dgm:prSet/>
      <dgm:spPr/>
      <dgm:t>
        <a:bodyPr/>
        <a:lstStyle/>
        <a:p>
          <a:endParaRPr lang="en-US"/>
        </a:p>
      </dgm:t>
    </dgm:pt>
    <dgm:pt modelId="{D990D92B-FF2A-4E18-8A3D-9E34785BD637}" type="sibTrans" cxnId="{096B2D12-1954-42A0-81D9-97C4E7CC9A47}">
      <dgm:prSet/>
      <dgm:spPr/>
      <dgm:t>
        <a:bodyPr/>
        <a:lstStyle/>
        <a:p>
          <a:endParaRPr lang="en-US"/>
        </a:p>
      </dgm:t>
    </dgm:pt>
    <dgm:pt modelId="{080A5768-96E7-468B-94E2-6AB527C06A94}">
      <dgm:prSet/>
      <dgm:spPr/>
      <dgm:t>
        <a:bodyPr/>
        <a:lstStyle/>
        <a:p>
          <a:r>
            <a:rPr lang="en-US"/>
            <a:t>Evaluación:</a:t>
          </a:r>
        </a:p>
      </dgm:t>
    </dgm:pt>
    <dgm:pt modelId="{CFC232AE-682F-402B-AF91-E31E94942349}" type="parTrans" cxnId="{337E1F44-2F07-4932-AE92-0E75F6077E10}">
      <dgm:prSet/>
      <dgm:spPr/>
      <dgm:t>
        <a:bodyPr/>
        <a:lstStyle/>
        <a:p>
          <a:endParaRPr lang="en-US"/>
        </a:p>
      </dgm:t>
    </dgm:pt>
    <dgm:pt modelId="{AE19971F-5576-419B-AD9C-18B1373698B5}" type="sibTrans" cxnId="{337E1F44-2F07-4932-AE92-0E75F6077E10}">
      <dgm:prSet/>
      <dgm:spPr/>
      <dgm:t>
        <a:bodyPr/>
        <a:lstStyle/>
        <a:p>
          <a:endParaRPr lang="en-US"/>
        </a:p>
      </dgm:t>
    </dgm:pt>
    <dgm:pt modelId="{3860DEDC-76BA-4099-81EE-716DBD47EF49}">
      <dgm:prSet/>
      <dgm:spPr/>
      <dgm:t>
        <a:bodyPr/>
        <a:lstStyle/>
        <a:p>
          <a:r>
            <a:rPr lang="en-US"/>
            <a:t>Informe: 1-2 páginas con objetivo, comandos, evidencias, hallazgos y mitigaciones.</a:t>
          </a:r>
        </a:p>
      </dgm:t>
    </dgm:pt>
    <dgm:pt modelId="{88AF913B-7F02-4B5D-8B73-DFCC644D4928}" type="parTrans" cxnId="{79255EFD-5357-44CE-81B3-1BA69100D12E}">
      <dgm:prSet/>
      <dgm:spPr/>
      <dgm:t>
        <a:bodyPr/>
        <a:lstStyle/>
        <a:p>
          <a:endParaRPr lang="en-US"/>
        </a:p>
      </dgm:t>
    </dgm:pt>
    <dgm:pt modelId="{E2F5579C-E9B7-47D4-82EA-4017F0EE472C}" type="sibTrans" cxnId="{79255EFD-5357-44CE-81B3-1BA69100D12E}">
      <dgm:prSet/>
      <dgm:spPr/>
      <dgm:t>
        <a:bodyPr/>
        <a:lstStyle/>
        <a:p>
          <a:endParaRPr lang="en-US"/>
        </a:p>
      </dgm:t>
    </dgm:pt>
    <dgm:pt modelId="{337451BD-D789-42AF-A347-76581ABB2014}" type="pres">
      <dgm:prSet presAssocID="{13A4F774-A241-4CB2-8C0B-4001A369FE1A}" presName="linear" presStyleCnt="0">
        <dgm:presLayoutVars>
          <dgm:dir/>
          <dgm:animLvl val="lvl"/>
          <dgm:resizeHandles val="exact"/>
        </dgm:presLayoutVars>
      </dgm:prSet>
      <dgm:spPr/>
    </dgm:pt>
    <dgm:pt modelId="{5BD58AC8-4358-4541-8B6D-299BF6874335}" type="pres">
      <dgm:prSet presAssocID="{08560A94-718F-4E79-AC33-F61C5F10C25D}" presName="parentLin" presStyleCnt="0"/>
      <dgm:spPr/>
    </dgm:pt>
    <dgm:pt modelId="{C692425E-ECD6-4EC9-8E70-93A196EB2546}" type="pres">
      <dgm:prSet presAssocID="{08560A94-718F-4E79-AC33-F61C5F10C25D}" presName="parentLeftMargin" presStyleLbl="node1" presStyleIdx="0" presStyleCnt="2"/>
      <dgm:spPr/>
    </dgm:pt>
    <dgm:pt modelId="{53D3B225-C760-454C-AB01-196543550BCC}" type="pres">
      <dgm:prSet presAssocID="{08560A94-718F-4E79-AC33-F61C5F10C25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1FAA412-3FE1-4E85-B094-8B2FD147BA86}" type="pres">
      <dgm:prSet presAssocID="{08560A94-718F-4E79-AC33-F61C5F10C25D}" presName="negativeSpace" presStyleCnt="0"/>
      <dgm:spPr/>
    </dgm:pt>
    <dgm:pt modelId="{F8BE68FF-8D22-4C21-BD8A-0245C89E59F8}" type="pres">
      <dgm:prSet presAssocID="{08560A94-718F-4E79-AC33-F61C5F10C25D}" presName="childText" presStyleLbl="conFgAcc1" presStyleIdx="0" presStyleCnt="2">
        <dgm:presLayoutVars>
          <dgm:bulletEnabled val="1"/>
        </dgm:presLayoutVars>
      </dgm:prSet>
      <dgm:spPr/>
    </dgm:pt>
    <dgm:pt modelId="{80867E0B-D35E-4B06-9403-B96A451CDA8B}" type="pres">
      <dgm:prSet presAssocID="{BFEC7F28-A25E-4BF4-96E8-45EAC0ACEC95}" presName="spaceBetweenRectangles" presStyleCnt="0"/>
      <dgm:spPr/>
    </dgm:pt>
    <dgm:pt modelId="{7E419F4D-80C2-47F9-9C42-1204369417EF}" type="pres">
      <dgm:prSet presAssocID="{ACCEF161-ED4D-4188-8509-E98C9A3B631C}" presName="parentLin" presStyleCnt="0"/>
      <dgm:spPr/>
    </dgm:pt>
    <dgm:pt modelId="{31583104-8F77-4E2B-ABEE-2E29A7D8532C}" type="pres">
      <dgm:prSet presAssocID="{ACCEF161-ED4D-4188-8509-E98C9A3B631C}" presName="parentLeftMargin" presStyleLbl="node1" presStyleIdx="0" presStyleCnt="2"/>
      <dgm:spPr/>
    </dgm:pt>
    <dgm:pt modelId="{651EC37F-2CDE-4274-810C-7E8EEE49F28B}" type="pres">
      <dgm:prSet presAssocID="{ACCEF161-ED4D-4188-8509-E98C9A3B631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0BB3B05-9957-486C-9D30-5A74534F74E6}" type="pres">
      <dgm:prSet presAssocID="{ACCEF161-ED4D-4188-8509-E98C9A3B631C}" presName="negativeSpace" presStyleCnt="0"/>
      <dgm:spPr/>
    </dgm:pt>
    <dgm:pt modelId="{3AC0B45C-971F-4F38-A330-FA2C449CFF43}" type="pres">
      <dgm:prSet presAssocID="{ACCEF161-ED4D-4188-8509-E98C9A3B631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96B2D12-1954-42A0-81D9-97C4E7CC9A47}" srcId="{6CDD27E1-A2E2-4A0F-A7B9-521B931E1FBC}" destId="{56978E6D-D331-4ABE-B33F-4F82FCF189CE}" srcOrd="2" destOrd="0" parTransId="{99DD1313-ACE4-477E-91BE-5960606B5D0B}" sibTransId="{D990D92B-FF2A-4E18-8A3D-9E34785BD637}"/>
    <dgm:cxn modelId="{688D1C23-02C3-4DB4-AAC3-06E0B2141E50}" type="presOf" srcId="{1D6CB6D2-6357-4777-97E5-0992D1E91DDD}" destId="{3AC0B45C-971F-4F38-A330-FA2C449CFF43}" srcOrd="0" destOrd="1" presId="urn:microsoft.com/office/officeart/2005/8/layout/list1"/>
    <dgm:cxn modelId="{E09DF726-DC3E-4B24-89A4-D9DFF85F5F65}" srcId="{13A4F774-A241-4CB2-8C0B-4001A369FE1A}" destId="{ACCEF161-ED4D-4188-8509-E98C9A3B631C}" srcOrd="1" destOrd="0" parTransId="{4F12D308-49F5-42F8-B895-B8524C1EC08C}" sibTransId="{E5699F0F-C538-4484-A1F2-B3ED1E4B4AA4}"/>
    <dgm:cxn modelId="{76575F32-CDB2-4B2B-91B6-23C22EB73FBB}" type="presOf" srcId="{ACCEF161-ED4D-4188-8509-E98C9A3B631C}" destId="{31583104-8F77-4E2B-ABEE-2E29A7D8532C}" srcOrd="0" destOrd="0" presId="urn:microsoft.com/office/officeart/2005/8/layout/list1"/>
    <dgm:cxn modelId="{337E1F44-2F07-4932-AE92-0E75F6077E10}" srcId="{ACCEF161-ED4D-4188-8509-E98C9A3B631C}" destId="{080A5768-96E7-468B-94E2-6AB527C06A94}" srcOrd="1" destOrd="0" parTransId="{CFC232AE-682F-402B-AF91-E31E94942349}" sibTransId="{AE19971F-5576-419B-AD9C-18B1373698B5}"/>
    <dgm:cxn modelId="{031B6F65-A6F0-45FC-8566-6CD58E0FB4AE}" type="presOf" srcId="{3860DEDC-76BA-4099-81EE-716DBD47EF49}" destId="{3AC0B45C-971F-4F38-A330-FA2C449CFF43}" srcOrd="0" destOrd="5" presId="urn:microsoft.com/office/officeart/2005/8/layout/list1"/>
    <dgm:cxn modelId="{EF05734B-2D9E-4CB6-A1A8-052F568FB917}" type="presOf" srcId="{ACCEF161-ED4D-4188-8509-E98C9A3B631C}" destId="{651EC37F-2CDE-4274-810C-7E8EEE49F28B}" srcOrd="1" destOrd="0" presId="urn:microsoft.com/office/officeart/2005/8/layout/list1"/>
    <dgm:cxn modelId="{E5A2796B-A528-447D-A658-933235E07094}" type="presOf" srcId="{080A5768-96E7-468B-94E2-6AB527C06A94}" destId="{3AC0B45C-971F-4F38-A330-FA2C449CFF43}" srcOrd="0" destOrd="4" presId="urn:microsoft.com/office/officeart/2005/8/layout/list1"/>
    <dgm:cxn modelId="{B495CB8C-C5A4-4A0E-B5BD-637734E3BD60}" srcId="{13A4F774-A241-4CB2-8C0B-4001A369FE1A}" destId="{08560A94-718F-4E79-AC33-F61C5F10C25D}" srcOrd="0" destOrd="0" parTransId="{7D9F35DE-B923-459C-830B-048236CC1079}" sibTransId="{BFEC7F28-A25E-4BF4-96E8-45EAC0ACEC95}"/>
    <dgm:cxn modelId="{ECD4DF8F-906F-4E16-BEFD-09C0A6161849}" type="presOf" srcId="{823C6FB1-C102-4E92-B855-4B570A0FB4D2}" destId="{F8BE68FF-8D22-4C21-BD8A-0245C89E59F8}" srcOrd="0" destOrd="0" presId="urn:microsoft.com/office/officeart/2005/8/layout/list1"/>
    <dgm:cxn modelId="{795B8297-4E4C-4361-AA28-D54871A1F4E7}" type="presOf" srcId="{56978E6D-D331-4ABE-B33F-4F82FCF189CE}" destId="{3AC0B45C-971F-4F38-A330-FA2C449CFF43}" srcOrd="0" destOrd="3" presId="urn:microsoft.com/office/officeart/2005/8/layout/list1"/>
    <dgm:cxn modelId="{D4458897-DF39-428F-8D4E-4A07603A3FD7}" type="presOf" srcId="{08560A94-718F-4E79-AC33-F61C5F10C25D}" destId="{C692425E-ECD6-4EC9-8E70-93A196EB2546}" srcOrd="0" destOrd="0" presId="urn:microsoft.com/office/officeart/2005/8/layout/list1"/>
    <dgm:cxn modelId="{9510FDA6-0009-47D0-AEFF-A62066884B34}" srcId="{ACCEF161-ED4D-4188-8509-E98C9A3B631C}" destId="{6CDD27E1-A2E2-4A0F-A7B9-521B931E1FBC}" srcOrd="0" destOrd="0" parTransId="{706815F9-C183-40CB-9997-0B60EBC4BAD9}" sibTransId="{C644616B-8D74-4956-9CE3-0138D5DAB39F}"/>
    <dgm:cxn modelId="{581EEBC2-6DFF-449F-873D-0DFFDDBF9A69}" type="presOf" srcId="{13A4F774-A241-4CB2-8C0B-4001A369FE1A}" destId="{337451BD-D789-42AF-A347-76581ABB2014}" srcOrd="0" destOrd="0" presId="urn:microsoft.com/office/officeart/2005/8/layout/list1"/>
    <dgm:cxn modelId="{FC07C0C8-84C1-459C-BC42-2430BB979BD6}" srcId="{08560A94-718F-4E79-AC33-F61C5F10C25D}" destId="{823C6FB1-C102-4E92-B855-4B570A0FB4D2}" srcOrd="0" destOrd="0" parTransId="{CA4AC77C-E40A-47DA-810A-2DCDEDA63D74}" sibTransId="{4FC9CC3E-4D66-48A7-8D60-34E0E377C8ED}"/>
    <dgm:cxn modelId="{249526CA-91CD-47BE-B847-49E652276BDF}" type="presOf" srcId="{6CDD27E1-A2E2-4A0F-A7B9-521B931E1FBC}" destId="{3AC0B45C-971F-4F38-A330-FA2C449CFF43}" srcOrd="0" destOrd="0" presId="urn:microsoft.com/office/officeart/2005/8/layout/list1"/>
    <dgm:cxn modelId="{A71B84DB-7079-4EFE-9C0C-3B7A24570A6E}" srcId="{6CDD27E1-A2E2-4A0F-A7B9-521B931E1FBC}" destId="{1D6CB6D2-6357-4777-97E5-0992D1E91DDD}" srcOrd="0" destOrd="0" parTransId="{4ACA6BB1-0B05-449B-9BF7-38A1E48FB07B}" sibTransId="{203A9495-995C-4FB6-AE7D-F8930AFA6C7F}"/>
    <dgm:cxn modelId="{1921A3DE-E0F2-4C7B-A055-286B0B32C107}" type="presOf" srcId="{41ABFE2A-3F5D-489A-B492-988479A21314}" destId="{3AC0B45C-971F-4F38-A330-FA2C449CFF43}" srcOrd="0" destOrd="2" presId="urn:microsoft.com/office/officeart/2005/8/layout/list1"/>
    <dgm:cxn modelId="{414065E3-F5A8-43A9-BF78-E2A8EE052640}" type="presOf" srcId="{08560A94-718F-4E79-AC33-F61C5F10C25D}" destId="{53D3B225-C760-454C-AB01-196543550BCC}" srcOrd="1" destOrd="0" presId="urn:microsoft.com/office/officeart/2005/8/layout/list1"/>
    <dgm:cxn modelId="{108D5BE8-586D-4D4E-9220-2D272BBBA24E}" srcId="{6CDD27E1-A2E2-4A0F-A7B9-521B931E1FBC}" destId="{41ABFE2A-3F5D-489A-B492-988479A21314}" srcOrd="1" destOrd="0" parTransId="{48D16624-A61F-44A8-836C-5024D167F73E}" sibTransId="{FE8E5C1E-51BF-49C7-BE17-37CE18F98B0D}"/>
    <dgm:cxn modelId="{79255EFD-5357-44CE-81B3-1BA69100D12E}" srcId="{080A5768-96E7-468B-94E2-6AB527C06A94}" destId="{3860DEDC-76BA-4099-81EE-716DBD47EF49}" srcOrd="0" destOrd="0" parTransId="{88AF913B-7F02-4B5D-8B73-DFCC644D4928}" sibTransId="{E2F5579C-E9B7-47D4-82EA-4017F0EE472C}"/>
    <dgm:cxn modelId="{24E0439D-06AE-4FB3-B540-1E838314FA15}" type="presParOf" srcId="{337451BD-D789-42AF-A347-76581ABB2014}" destId="{5BD58AC8-4358-4541-8B6D-299BF6874335}" srcOrd="0" destOrd="0" presId="urn:microsoft.com/office/officeart/2005/8/layout/list1"/>
    <dgm:cxn modelId="{153F0D68-CBA8-491B-9E8B-0BC36B76F437}" type="presParOf" srcId="{5BD58AC8-4358-4541-8B6D-299BF6874335}" destId="{C692425E-ECD6-4EC9-8E70-93A196EB2546}" srcOrd="0" destOrd="0" presId="urn:microsoft.com/office/officeart/2005/8/layout/list1"/>
    <dgm:cxn modelId="{D05460A1-7D74-4371-86FC-069E4FEB1637}" type="presParOf" srcId="{5BD58AC8-4358-4541-8B6D-299BF6874335}" destId="{53D3B225-C760-454C-AB01-196543550BCC}" srcOrd="1" destOrd="0" presId="urn:microsoft.com/office/officeart/2005/8/layout/list1"/>
    <dgm:cxn modelId="{D0BF87BA-16F7-4B94-B2EA-B5E6EC1373CF}" type="presParOf" srcId="{337451BD-D789-42AF-A347-76581ABB2014}" destId="{31FAA412-3FE1-4E85-B094-8B2FD147BA86}" srcOrd="1" destOrd="0" presId="urn:microsoft.com/office/officeart/2005/8/layout/list1"/>
    <dgm:cxn modelId="{96BC4AEF-FB4F-4543-83E3-5C6A52E4E59F}" type="presParOf" srcId="{337451BD-D789-42AF-A347-76581ABB2014}" destId="{F8BE68FF-8D22-4C21-BD8A-0245C89E59F8}" srcOrd="2" destOrd="0" presId="urn:microsoft.com/office/officeart/2005/8/layout/list1"/>
    <dgm:cxn modelId="{3E3D01A9-F68A-4E3D-AF3B-EF713D00348C}" type="presParOf" srcId="{337451BD-D789-42AF-A347-76581ABB2014}" destId="{80867E0B-D35E-4B06-9403-B96A451CDA8B}" srcOrd="3" destOrd="0" presId="urn:microsoft.com/office/officeart/2005/8/layout/list1"/>
    <dgm:cxn modelId="{60498A3F-83FF-4DA7-87F4-E881A8369F17}" type="presParOf" srcId="{337451BD-D789-42AF-A347-76581ABB2014}" destId="{7E419F4D-80C2-47F9-9C42-1204369417EF}" srcOrd="4" destOrd="0" presId="urn:microsoft.com/office/officeart/2005/8/layout/list1"/>
    <dgm:cxn modelId="{372E7D07-644C-423C-802A-C43EF1AF97BE}" type="presParOf" srcId="{7E419F4D-80C2-47F9-9C42-1204369417EF}" destId="{31583104-8F77-4E2B-ABEE-2E29A7D8532C}" srcOrd="0" destOrd="0" presId="urn:microsoft.com/office/officeart/2005/8/layout/list1"/>
    <dgm:cxn modelId="{1E3CF186-89D9-4BAC-BF67-E96A79628107}" type="presParOf" srcId="{7E419F4D-80C2-47F9-9C42-1204369417EF}" destId="{651EC37F-2CDE-4274-810C-7E8EEE49F28B}" srcOrd="1" destOrd="0" presId="urn:microsoft.com/office/officeart/2005/8/layout/list1"/>
    <dgm:cxn modelId="{31FDB1AD-5ECF-402D-84C2-F53B590FA5C2}" type="presParOf" srcId="{337451BD-D789-42AF-A347-76581ABB2014}" destId="{40BB3B05-9957-486C-9D30-5A74534F74E6}" srcOrd="5" destOrd="0" presId="urn:microsoft.com/office/officeart/2005/8/layout/list1"/>
    <dgm:cxn modelId="{86E83C60-38D7-45D0-80FC-E8709CA4EF0B}" type="presParOf" srcId="{337451BD-D789-42AF-A347-76581ABB2014}" destId="{3AC0B45C-971F-4F38-A330-FA2C449CFF4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461A467-3A5C-472D-8B38-6A81D847E7B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3D7705B-521D-4E7E-B217-F5C92897D5C2}">
      <dgm:prSet/>
      <dgm:spPr/>
      <dgm:t>
        <a:bodyPr/>
        <a:lstStyle/>
        <a:p>
          <a:r>
            <a:rPr lang="en-US"/>
            <a:t>Objetivo:</a:t>
          </a:r>
        </a:p>
      </dgm:t>
    </dgm:pt>
    <dgm:pt modelId="{9A07FC7C-7C80-42AD-8096-606F9557B011}" type="parTrans" cxnId="{58F1A717-3DF3-4F71-9D74-44B1566DDAD6}">
      <dgm:prSet/>
      <dgm:spPr/>
      <dgm:t>
        <a:bodyPr/>
        <a:lstStyle/>
        <a:p>
          <a:endParaRPr lang="en-US"/>
        </a:p>
      </dgm:t>
    </dgm:pt>
    <dgm:pt modelId="{8AF0B156-4E2E-40B8-9819-481FC6B640FB}" type="sibTrans" cxnId="{58F1A717-3DF3-4F71-9D74-44B1566DDAD6}">
      <dgm:prSet/>
      <dgm:spPr/>
      <dgm:t>
        <a:bodyPr/>
        <a:lstStyle/>
        <a:p>
          <a:endParaRPr lang="en-US"/>
        </a:p>
      </dgm:t>
    </dgm:pt>
    <dgm:pt modelId="{84223780-5E98-4A3A-BA8A-31D25D9BBF62}">
      <dgm:prSet/>
      <dgm:spPr/>
      <dgm:t>
        <a:bodyPr/>
        <a:lstStyle/>
        <a:p>
          <a:r>
            <a:rPr lang="en-US"/>
            <a:t>Entender y practicar: Generador de tráfico MAC para provocar CAM table overflow (simulado).</a:t>
          </a:r>
        </a:p>
      </dgm:t>
    </dgm:pt>
    <dgm:pt modelId="{8BE2A331-B73C-49EC-890A-8514BBFD372D}" type="parTrans" cxnId="{4144B004-DFA5-4C42-8135-ED5CD9232731}">
      <dgm:prSet/>
      <dgm:spPr/>
      <dgm:t>
        <a:bodyPr/>
        <a:lstStyle/>
        <a:p>
          <a:endParaRPr lang="en-US"/>
        </a:p>
      </dgm:t>
    </dgm:pt>
    <dgm:pt modelId="{97AA53E6-76FA-4267-95BF-4F39952BE8D1}" type="sibTrans" cxnId="{4144B004-DFA5-4C42-8135-ED5CD9232731}">
      <dgm:prSet/>
      <dgm:spPr/>
      <dgm:t>
        <a:bodyPr/>
        <a:lstStyle/>
        <a:p>
          <a:endParaRPr lang="en-US"/>
        </a:p>
      </dgm:t>
    </dgm:pt>
    <dgm:pt modelId="{373CBD34-D0E6-4222-9B3B-3FA16EFAF39D}">
      <dgm:prSet/>
      <dgm:spPr/>
      <dgm:t>
        <a:bodyPr/>
        <a:lstStyle/>
        <a:p>
          <a:r>
            <a:rPr lang="en-US"/>
            <a:t>Preparación:</a:t>
          </a:r>
        </a:p>
      </dgm:t>
    </dgm:pt>
    <dgm:pt modelId="{6A919BA7-DCAF-429D-8535-837066A415A2}" type="parTrans" cxnId="{3244A6F3-2563-4F6E-BD65-FEC9EBBB084E}">
      <dgm:prSet/>
      <dgm:spPr/>
      <dgm:t>
        <a:bodyPr/>
        <a:lstStyle/>
        <a:p>
          <a:endParaRPr lang="en-US"/>
        </a:p>
      </dgm:t>
    </dgm:pt>
    <dgm:pt modelId="{3E87C793-18A4-4165-AF30-9BFE1F80C9F6}" type="sibTrans" cxnId="{3244A6F3-2563-4F6E-BD65-FEC9EBBB084E}">
      <dgm:prSet/>
      <dgm:spPr/>
      <dgm:t>
        <a:bodyPr/>
        <a:lstStyle/>
        <a:p>
          <a:endParaRPr lang="en-US"/>
        </a:p>
      </dgm:t>
    </dgm:pt>
    <dgm:pt modelId="{2544112E-CD34-4736-8D0B-8396FEF42017}">
      <dgm:prSet/>
      <dgm:spPr/>
      <dgm:t>
        <a:bodyPr/>
        <a:lstStyle/>
        <a:p>
          <a:r>
            <a:rPr lang="en-US"/>
            <a:t>Pasos (resumidos):</a:t>
          </a:r>
        </a:p>
      </dgm:t>
    </dgm:pt>
    <dgm:pt modelId="{C0D7FB60-919F-45D2-907B-86194D4C257B}" type="parTrans" cxnId="{A2ED0DA3-3F46-4048-B3B8-C577B5B05F5A}">
      <dgm:prSet/>
      <dgm:spPr/>
      <dgm:t>
        <a:bodyPr/>
        <a:lstStyle/>
        <a:p>
          <a:endParaRPr lang="en-US"/>
        </a:p>
      </dgm:t>
    </dgm:pt>
    <dgm:pt modelId="{CF7C1D71-2479-4809-9BAF-807848946FB5}" type="sibTrans" cxnId="{A2ED0DA3-3F46-4048-B3B8-C577B5B05F5A}">
      <dgm:prSet/>
      <dgm:spPr/>
      <dgm:t>
        <a:bodyPr/>
        <a:lstStyle/>
        <a:p>
          <a:endParaRPr lang="en-US"/>
        </a:p>
      </dgm:t>
    </dgm:pt>
    <dgm:pt modelId="{28C40C87-97E8-446D-878F-D0E7D280FE0C}">
      <dgm:prSet/>
      <dgm:spPr/>
      <dgm:t>
        <a:bodyPr/>
        <a:lstStyle/>
        <a:p>
          <a:r>
            <a:rPr lang="en-US"/>
            <a:t>1) Preparar el entorno según la preparación indicada.</a:t>
          </a:r>
        </a:p>
      </dgm:t>
    </dgm:pt>
    <dgm:pt modelId="{5C487DAC-5A71-4B5B-98EC-96C3B3675E61}" type="parTrans" cxnId="{2CFC432F-AE99-46DE-8A4A-01A807B4A0EE}">
      <dgm:prSet/>
      <dgm:spPr/>
      <dgm:t>
        <a:bodyPr/>
        <a:lstStyle/>
        <a:p>
          <a:endParaRPr lang="en-US"/>
        </a:p>
      </dgm:t>
    </dgm:pt>
    <dgm:pt modelId="{9FADDA47-1914-40B7-96D0-05451A6C9D28}" type="sibTrans" cxnId="{2CFC432F-AE99-46DE-8A4A-01A807B4A0EE}">
      <dgm:prSet/>
      <dgm:spPr/>
      <dgm:t>
        <a:bodyPr/>
        <a:lstStyle/>
        <a:p>
          <a:endParaRPr lang="en-US"/>
        </a:p>
      </dgm:t>
    </dgm:pt>
    <dgm:pt modelId="{DD337E5B-F62F-46B9-AE1C-56476BDF03A2}">
      <dgm:prSet/>
      <dgm:spPr/>
      <dgm:t>
        <a:bodyPr/>
        <a:lstStyle/>
        <a:p>
          <a:r>
            <a:rPr lang="en-US"/>
            <a:t>2) Ejecutar la herramienta en modo no destructivo y documentar salida.</a:t>
          </a:r>
        </a:p>
      </dgm:t>
    </dgm:pt>
    <dgm:pt modelId="{60776BA2-9D67-4C1A-B17D-3DF7681AE83A}" type="parTrans" cxnId="{E607157B-B6CB-4CD9-B75C-A3FC39C0A875}">
      <dgm:prSet/>
      <dgm:spPr/>
      <dgm:t>
        <a:bodyPr/>
        <a:lstStyle/>
        <a:p>
          <a:endParaRPr lang="en-US"/>
        </a:p>
      </dgm:t>
    </dgm:pt>
    <dgm:pt modelId="{35162899-DACD-4D14-B430-F9283CFA9532}" type="sibTrans" cxnId="{E607157B-B6CB-4CD9-B75C-A3FC39C0A875}">
      <dgm:prSet/>
      <dgm:spPr/>
      <dgm:t>
        <a:bodyPr/>
        <a:lstStyle/>
        <a:p>
          <a:endParaRPr lang="en-US"/>
        </a:p>
      </dgm:t>
    </dgm:pt>
    <dgm:pt modelId="{13B839B0-3A12-4043-9051-2BE1ABC0BF26}">
      <dgm:prSet/>
      <dgm:spPr/>
      <dgm:t>
        <a:bodyPr/>
        <a:lstStyle/>
        <a:p>
          <a:r>
            <a:rPr lang="en-US"/>
            <a:t>3) Analizar resultados y proponer mitigaciones.</a:t>
          </a:r>
        </a:p>
      </dgm:t>
    </dgm:pt>
    <dgm:pt modelId="{E161DB1B-4313-4FAB-87CB-6CDDC1E24E4A}" type="parTrans" cxnId="{E7244E5E-A138-46AA-B982-6F0F4BEA12E7}">
      <dgm:prSet/>
      <dgm:spPr/>
      <dgm:t>
        <a:bodyPr/>
        <a:lstStyle/>
        <a:p>
          <a:endParaRPr lang="en-US"/>
        </a:p>
      </dgm:t>
    </dgm:pt>
    <dgm:pt modelId="{25A348AE-049E-48C0-9C21-BBBC8A2EA532}" type="sibTrans" cxnId="{E7244E5E-A138-46AA-B982-6F0F4BEA12E7}">
      <dgm:prSet/>
      <dgm:spPr/>
      <dgm:t>
        <a:bodyPr/>
        <a:lstStyle/>
        <a:p>
          <a:endParaRPr lang="en-US"/>
        </a:p>
      </dgm:t>
    </dgm:pt>
    <dgm:pt modelId="{EA81FBC3-FED6-4058-A6A3-E7B8AC5DD39E}">
      <dgm:prSet/>
      <dgm:spPr/>
      <dgm:t>
        <a:bodyPr/>
        <a:lstStyle/>
        <a:p>
          <a:r>
            <a:rPr lang="en-US"/>
            <a:t>Evaluación:</a:t>
          </a:r>
        </a:p>
      </dgm:t>
    </dgm:pt>
    <dgm:pt modelId="{068757A4-B7FE-445E-BFEA-81180B48E94D}" type="parTrans" cxnId="{68C25C18-B324-4318-868D-215C4FE74A06}">
      <dgm:prSet/>
      <dgm:spPr/>
      <dgm:t>
        <a:bodyPr/>
        <a:lstStyle/>
        <a:p>
          <a:endParaRPr lang="en-US"/>
        </a:p>
      </dgm:t>
    </dgm:pt>
    <dgm:pt modelId="{D5C5720C-D729-47CA-865C-811C0337554D}" type="sibTrans" cxnId="{68C25C18-B324-4318-868D-215C4FE74A06}">
      <dgm:prSet/>
      <dgm:spPr/>
      <dgm:t>
        <a:bodyPr/>
        <a:lstStyle/>
        <a:p>
          <a:endParaRPr lang="en-US"/>
        </a:p>
      </dgm:t>
    </dgm:pt>
    <dgm:pt modelId="{460E0C19-8A47-465E-A56A-B634501458F2}">
      <dgm:prSet/>
      <dgm:spPr/>
      <dgm:t>
        <a:bodyPr/>
        <a:lstStyle/>
        <a:p>
          <a:r>
            <a:rPr lang="en-US"/>
            <a:t>Informe: 1-2 páginas con objetivo, comandos, evidencias, hallazgos y mitigaciones.</a:t>
          </a:r>
        </a:p>
      </dgm:t>
    </dgm:pt>
    <dgm:pt modelId="{095FA0BA-896B-40BB-BD8F-347214B8BD95}" type="parTrans" cxnId="{2059F0ED-E667-4038-A661-38E5DEA505FB}">
      <dgm:prSet/>
      <dgm:spPr/>
      <dgm:t>
        <a:bodyPr/>
        <a:lstStyle/>
        <a:p>
          <a:endParaRPr lang="en-US"/>
        </a:p>
      </dgm:t>
    </dgm:pt>
    <dgm:pt modelId="{F93CBFA3-E93D-4602-83D8-2422B846A80A}" type="sibTrans" cxnId="{2059F0ED-E667-4038-A661-38E5DEA505FB}">
      <dgm:prSet/>
      <dgm:spPr/>
      <dgm:t>
        <a:bodyPr/>
        <a:lstStyle/>
        <a:p>
          <a:endParaRPr lang="en-US"/>
        </a:p>
      </dgm:t>
    </dgm:pt>
    <dgm:pt modelId="{70E08330-C814-4F5D-BFC3-D8E570D2ED08}" type="pres">
      <dgm:prSet presAssocID="{F461A467-3A5C-472D-8B38-6A81D847E7BF}" presName="linear" presStyleCnt="0">
        <dgm:presLayoutVars>
          <dgm:animLvl val="lvl"/>
          <dgm:resizeHandles val="exact"/>
        </dgm:presLayoutVars>
      </dgm:prSet>
      <dgm:spPr/>
    </dgm:pt>
    <dgm:pt modelId="{5C6C8392-0BDE-4B50-9FC0-5EF3668ACC86}" type="pres">
      <dgm:prSet presAssocID="{43D7705B-521D-4E7E-B217-F5C92897D5C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2375374-4D9E-4B47-960D-50465091AA6D}" type="pres">
      <dgm:prSet presAssocID="{43D7705B-521D-4E7E-B217-F5C92897D5C2}" presName="childText" presStyleLbl="revTx" presStyleIdx="0" presStyleCnt="2">
        <dgm:presLayoutVars>
          <dgm:bulletEnabled val="1"/>
        </dgm:presLayoutVars>
      </dgm:prSet>
      <dgm:spPr/>
    </dgm:pt>
    <dgm:pt modelId="{614E5F55-1AEC-422F-A2BF-59EB5328CA1E}" type="pres">
      <dgm:prSet presAssocID="{373CBD34-D0E6-4222-9B3B-3FA16EFAF39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09ABAC5-7C05-4FFF-BD04-C32AA2B21867}" type="pres">
      <dgm:prSet presAssocID="{373CBD34-D0E6-4222-9B3B-3FA16EFAF39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144B004-DFA5-4C42-8135-ED5CD9232731}" srcId="{43D7705B-521D-4E7E-B217-F5C92897D5C2}" destId="{84223780-5E98-4A3A-BA8A-31D25D9BBF62}" srcOrd="0" destOrd="0" parTransId="{8BE2A331-B73C-49EC-890A-8514BBFD372D}" sibTransId="{97AA53E6-76FA-4267-95BF-4F39952BE8D1}"/>
    <dgm:cxn modelId="{58F1A717-3DF3-4F71-9D74-44B1566DDAD6}" srcId="{F461A467-3A5C-472D-8B38-6A81D847E7BF}" destId="{43D7705B-521D-4E7E-B217-F5C92897D5C2}" srcOrd="0" destOrd="0" parTransId="{9A07FC7C-7C80-42AD-8096-606F9557B011}" sibTransId="{8AF0B156-4E2E-40B8-9819-481FC6B640FB}"/>
    <dgm:cxn modelId="{68C25C18-B324-4318-868D-215C4FE74A06}" srcId="{373CBD34-D0E6-4222-9B3B-3FA16EFAF39D}" destId="{EA81FBC3-FED6-4058-A6A3-E7B8AC5DD39E}" srcOrd="1" destOrd="0" parTransId="{068757A4-B7FE-445E-BFEA-81180B48E94D}" sibTransId="{D5C5720C-D729-47CA-865C-811C0337554D}"/>
    <dgm:cxn modelId="{3BF8EB23-6AC2-41D2-BA21-0AF5074170DC}" type="presOf" srcId="{DD337E5B-F62F-46B9-AE1C-56476BDF03A2}" destId="{E09ABAC5-7C05-4FFF-BD04-C32AA2B21867}" srcOrd="0" destOrd="2" presId="urn:microsoft.com/office/officeart/2005/8/layout/vList2"/>
    <dgm:cxn modelId="{2CFC432F-AE99-46DE-8A4A-01A807B4A0EE}" srcId="{2544112E-CD34-4736-8D0B-8396FEF42017}" destId="{28C40C87-97E8-446D-878F-D0E7D280FE0C}" srcOrd="0" destOrd="0" parTransId="{5C487DAC-5A71-4B5B-98EC-96C3B3675E61}" sibTransId="{9FADDA47-1914-40B7-96D0-05451A6C9D28}"/>
    <dgm:cxn modelId="{E7244E5E-A138-46AA-B982-6F0F4BEA12E7}" srcId="{2544112E-CD34-4736-8D0B-8396FEF42017}" destId="{13B839B0-3A12-4043-9051-2BE1ABC0BF26}" srcOrd="2" destOrd="0" parTransId="{E161DB1B-4313-4FAB-87CB-6CDDC1E24E4A}" sibTransId="{25A348AE-049E-48C0-9C21-BBBC8A2EA532}"/>
    <dgm:cxn modelId="{71675B44-C8CC-4F8E-83C0-5E836025825E}" type="presOf" srcId="{13B839B0-3A12-4043-9051-2BE1ABC0BF26}" destId="{E09ABAC5-7C05-4FFF-BD04-C32AA2B21867}" srcOrd="0" destOrd="3" presId="urn:microsoft.com/office/officeart/2005/8/layout/vList2"/>
    <dgm:cxn modelId="{1E8C686F-2C39-4A1A-8008-E8B0424FA734}" type="presOf" srcId="{460E0C19-8A47-465E-A56A-B634501458F2}" destId="{E09ABAC5-7C05-4FFF-BD04-C32AA2B21867}" srcOrd="0" destOrd="5" presId="urn:microsoft.com/office/officeart/2005/8/layout/vList2"/>
    <dgm:cxn modelId="{11F2345A-6DFF-4570-B1F7-2B7E699193A0}" type="presOf" srcId="{EA81FBC3-FED6-4058-A6A3-E7B8AC5DD39E}" destId="{E09ABAC5-7C05-4FFF-BD04-C32AA2B21867}" srcOrd="0" destOrd="4" presId="urn:microsoft.com/office/officeart/2005/8/layout/vList2"/>
    <dgm:cxn modelId="{E607157B-B6CB-4CD9-B75C-A3FC39C0A875}" srcId="{2544112E-CD34-4736-8D0B-8396FEF42017}" destId="{DD337E5B-F62F-46B9-AE1C-56476BDF03A2}" srcOrd="1" destOrd="0" parTransId="{60776BA2-9D67-4C1A-B17D-3DF7681AE83A}" sibTransId="{35162899-DACD-4D14-B430-F9283CFA9532}"/>
    <dgm:cxn modelId="{A2ED0DA3-3F46-4048-B3B8-C577B5B05F5A}" srcId="{373CBD34-D0E6-4222-9B3B-3FA16EFAF39D}" destId="{2544112E-CD34-4736-8D0B-8396FEF42017}" srcOrd="0" destOrd="0" parTransId="{C0D7FB60-919F-45D2-907B-86194D4C257B}" sibTransId="{CF7C1D71-2479-4809-9BAF-807848946FB5}"/>
    <dgm:cxn modelId="{B1A09DA3-6D95-4A68-96A8-D8A238FB5474}" type="presOf" srcId="{2544112E-CD34-4736-8D0B-8396FEF42017}" destId="{E09ABAC5-7C05-4FFF-BD04-C32AA2B21867}" srcOrd="0" destOrd="0" presId="urn:microsoft.com/office/officeart/2005/8/layout/vList2"/>
    <dgm:cxn modelId="{951CC4A3-315E-4949-BB78-64B10916B0EF}" type="presOf" srcId="{28C40C87-97E8-446D-878F-D0E7D280FE0C}" destId="{E09ABAC5-7C05-4FFF-BD04-C32AA2B21867}" srcOrd="0" destOrd="1" presId="urn:microsoft.com/office/officeart/2005/8/layout/vList2"/>
    <dgm:cxn modelId="{FC1318AD-DCF4-4714-B824-5CFCF98BE0D1}" type="presOf" srcId="{43D7705B-521D-4E7E-B217-F5C92897D5C2}" destId="{5C6C8392-0BDE-4B50-9FC0-5EF3668ACC86}" srcOrd="0" destOrd="0" presId="urn:microsoft.com/office/officeart/2005/8/layout/vList2"/>
    <dgm:cxn modelId="{6CE857B0-D075-467F-B054-288944A66DAD}" type="presOf" srcId="{84223780-5E98-4A3A-BA8A-31D25D9BBF62}" destId="{02375374-4D9E-4B47-960D-50465091AA6D}" srcOrd="0" destOrd="0" presId="urn:microsoft.com/office/officeart/2005/8/layout/vList2"/>
    <dgm:cxn modelId="{ABCA65B9-CD3B-44EB-8E43-56AAFD93A049}" type="presOf" srcId="{373CBD34-D0E6-4222-9B3B-3FA16EFAF39D}" destId="{614E5F55-1AEC-422F-A2BF-59EB5328CA1E}" srcOrd="0" destOrd="0" presId="urn:microsoft.com/office/officeart/2005/8/layout/vList2"/>
    <dgm:cxn modelId="{499CCAD3-7831-43D4-A01B-764564F7DD4D}" type="presOf" srcId="{F461A467-3A5C-472D-8B38-6A81D847E7BF}" destId="{70E08330-C814-4F5D-BFC3-D8E570D2ED08}" srcOrd="0" destOrd="0" presId="urn:microsoft.com/office/officeart/2005/8/layout/vList2"/>
    <dgm:cxn modelId="{2059F0ED-E667-4038-A661-38E5DEA505FB}" srcId="{EA81FBC3-FED6-4058-A6A3-E7B8AC5DD39E}" destId="{460E0C19-8A47-465E-A56A-B634501458F2}" srcOrd="0" destOrd="0" parTransId="{095FA0BA-896B-40BB-BD8F-347214B8BD95}" sibTransId="{F93CBFA3-E93D-4602-83D8-2422B846A80A}"/>
    <dgm:cxn modelId="{3244A6F3-2563-4F6E-BD65-FEC9EBBB084E}" srcId="{F461A467-3A5C-472D-8B38-6A81D847E7BF}" destId="{373CBD34-D0E6-4222-9B3B-3FA16EFAF39D}" srcOrd="1" destOrd="0" parTransId="{6A919BA7-DCAF-429D-8535-837066A415A2}" sibTransId="{3E87C793-18A4-4165-AF30-9BFE1F80C9F6}"/>
    <dgm:cxn modelId="{0D072109-F9D4-4C01-A444-15C04881218A}" type="presParOf" srcId="{70E08330-C814-4F5D-BFC3-D8E570D2ED08}" destId="{5C6C8392-0BDE-4B50-9FC0-5EF3668ACC86}" srcOrd="0" destOrd="0" presId="urn:microsoft.com/office/officeart/2005/8/layout/vList2"/>
    <dgm:cxn modelId="{094EFC08-BC97-4E83-ACFE-6410DE4E6F35}" type="presParOf" srcId="{70E08330-C814-4F5D-BFC3-D8E570D2ED08}" destId="{02375374-4D9E-4B47-960D-50465091AA6D}" srcOrd="1" destOrd="0" presId="urn:microsoft.com/office/officeart/2005/8/layout/vList2"/>
    <dgm:cxn modelId="{D463571D-6C77-411F-9CD4-998B49A6305D}" type="presParOf" srcId="{70E08330-C814-4F5D-BFC3-D8E570D2ED08}" destId="{614E5F55-1AEC-422F-A2BF-59EB5328CA1E}" srcOrd="2" destOrd="0" presId="urn:microsoft.com/office/officeart/2005/8/layout/vList2"/>
    <dgm:cxn modelId="{2FBF135C-9F08-42EB-B5E2-AACCC9125E28}" type="presParOf" srcId="{70E08330-C814-4F5D-BFC3-D8E570D2ED08}" destId="{E09ABAC5-7C05-4FFF-BD04-C32AA2B2186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F5BD3AF-B414-4F03-A4FB-9AF3C8ECB2D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8E6618A-AA87-464A-BB1D-D2AF90D9C8AC}">
      <dgm:prSet/>
      <dgm:spPr/>
      <dgm:t>
        <a:bodyPr/>
        <a:lstStyle/>
        <a:p>
          <a:r>
            <a:rPr lang="en-US"/>
            <a:t>Objetivo:</a:t>
          </a:r>
        </a:p>
      </dgm:t>
    </dgm:pt>
    <dgm:pt modelId="{6BBF8096-C38A-431D-9F45-FBA3EA6F8C15}" type="parTrans" cxnId="{5D8E2990-F2C5-4FEB-ADA1-DCF7B84364A8}">
      <dgm:prSet/>
      <dgm:spPr/>
      <dgm:t>
        <a:bodyPr/>
        <a:lstStyle/>
        <a:p>
          <a:endParaRPr lang="en-US"/>
        </a:p>
      </dgm:t>
    </dgm:pt>
    <dgm:pt modelId="{AA85BCA6-141E-48EC-A133-D44FC31F9411}" type="sibTrans" cxnId="{5D8E2990-F2C5-4FEB-ADA1-DCF7B84364A8}">
      <dgm:prSet/>
      <dgm:spPr/>
      <dgm:t>
        <a:bodyPr/>
        <a:lstStyle/>
        <a:p>
          <a:endParaRPr lang="en-US"/>
        </a:p>
      </dgm:t>
    </dgm:pt>
    <dgm:pt modelId="{8FC304FC-ECCF-404B-983E-1D758E4CB54E}">
      <dgm:prSet/>
      <dgm:spPr/>
      <dgm:t>
        <a:bodyPr/>
        <a:lstStyle/>
        <a:p>
          <a:r>
            <a:rPr lang="en-US"/>
            <a:t>Entender y practicar: Captura correos en texto claro (SMTP/POP/IMAP sin TLS).</a:t>
          </a:r>
        </a:p>
      </dgm:t>
    </dgm:pt>
    <dgm:pt modelId="{491BB835-73A1-41B9-8EA0-E4C0CC028897}" type="parTrans" cxnId="{290CE83C-A542-4A40-AE6D-499344707638}">
      <dgm:prSet/>
      <dgm:spPr/>
      <dgm:t>
        <a:bodyPr/>
        <a:lstStyle/>
        <a:p>
          <a:endParaRPr lang="en-US"/>
        </a:p>
      </dgm:t>
    </dgm:pt>
    <dgm:pt modelId="{14A9F5DA-6977-4925-AB03-F81E07D87C50}" type="sibTrans" cxnId="{290CE83C-A542-4A40-AE6D-499344707638}">
      <dgm:prSet/>
      <dgm:spPr/>
      <dgm:t>
        <a:bodyPr/>
        <a:lstStyle/>
        <a:p>
          <a:endParaRPr lang="en-US"/>
        </a:p>
      </dgm:t>
    </dgm:pt>
    <dgm:pt modelId="{6E040E00-028E-4E1E-8B8F-6B3FBBE8292F}">
      <dgm:prSet/>
      <dgm:spPr/>
      <dgm:t>
        <a:bodyPr/>
        <a:lstStyle/>
        <a:p>
          <a:r>
            <a:rPr lang="en-US"/>
            <a:t>Preparación:</a:t>
          </a:r>
        </a:p>
      </dgm:t>
    </dgm:pt>
    <dgm:pt modelId="{ED6E8D8E-36AA-4FF0-B7F4-52657FCFA7E2}" type="parTrans" cxnId="{5CA18088-4CE6-4F2C-8718-3782DB45E511}">
      <dgm:prSet/>
      <dgm:spPr/>
      <dgm:t>
        <a:bodyPr/>
        <a:lstStyle/>
        <a:p>
          <a:endParaRPr lang="en-US"/>
        </a:p>
      </dgm:t>
    </dgm:pt>
    <dgm:pt modelId="{FD479D6C-E4FC-46A0-8D26-2E1336540FBF}" type="sibTrans" cxnId="{5CA18088-4CE6-4F2C-8718-3782DB45E511}">
      <dgm:prSet/>
      <dgm:spPr/>
      <dgm:t>
        <a:bodyPr/>
        <a:lstStyle/>
        <a:p>
          <a:endParaRPr lang="en-US"/>
        </a:p>
      </dgm:t>
    </dgm:pt>
    <dgm:pt modelId="{3509254D-62BA-47C8-9C77-421125216F0D}">
      <dgm:prSet/>
      <dgm:spPr/>
      <dgm:t>
        <a:bodyPr/>
        <a:lstStyle/>
        <a:p>
          <a:r>
            <a:rPr lang="en-US"/>
            <a:t>Pasos (resumidos):</a:t>
          </a:r>
        </a:p>
      </dgm:t>
    </dgm:pt>
    <dgm:pt modelId="{0DCE0887-0959-4B78-A9DA-8D3C6163DE4C}" type="parTrans" cxnId="{CE895854-28C2-4A8E-A4ED-7F1FEB69FF3D}">
      <dgm:prSet/>
      <dgm:spPr/>
      <dgm:t>
        <a:bodyPr/>
        <a:lstStyle/>
        <a:p>
          <a:endParaRPr lang="en-US"/>
        </a:p>
      </dgm:t>
    </dgm:pt>
    <dgm:pt modelId="{C1FD5921-C270-4754-B0F3-A0086786FA14}" type="sibTrans" cxnId="{CE895854-28C2-4A8E-A4ED-7F1FEB69FF3D}">
      <dgm:prSet/>
      <dgm:spPr/>
      <dgm:t>
        <a:bodyPr/>
        <a:lstStyle/>
        <a:p>
          <a:endParaRPr lang="en-US"/>
        </a:p>
      </dgm:t>
    </dgm:pt>
    <dgm:pt modelId="{B706A72A-36CF-44F1-BBD6-1A21A1F94534}">
      <dgm:prSet/>
      <dgm:spPr/>
      <dgm:t>
        <a:bodyPr/>
        <a:lstStyle/>
        <a:p>
          <a:r>
            <a:rPr lang="en-US"/>
            <a:t>1) Preparar el entorno según la preparación indicada.</a:t>
          </a:r>
        </a:p>
      </dgm:t>
    </dgm:pt>
    <dgm:pt modelId="{2843AAC0-DFFC-4336-BFA8-496A9AA03EAC}" type="parTrans" cxnId="{C3D8B195-99E9-4559-B821-390D8AA7CDC2}">
      <dgm:prSet/>
      <dgm:spPr/>
      <dgm:t>
        <a:bodyPr/>
        <a:lstStyle/>
        <a:p>
          <a:endParaRPr lang="en-US"/>
        </a:p>
      </dgm:t>
    </dgm:pt>
    <dgm:pt modelId="{30D0C20B-60A1-4C73-8688-F667DADF1CD9}" type="sibTrans" cxnId="{C3D8B195-99E9-4559-B821-390D8AA7CDC2}">
      <dgm:prSet/>
      <dgm:spPr/>
      <dgm:t>
        <a:bodyPr/>
        <a:lstStyle/>
        <a:p>
          <a:endParaRPr lang="en-US"/>
        </a:p>
      </dgm:t>
    </dgm:pt>
    <dgm:pt modelId="{869BE06E-1564-4D6C-8165-29A5475CD951}">
      <dgm:prSet/>
      <dgm:spPr/>
      <dgm:t>
        <a:bodyPr/>
        <a:lstStyle/>
        <a:p>
          <a:r>
            <a:rPr lang="en-US"/>
            <a:t>2) Ejecutar la herramienta en modo no destructivo y documentar salida.</a:t>
          </a:r>
        </a:p>
      </dgm:t>
    </dgm:pt>
    <dgm:pt modelId="{09128040-587A-4E12-ABE3-75BB3AA7FD2C}" type="parTrans" cxnId="{95C5B0B0-B125-4C59-BE79-5293E9521AEF}">
      <dgm:prSet/>
      <dgm:spPr/>
      <dgm:t>
        <a:bodyPr/>
        <a:lstStyle/>
        <a:p>
          <a:endParaRPr lang="en-US"/>
        </a:p>
      </dgm:t>
    </dgm:pt>
    <dgm:pt modelId="{F894E5BA-0A23-4D15-A485-26C3EECA1F9E}" type="sibTrans" cxnId="{95C5B0B0-B125-4C59-BE79-5293E9521AEF}">
      <dgm:prSet/>
      <dgm:spPr/>
      <dgm:t>
        <a:bodyPr/>
        <a:lstStyle/>
        <a:p>
          <a:endParaRPr lang="en-US"/>
        </a:p>
      </dgm:t>
    </dgm:pt>
    <dgm:pt modelId="{4160BF34-8569-472C-AD5A-83F142EBEA7C}">
      <dgm:prSet/>
      <dgm:spPr/>
      <dgm:t>
        <a:bodyPr/>
        <a:lstStyle/>
        <a:p>
          <a:r>
            <a:rPr lang="en-US"/>
            <a:t>3) Analizar resultados y proponer mitigaciones.</a:t>
          </a:r>
        </a:p>
      </dgm:t>
    </dgm:pt>
    <dgm:pt modelId="{8D47771C-814F-4A55-9E46-E61CABB8A948}" type="parTrans" cxnId="{9F8606A1-C850-4B2F-B88F-897DD40A3B6C}">
      <dgm:prSet/>
      <dgm:spPr/>
      <dgm:t>
        <a:bodyPr/>
        <a:lstStyle/>
        <a:p>
          <a:endParaRPr lang="en-US"/>
        </a:p>
      </dgm:t>
    </dgm:pt>
    <dgm:pt modelId="{AF486392-9769-4C69-B2E6-21CBC672ADF6}" type="sibTrans" cxnId="{9F8606A1-C850-4B2F-B88F-897DD40A3B6C}">
      <dgm:prSet/>
      <dgm:spPr/>
      <dgm:t>
        <a:bodyPr/>
        <a:lstStyle/>
        <a:p>
          <a:endParaRPr lang="en-US"/>
        </a:p>
      </dgm:t>
    </dgm:pt>
    <dgm:pt modelId="{4C718D10-6D39-4A6E-9102-5A3F8819F2C6}">
      <dgm:prSet/>
      <dgm:spPr/>
      <dgm:t>
        <a:bodyPr/>
        <a:lstStyle/>
        <a:p>
          <a:r>
            <a:rPr lang="en-US"/>
            <a:t>Evaluación:</a:t>
          </a:r>
        </a:p>
      </dgm:t>
    </dgm:pt>
    <dgm:pt modelId="{AA3C480B-1065-4225-8BFE-99E3F087C953}" type="parTrans" cxnId="{A2DCAB06-1FBB-4F65-9984-D882CBA09C3F}">
      <dgm:prSet/>
      <dgm:spPr/>
      <dgm:t>
        <a:bodyPr/>
        <a:lstStyle/>
        <a:p>
          <a:endParaRPr lang="en-US"/>
        </a:p>
      </dgm:t>
    </dgm:pt>
    <dgm:pt modelId="{C6FD40B8-159E-4EB6-A047-DFF927F9C583}" type="sibTrans" cxnId="{A2DCAB06-1FBB-4F65-9984-D882CBA09C3F}">
      <dgm:prSet/>
      <dgm:spPr/>
      <dgm:t>
        <a:bodyPr/>
        <a:lstStyle/>
        <a:p>
          <a:endParaRPr lang="en-US"/>
        </a:p>
      </dgm:t>
    </dgm:pt>
    <dgm:pt modelId="{7FAADA30-F3F8-4C63-9C9C-84A3E99289AF}">
      <dgm:prSet/>
      <dgm:spPr/>
      <dgm:t>
        <a:bodyPr/>
        <a:lstStyle/>
        <a:p>
          <a:r>
            <a:rPr lang="en-US"/>
            <a:t>Informe: 1-2 páginas con objetivo, comandos, evidencias, hallazgos y mitigaciones.</a:t>
          </a:r>
        </a:p>
      </dgm:t>
    </dgm:pt>
    <dgm:pt modelId="{0240FC71-087D-47CF-B4FD-0E7FC7935A1F}" type="parTrans" cxnId="{10B0F7A2-C79D-4512-950A-1EEF828F9CE6}">
      <dgm:prSet/>
      <dgm:spPr/>
      <dgm:t>
        <a:bodyPr/>
        <a:lstStyle/>
        <a:p>
          <a:endParaRPr lang="en-US"/>
        </a:p>
      </dgm:t>
    </dgm:pt>
    <dgm:pt modelId="{B332D0FC-749A-47EA-A12B-0D9F73681BE8}" type="sibTrans" cxnId="{10B0F7A2-C79D-4512-950A-1EEF828F9CE6}">
      <dgm:prSet/>
      <dgm:spPr/>
      <dgm:t>
        <a:bodyPr/>
        <a:lstStyle/>
        <a:p>
          <a:endParaRPr lang="en-US"/>
        </a:p>
      </dgm:t>
    </dgm:pt>
    <dgm:pt modelId="{8931F2F9-F5F6-4989-BF1C-D90BA85FC9B2}" type="pres">
      <dgm:prSet presAssocID="{5F5BD3AF-B414-4F03-A4FB-9AF3C8ECB2D0}" presName="linear" presStyleCnt="0">
        <dgm:presLayoutVars>
          <dgm:animLvl val="lvl"/>
          <dgm:resizeHandles val="exact"/>
        </dgm:presLayoutVars>
      </dgm:prSet>
      <dgm:spPr/>
    </dgm:pt>
    <dgm:pt modelId="{0644A46E-BBD7-4E5A-9C0C-BF2C327371C3}" type="pres">
      <dgm:prSet presAssocID="{88E6618A-AA87-464A-BB1D-D2AF90D9C8A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0813DCE-A36D-43C1-AB3D-2CE5D8953795}" type="pres">
      <dgm:prSet presAssocID="{88E6618A-AA87-464A-BB1D-D2AF90D9C8AC}" presName="childText" presStyleLbl="revTx" presStyleIdx="0" presStyleCnt="2">
        <dgm:presLayoutVars>
          <dgm:bulletEnabled val="1"/>
        </dgm:presLayoutVars>
      </dgm:prSet>
      <dgm:spPr/>
    </dgm:pt>
    <dgm:pt modelId="{09F8DFEB-8E4D-4DCB-8AA1-2186CF7A603A}" type="pres">
      <dgm:prSet presAssocID="{6E040E00-028E-4E1E-8B8F-6B3FBBE8292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CF1AFEA-3D37-4F61-BD2D-F860C476C194}" type="pres">
      <dgm:prSet presAssocID="{6E040E00-028E-4E1E-8B8F-6B3FBBE8292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AD0E804-B3EF-45B0-8CE9-D6D1B3C4F8E1}" type="presOf" srcId="{8FC304FC-ECCF-404B-983E-1D758E4CB54E}" destId="{60813DCE-A36D-43C1-AB3D-2CE5D8953795}" srcOrd="0" destOrd="0" presId="urn:microsoft.com/office/officeart/2005/8/layout/vList2"/>
    <dgm:cxn modelId="{A2DCAB06-1FBB-4F65-9984-D882CBA09C3F}" srcId="{6E040E00-028E-4E1E-8B8F-6B3FBBE8292F}" destId="{4C718D10-6D39-4A6E-9102-5A3F8819F2C6}" srcOrd="1" destOrd="0" parTransId="{AA3C480B-1065-4225-8BFE-99E3F087C953}" sibTransId="{C6FD40B8-159E-4EB6-A047-DFF927F9C583}"/>
    <dgm:cxn modelId="{290CE83C-A542-4A40-AE6D-499344707638}" srcId="{88E6618A-AA87-464A-BB1D-D2AF90D9C8AC}" destId="{8FC304FC-ECCF-404B-983E-1D758E4CB54E}" srcOrd="0" destOrd="0" parTransId="{491BB835-73A1-41B9-8EA0-E4C0CC028897}" sibTransId="{14A9F5DA-6977-4925-AB03-F81E07D87C50}"/>
    <dgm:cxn modelId="{9D2A805B-0123-4FA0-8971-0E9CE9B9ED9B}" type="presOf" srcId="{88E6618A-AA87-464A-BB1D-D2AF90D9C8AC}" destId="{0644A46E-BBD7-4E5A-9C0C-BF2C327371C3}" srcOrd="0" destOrd="0" presId="urn:microsoft.com/office/officeart/2005/8/layout/vList2"/>
    <dgm:cxn modelId="{1AC57B62-D0C2-446E-B096-EEAFBE724AF9}" type="presOf" srcId="{7FAADA30-F3F8-4C63-9C9C-84A3E99289AF}" destId="{5CF1AFEA-3D37-4F61-BD2D-F860C476C194}" srcOrd="0" destOrd="5" presId="urn:microsoft.com/office/officeart/2005/8/layout/vList2"/>
    <dgm:cxn modelId="{C0697351-FA36-44EA-B453-1B1FB0655331}" type="presOf" srcId="{4C718D10-6D39-4A6E-9102-5A3F8819F2C6}" destId="{5CF1AFEA-3D37-4F61-BD2D-F860C476C194}" srcOrd="0" destOrd="4" presId="urn:microsoft.com/office/officeart/2005/8/layout/vList2"/>
    <dgm:cxn modelId="{CE895854-28C2-4A8E-A4ED-7F1FEB69FF3D}" srcId="{6E040E00-028E-4E1E-8B8F-6B3FBBE8292F}" destId="{3509254D-62BA-47C8-9C77-421125216F0D}" srcOrd="0" destOrd="0" parTransId="{0DCE0887-0959-4B78-A9DA-8D3C6163DE4C}" sibTransId="{C1FD5921-C270-4754-B0F3-A0086786FA14}"/>
    <dgm:cxn modelId="{390C6676-3041-4ECC-BFCA-D241B59DD44F}" type="presOf" srcId="{3509254D-62BA-47C8-9C77-421125216F0D}" destId="{5CF1AFEA-3D37-4F61-BD2D-F860C476C194}" srcOrd="0" destOrd="0" presId="urn:microsoft.com/office/officeart/2005/8/layout/vList2"/>
    <dgm:cxn modelId="{00516D7E-04A2-410A-A44B-0AAE093FEFC4}" type="presOf" srcId="{6E040E00-028E-4E1E-8B8F-6B3FBBE8292F}" destId="{09F8DFEB-8E4D-4DCB-8AA1-2186CF7A603A}" srcOrd="0" destOrd="0" presId="urn:microsoft.com/office/officeart/2005/8/layout/vList2"/>
    <dgm:cxn modelId="{5CA18088-4CE6-4F2C-8718-3782DB45E511}" srcId="{5F5BD3AF-B414-4F03-A4FB-9AF3C8ECB2D0}" destId="{6E040E00-028E-4E1E-8B8F-6B3FBBE8292F}" srcOrd="1" destOrd="0" parTransId="{ED6E8D8E-36AA-4FF0-B7F4-52657FCFA7E2}" sibTransId="{FD479D6C-E4FC-46A0-8D26-2E1336540FBF}"/>
    <dgm:cxn modelId="{5D8E2990-F2C5-4FEB-ADA1-DCF7B84364A8}" srcId="{5F5BD3AF-B414-4F03-A4FB-9AF3C8ECB2D0}" destId="{88E6618A-AA87-464A-BB1D-D2AF90D9C8AC}" srcOrd="0" destOrd="0" parTransId="{6BBF8096-C38A-431D-9F45-FBA3EA6F8C15}" sibTransId="{AA85BCA6-141E-48EC-A133-D44FC31F9411}"/>
    <dgm:cxn modelId="{C3D8B195-99E9-4559-B821-390D8AA7CDC2}" srcId="{3509254D-62BA-47C8-9C77-421125216F0D}" destId="{B706A72A-36CF-44F1-BBD6-1A21A1F94534}" srcOrd="0" destOrd="0" parTransId="{2843AAC0-DFFC-4336-BFA8-496A9AA03EAC}" sibTransId="{30D0C20B-60A1-4C73-8688-F667DADF1CD9}"/>
    <dgm:cxn modelId="{DA592A9C-32E9-4E72-B3F5-14B9E63A0679}" type="presOf" srcId="{B706A72A-36CF-44F1-BBD6-1A21A1F94534}" destId="{5CF1AFEA-3D37-4F61-BD2D-F860C476C194}" srcOrd="0" destOrd="1" presId="urn:microsoft.com/office/officeart/2005/8/layout/vList2"/>
    <dgm:cxn modelId="{9F8606A1-C850-4B2F-B88F-897DD40A3B6C}" srcId="{3509254D-62BA-47C8-9C77-421125216F0D}" destId="{4160BF34-8569-472C-AD5A-83F142EBEA7C}" srcOrd="2" destOrd="0" parTransId="{8D47771C-814F-4A55-9E46-E61CABB8A948}" sibTransId="{AF486392-9769-4C69-B2E6-21CBC672ADF6}"/>
    <dgm:cxn modelId="{10B0F7A2-C79D-4512-950A-1EEF828F9CE6}" srcId="{4C718D10-6D39-4A6E-9102-5A3F8819F2C6}" destId="{7FAADA30-F3F8-4C63-9C9C-84A3E99289AF}" srcOrd="0" destOrd="0" parTransId="{0240FC71-087D-47CF-B4FD-0E7FC7935A1F}" sibTransId="{B332D0FC-749A-47EA-A12B-0D9F73681BE8}"/>
    <dgm:cxn modelId="{95C5B0B0-B125-4C59-BE79-5293E9521AEF}" srcId="{3509254D-62BA-47C8-9C77-421125216F0D}" destId="{869BE06E-1564-4D6C-8165-29A5475CD951}" srcOrd="1" destOrd="0" parTransId="{09128040-587A-4E12-ABE3-75BB3AA7FD2C}" sibTransId="{F894E5BA-0A23-4D15-A485-26C3EECA1F9E}"/>
    <dgm:cxn modelId="{5D62C8B1-9C0D-4E1C-9DC8-61DD7E74EE5F}" type="presOf" srcId="{4160BF34-8569-472C-AD5A-83F142EBEA7C}" destId="{5CF1AFEA-3D37-4F61-BD2D-F860C476C194}" srcOrd="0" destOrd="3" presId="urn:microsoft.com/office/officeart/2005/8/layout/vList2"/>
    <dgm:cxn modelId="{0A4556DF-D73D-452B-8CDD-52AF5D14C98E}" type="presOf" srcId="{869BE06E-1564-4D6C-8165-29A5475CD951}" destId="{5CF1AFEA-3D37-4F61-BD2D-F860C476C194}" srcOrd="0" destOrd="2" presId="urn:microsoft.com/office/officeart/2005/8/layout/vList2"/>
    <dgm:cxn modelId="{5A6631F7-B4B0-426E-B7A6-2CCE28DAC8FA}" type="presOf" srcId="{5F5BD3AF-B414-4F03-A4FB-9AF3C8ECB2D0}" destId="{8931F2F9-F5F6-4989-BF1C-D90BA85FC9B2}" srcOrd="0" destOrd="0" presId="urn:microsoft.com/office/officeart/2005/8/layout/vList2"/>
    <dgm:cxn modelId="{908231F1-1CEB-4158-B7A4-E87F1823E8FE}" type="presParOf" srcId="{8931F2F9-F5F6-4989-BF1C-D90BA85FC9B2}" destId="{0644A46E-BBD7-4E5A-9C0C-BF2C327371C3}" srcOrd="0" destOrd="0" presId="urn:microsoft.com/office/officeart/2005/8/layout/vList2"/>
    <dgm:cxn modelId="{BE5D2279-C13F-4E8D-B8A0-22A72DB0D9B2}" type="presParOf" srcId="{8931F2F9-F5F6-4989-BF1C-D90BA85FC9B2}" destId="{60813DCE-A36D-43C1-AB3D-2CE5D8953795}" srcOrd="1" destOrd="0" presId="urn:microsoft.com/office/officeart/2005/8/layout/vList2"/>
    <dgm:cxn modelId="{F0468BE8-FE8B-4939-A046-0A9C3B225E08}" type="presParOf" srcId="{8931F2F9-F5F6-4989-BF1C-D90BA85FC9B2}" destId="{09F8DFEB-8E4D-4DCB-8AA1-2186CF7A603A}" srcOrd="2" destOrd="0" presId="urn:microsoft.com/office/officeart/2005/8/layout/vList2"/>
    <dgm:cxn modelId="{69580547-37B8-4D0C-A3C8-7F88A711FB74}" type="presParOf" srcId="{8931F2F9-F5F6-4989-BF1C-D90BA85FC9B2}" destId="{5CF1AFEA-3D37-4F61-BD2D-F860C476C19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644DFB2-6570-4E6A-A3BC-A094F9E136A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589F85F-B8D5-4C72-8DD5-E5BF110F1A57}">
      <dgm:prSet/>
      <dgm:spPr/>
      <dgm:t>
        <a:bodyPr/>
        <a:lstStyle/>
        <a:p>
          <a:r>
            <a:rPr lang="en-US"/>
            <a:t>Objetivo:</a:t>
          </a:r>
        </a:p>
      </dgm:t>
    </dgm:pt>
    <dgm:pt modelId="{32BBBAE5-AB24-4DC7-BECB-B5E9173B1370}" type="parTrans" cxnId="{E26C8625-E898-44A2-86CC-CD6C6EB9739D}">
      <dgm:prSet/>
      <dgm:spPr/>
      <dgm:t>
        <a:bodyPr/>
        <a:lstStyle/>
        <a:p>
          <a:endParaRPr lang="en-US"/>
        </a:p>
      </dgm:t>
    </dgm:pt>
    <dgm:pt modelId="{2AB21209-B658-46AD-96A2-E0EEB79A5A3E}" type="sibTrans" cxnId="{E26C8625-E898-44A2-86CC-CD6C6EB9739D}">
      <dgm:prSet/>
      <dgm:spPr/>
      <dgm:t>
        <a:bodyPr/>
        <a:lstStyle/>
        <a:p>
          <a:endParaRPr lang="en-US"/>
        </a:p>
      </dgm:t>
    </dgm:pt>
    <dgm:pt modelId="{B4F4172C-371B-4A5E-A69E-CCF437461357}">
      <dgm:prSet/>
      <dgm:spPr/>
      <dgm:t>
        <a:bodyPr/>
        <a:lstStyle/>
        <a:p>
          <a:r>
            <a:rPr lang="en-US"/>
            <a:t>Entender y practicar: Recolecta URLs visitadas en tráfico HTTP no cifrado.</a:t>
          </a:r>
        </a:p>
      </dgm:t>
    </dgm:pt>
    <dgm:pt modelId="{B4E48F29-D390-49E8-8AA7-0E29DE47EFE7}" type="parTrans" cxnId="{7417AA02-238F-40DA-A18F-31AC2366BEC6}">
      <dgm:prSet/>
      <dgm:spPr/>
      <dgm:t>
        <a:bodyPr/>
        <a:lstStyle/>
        <a:p>
          <a:endParaRPr lang="en-US"/>
        </a:p>
      </dgm:t>
    </dgm:pt>
    <dgm:pt modelId="{D3434B73-45C0-4B47-8A1F-520AEBC45C75}" type="sibTrans" cxnId="{7417AA02-238F-40DA-A18F-31AC2366BEC6}">
      <dgm:prSet/>
      <dgm:spPr/>
      <dgm:t>
        <a:bodyPr/>
        <a:lstStyle/>
        <a:p>
          <a:endParaRPr lang="en-US"/>
        </a:p>
      </dgm:t>
    </dgm:pt>
    <dgm:pt modelId="{B8CE3738-6B4B-46E2-8355-27A1840E555E}">
      <dgm:prSet/>
      <dgm:spPr/>
      <dgm:t>
        <a:bodyPr/>
        <a:lstStyle/>
        <a:p>
          <a:r>
            <a:rPr lang="en-US"/>
            <a:t>Preparación:</a:t>
          </a:r>
        </a:p>
      </dgm:t>
    </dgm:pt>
    <dgm:pt modelId="{7FF55960-7C72-477D-90BC-8E1D0FBAE6E4}" type="parTrans" cxnId="{19ED7DD4-64E2-46DB-9C24-7D2D8E7FCC38}">
      <dgm:prSet/>
      <dgm:spPr/>
      <dgm:t>
        <a:bodyPr/>
        <a:lstStyle/>
        <a:p>
          <a:endParaRPr lang="en-US"/>
        </a:p>
      </dgm:t>
    </dgm:pt>
    <dgm:pt modelId="{E8944D74-CD6B-4085-8C2D-E93EC46E0545}" type="sibTrans" cxnId="{19ED7DD4-64E2-46DB-9C24-7D2D8E7FCC38}">
      <dgm:prSet/>
      <dgm:spPr/>
      <dgm:t>
        <a:bodyPr/>
        <a:lstStyle/>
        <a:p>
          <a:endParaRPr lang="en-US"/>
        </a:p>
      </dgm:t>
    </dgm:pt>
    <dgm:pt modelId="{E27B767E-4BBB-43FD-B115-105AD3AF684C}">
      <dgm:prSet/>
      <dgm:spPr/>
      <dgm:t>
        <a:bodyPr/>
        <a:lstStyle/>
        <a:p>
          <a:r>
            <a:rPr lang="en-US"/>
            <a:t>Pasos (resumidos):</a:t>
          </a:r>
        </a:p>
      </dgm:t>
    </dgm:pt>
    <dgm:pt modelId="{0C56D624-B62E-40CF-A935-387F4709BE4F}" type="parTrans" cxnId="{6974CA48-A13D-42DF-8878-AFA4A9146629}">
      <dgm:prSet/>
      <dgm:spPr/>
      <dgm:t>
        <a:bodyPr/>
        <a:lstStyle/>
        <a:p>
          <a:endParaRPr lang="en-US"/>
        </a:p>
      </dgm:t>
    </dgm:pt>
    <dgm:pt modelId="{8884F862-331E-48CF-8967-69572518F03B}" type="sibTrans" cxnId="{6974CA48-A13D-42DF-8878-AFA4A9146629}">
      <dgm:prSet/>
      <dgm:spPr/>
      <dgm:t>
        <a:bodyPr/>
        <a:lstStyle/>
        <a:p>
          <a:endParaRPr lang="en-US"/>
        </a:p>
      </dgm:t>
    </dgm:pt>
    <dgm:pt modelId="{8AED801A-494F-40F8-9899-D8D3A1DD0071}">
      <dgm:prSet/>
      <dgm:spPr/>
      <dgm:t>
        <a:bodyPr/>
        <a:lstStyle/>
        <a:p>
          <a:r>
            <a:rPr lang="en-US"/>
            <a:t>1) Preparar el entorno según la preparación indicada.</a:t>
          </a:r>
        </a:p>
      </dgm:t>
    </dgm:pt>
    <dgm:pt modelId="{7ECD9F84-FA77-433C-86A9-12AF73A62D5A}" type="parTrans" cxnId="{AA2E0D20-4BE5-437D-A9B6-0223476D6660}">
      <dgm:prSet/>
      <dgm:spPr/>
      <dgm:t>
        <a:bodyPr/>
        <a:lstStyle/>
        <a:p>
          <a:endParaRPr lang="en-US"/>
        </a:p>
      </dgm:t>
    </dgm:pt>
    <dgm:pt modelId="{6935081C-DD35-4FD5-A50C-8FBD90FF0FFB}" type="sibTrans" cxnId="{AA2E0D20-4BE5-437D-A9B6-0223476D6660}">
      <dgm:prSet/>
      <dgm:spPr/>
      <dgm:t>
        <a:bodyPr/>
        <a:lstStyle/>
        <a:p>
          <a:endParaRPr lang="en-US"/>
        </a:p>
      </dgm:t>
    </dgm:pt>
    <dgm:pt modelId="{E6943DD8-C0C0-4E00-B74F-58EEAF08FBD6}">
      <dgm:prSet/>
      <dgm:spPr/>
      <dgm:t>
        <a:bodyPr/>
        <a:lstStyle/>
        <a:p>
          <a:r>
            <a:rPr lang="en-US"/>
            <a:t>2) Ejecutar la herramienta en modo no destructivo y documentar salida.</a:t>
          </a:r>
        </a:p>
      </dgm:t>
    </dgm:pt>
    <dgm:pt modelId="{9E8DE52F-B2F4-418B-BA53-F031C0B2FDA6}" type="parTrans" cxnId="{547A52D0-FE24-4F60-AAB8-4B52E4B2DFA9}">
      <dgm:prSet/>
      <dgm:spPr/>
      <dgm:t>
        <a:bodyPr/>
        <a:lstStyle/>
        <a:p>
          <a:endParaRPr lang="en-US"/>
        </a:p>
      </dgm:t>
    </dgm:pt>
    <dgm:pt modelId="{FDF7DEEC-3A56-43F3-AB70-E8105531C4D9}" type="sibTrans" cxnId="{547A52D0-FE24-4F60-AAB8-4B52E4B2DFA9}">
      <dgm:prSet/>
      <dgm:spPr/>
      <dgm:t>
        <a:bodyPr/>
        <a:lstStyle/>
        <a:p>
          <a:endParaRPr lang="en-US"/>
        </a:p>
      </dgm:t>
    </dgm:pt>
    <dgm:pt modelId="{A65D9939-06A7-4DFE-AFDA-99EBCDDA13DD}">
      <dgm:prSet/>
      <dgm:spPr/>
      <dgm:t>
        <a:bodyPr/>
        <a:lstStyle/>
        <a:p>
          <a:r>
            <a:rPr lang="en-US"/>
            <a:t>3) Analizar resultados y proponer mitigaciones.</a:t>
          </a:r>
        </a:p>
      </dgm:t>
    </dgm:pt>
    <dgm:pt modelId="{2D553D61-8878-4C81-AA3F-B63E5BC48D16}" type="parTrans" cxnId="{68AF0674-3F6D-4E77-85CC-D71060896A6A}">
      <dgm:prSet/>
      <dgm:spPr/>
      <dgm:t>
        <a:bodyPr/>
        <a:lstStyle/>
        <a:p>
          <a:endParaRPr lang="en-US"/>
        </a:p>
      </dgm:t>
    </dgm:pt>
    <dgm:pt modelId="{FB9875B6-F8EA-4664-BB36-D13294963D09}" type="sibTrans" cxnId="{68AF0674-3F6D-4E77-85CC-D71060896A6A}">
      <dgm:prSet/>
      <dgm:spPr/>
      <dgm:t>
        <a:bodyPr/>
        <a:lstStyle/>
        <a:p>
          <a:endParaRPr lang="en-US"/>
        </a:p>
      </dgm:t>
    </dgm:pt>
    <dgm:pt modelId="{AA64402E-BE75-48B2-994E-96240378567A}">
      <dgm:prSet/>
      <dgm:spPr/>
      <dgm:t>
        <a:bodyPr/>
        <a:lstStyle/>
        <a:p>
          <a:r>
            <a:rPr lang="en-US"/>
            <a:t>Evaluación:</a:t>
          </a:r>
        </a:p>
      </dgm:t>
    </dgm:pt>
    <dgm:pt modelId="{F2F2281E-676A-4B33-B731-24E60E6A99FA}" type="parTrans" cxnId="{F0E3A83F-7A0C-4D4D-97F7-995C9165545B}">
      <dgm:prSet/>
      <dgm:spPr/>
      <dgm:t>
        <a:bodyPr/>
        <a:lstStyle/>
        <a:p>
          <a:endParaRPr lang="en-US"/>
        </a:p>
      </dgm:t>
    </dgm:pt>
    <dgm:pt modelId="{6A6248CC-CC92-4E09-8D8F-8D25B33AE48C}" type="sibTrans" cxnId="{F0E3A83F-7A0C-4D4D-97F7-995C9165545B}">
      <dgm:prSet/>
      <dgm:spPr/>
      <dgm:t>
        <a:bodyPr/>
        <a:lstStyle/>
        <a:p>
          <a:endParaRPr lang="en-US"/>
        </a:p>
      </dgm:t>
    </dgm:pt>
    <dgm:pt modelId="{232E9E0C-D472-4077-951B-0BA8458D2C58}">
      <dgm:prSet/>
      <dgm:spPr/>
      <dgm:t>
        <a:bodyPr/>
        <a:lstStyle/>
        <a:p>
          <a:r>
            <a:rPr lang="en-US"/>
            <a:t>Informe: 1-2 páginas con objetivo, comandos, evidencias, hallazgos y mitigaciones.</a:t>
          </a:r>
        </a:p>
      </dgm:t>
    </dgm:pt>
    <dgm:pt modelId="{6BB4AFB0-F9AD-49DF-90D0-5ACD6FA096A8}" type="parTrans" cxnId="{94CAAC3A-1C44-4347-8D28-7F0D9B0DF5EE}">
      <dgm:prSet/>
      <dgm:spPr/>
      <dgm:t>
        <a:bodyPr/>
        <a:lstStyle/>
        <a:p>
          <a:endParaRPr lang="en-US"/>
        </a:p>
      </dgm:t>
    </dgm:pt>
    <dgm:pt modelId="{A3C98A15-77F3-49AD-9302-ACD84EF4813B}" type="sibTrans" cxnId="{94CAAC3A-1C44-4347-8D28-7F0D9B0DF5EE}">
      <dgm:prSet/>
      <dgm:spPr/>
      <dgm:t>
        <a:bodyPr/>
        <a:lstStyle/>
        <a:p>
          <a:endParaRPr lang="en-US"/>
        </a:p>
      </dgm:t>
    </dgm:pt>
    <dgm:pt modelId="{CB9D89FC-E086-4E7C-B655-D1BA2CDDDFF6}" type="pres">
      <dgm:prSet presAssocID="{6644DFB2-6570-4E6A-A3BC-A094F9E136A5}" presName="linear" presStyleCnt="0">
        <dgm:presLayoutVars>
          <dgm:animLvl val="lvl"/>
          <dgm:resizeHandles val="exact"/>
        </dgm:presLayoutVars>
      </dgm:prSet>
      <dgm:spPr/>
    </dgm:pt>
    <dgm:pt modelId="{9F624B72-C968-41F0-9120-586BB85C2771}" type="pres">
      <dgm:prSet presAssocID="{B589F85F-B8D5-4C72-8DD5-E5BF110F1A5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A23AE02-CED4-4C12-9E0C-444154EF75F1}" type="pres">
      <dgm:prSet presAssocID="{B589F85F-B8D5-4C72-8DD5-E5BF110F1A57}" presName="childText" presStyleLbl="revTx" presStyleIdx="0" presStyleCnt="2">
        <dgm:presLayoutVars>
          <dgm:bulletEnabled val="1"/>
        </dgm:presLayoutVars>
      </dgm:prSet>
      <dgm:spPr/>
    </dgm:pt>
    <dgm:pt modelId="{1507C98A-A913-4085-8ECD-CFF78AB9E97F}" type="pres">
      <dgm:prSet presAssocID="{B8CE3738-6B4B-46E2-8355-27A1840E555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03A3BBA-101A-4A08-8090-87869BE37601}" type="pres">
      <dgm:prSet presAssocID="{B8CE3738-6B4B-46E2-8355-27A1840E555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417AA02-238F-40DA-A18F-31AC2366BEC6}" srcId="{B589F85F-B8D5-4C72-8DD5-E5BF110F1A57}" destId="{B4F4172C-371B-4A5E-A69E-CCF437461357}" srcOrd="0" destOrd="0" parTransId="{B4E48F29-D390-49E8-8AA7-0E29DE47EFE7}" sibTransId="{D3434B73-45C0-4B47-8A1F-520AEBC45C75}"/>
    <dgm:cxn modelId="{453B9D07-918C-4CA8-9E63-743831402397}" type="presOf" srcId="{B589F85F-B8D5-4C72-8DD5-E5BF110F1A57}" destId="{9F624B72-C968-41F0-9120-586BB85C2771}" srcOrd="0" destOrd="0" presId="urn:microsoft.com/office/officeart/2005/8/layout/vList2"/>
    <dgm:cxn modelId="{AA2E0D20-4BE5-437D-A9B6-0223476D6660}" srcId="{E27B767E-4BBB-43FD-B115-105AD3AF684C}" destId="{8AED801A-494F-40F8-9899-D8D3A1DD0071}" srcOrd="0" destOrd="0" parTransId="{7ECD9F84-FA77-433C-86A9-12AF73A62D5A}" sibTransId="{6935081C-DD35-4FD5-A50C-8FBD90FF0FFB}"/>
    <dgm:cxn modelId="{E7A0A520-76CE-49C8-8799-21FC1EA5362E}" type="presOf" srcId="{6644DFB2-6570-4E6A-A3BC-A094F9E136A5}" destId="{CB9D89FC-E086-4E7C-B655-D1BA2CDDDFF6}" srcOrd="0" destOrd="0" presId="urn:microsoft.com/office/officeart/2005/8/layout/vList2"/>
    <dgm:cxn modelId="{E26C8625-E898-44A2-86CC-CD6C6EB9739D}" srcId="{6644DFB2-6570-4E6A-A3BC-A094F9E136A5}" destId="{B589F85F-B8D5-4C72-8DD5-E5BF110F1A57}" srcOrd="0" destOrd="0" parTransId="{32BBBAE5-AB24-4DC7-BECB-B5E9173B1370}" sibTransId="{2AB21209-B658-46AD-96A2-E0EEB79A5A3E}"/>
    <dgm:cxn modelId="{94CAAC3A-1C44-4347-8D28-7F0D9B0DF5EE}" srcId="{AA64402E-BE75-48B2-994E-96240378567A}" destId="{232E9E0C-D472-4077-951B-0BA8458D2C58}" srcOrd="0" destOrd="0" parTransId="{6BB4AFB0-F9AD-49DF-90D0-5ACD6FA096A8}" sibTransId="{A3C98A15-77F3-49AD-9302-ACD84EF4813B}"/>
    <dgm:cxn modelId="{F0E3A83F-7A0C-4D4D-97F7-995C9165545B}" srcId="{B8CE3738-6B4B-46E2-8355-27A1840E555E}" destId="{AA64402E-BE75-48B2-994E-96240378567A}" srcOrd="1" destOrd="0" parTransId="{F2F2281E-676A-4B33-B731-24E60E6A99FA}" sibTransId="{6A6248CC-CC92-4E09-8D8F-8D25B33AE48C}"/>
    <dgm:cxn modelId="{8842CB5C-07EF-47B0-B136-CDC334441B22}" type="presOf" srcId="{E27B767E-4BBB-43FD-B115-105AD3AF684C}" destId="{503A3BBA-101A-4A08-8090-87869BE37601}" srcOrd="0" destOrd="0" presId="urn:microsoft.com/office/officeart/2005/8/layout/vList2"/>
    <dgm:cxn modelId="{B7606545-C48F-4D76-AF33-06E45E426A78}" type="presOf" srcId="{A65D9939-06A7-4DFE-AFDA-99EBCDDA13DD}" destId="{503A3BBA-101A-4A08-8090-87869BE37601}" srcOrd="0" destOrd="3" presId="urn:microsoft.com/office/officeart/2005/8/layout/vList2"/>
    <dgm:cxn modelId="{6974CA48-A13D-42DF-8878-AFA4A9146629}" srcId="{B8CE3738-6B4B-46E2-8355-27A1840E555E}" destId="{E27B767E-4BBB-43FD-B115-105AD3AF684C}" srcOrd="0" destOrd="0" parTransId="{0C56D624-B62E-40CF-A935-387F4709BE4F}" sibTransId="{8884F862-331E-48CF-8967-69572518F03B}"/>
    <dgm:cxn modelId="{2D704D70-EAC8-4FC0-BAA9-4B1C358776C2}" type="presOf" srcId="{232E9E0C-D472-4077-951B-0BA8458D2C58}" destId="{503A3BBA-101A-4A08-8090-87869BE37601}" srcOrd="0" destOrd="5" presId="urn:microsoft.com/office/officeart/2005/8/layout/vList2"/>
    <dgm:cxn modelId="{68AF0674-3F6D-4E77-85CC-D71060896A6A}" srcId="{E27B767E-4BBB-43FD-B115-105AD3AF684C}" destId="{A65D9939-06A7-4DFE-AFDA-99EBCDDA13DD}" srcOrd="2" destOrd="0" parTransId="{2D553D61-8878-4C81-AA3F-B63E5BC48D16}" sibTransId="{FB9875B6-F8EA-4664-BB36-D13294963D09}"/>
    <dgm:cxn modelId="{FBC66D95-F762-4727-AC52-D1BC5BA11D61}" type="presOf" srcId="{B8CE3738-6B4B-46E2-8355-27A1840E555E}" destId="{1507C98A-A913-4085-8ECD-CFF78AB9E97F}" srcOrd="0" destOrd="0" presId="urn:microsoft.com/office/officeart/2005/8/layout/vList2"/>
    <dgm:cxn modelId="{045AEF98-9F71-40AE-A67F-C5C02683FF28}" type="presOf" srcId="{B4F4172C-371B-4A5E-A69E-CCF437461357}" destId="{FA23AE02-CED4-4C12-9E0C-444154EF75F1}" srcOrd="0" destOrd="0" presId="urn:microsoft.com/office/officeart/2005/8/layout/vList2"/>
    <dgm:cxn modelId="{1D446BA1-011B-45B9-909E-C1800BE8B207}" type="presOf" srcId="{AA64402E-BE75-48B2-994E-96240378567A}" destId="{503A3BBA-101A-4A08-8090-87869BE37601}" srcOrd="0" destOrd="4" presId="urn:microsoft.com/office/officeart/2005/8/layout/vList2"/>
    <dgm:cxn modelId="{547A52D0-FE24-4F60-AAB8-4B52E4B2DFA9}" srcId="{E27B767E-4BBB-43FD-B115-105AD3AF684C}" destId="{E6943DD8-C0C0-4E00-B74F-58EEAF08FBD6}" srcOrd="1" destOrd="0" parTransId="{9E8DE52F-B2F4-418B-BA53-F031C0B2FDA6}" sibTransId="{FDF7DEEC-3A56-43F3-AB70-E8105531C4D9}"/>
    <dgm:cxn modelId="{66DF6CD4-B862-45B2-AC21-94D6D6F230A0}" type="presOf" srcId="{E6943DD8-C0C0-4E00-B74F-58EEAF08FBD6}" destId="{503A3BBA-101A-4A08-8090-87869BE37601}" srcOrd="0" destOrd="2" presId="urn:microsoft.com/office/officeart/2005/8/layout/vList2"/>
    <dgm:cxn modelId="{19ED7DD4-64E2-46DB-9C24-7D2D8E7FCC38}" srcId="{6644DFB2-6570-4E6A-A3BC-A094F9E136A5}" destId="{B8CE3738-6B4B-46E2-8355-27A1840E555E}" srcOrd="1" destOrd="0" parTransId="{7FF55960-7C72-477D-90BC-8E1D0FBAE6E4}" sibTransId="{E8944D74-CD6B-4085-8C2D-E93EC46E0545}"/>
    <dgm:cxn modelId="{F5F571E7-A77B-401F-BC04-3E97C319C894}" type="presOf" srcId="{8AED801A-494F-40F8-9899-D8D3A1DD0071}" destId="{503A3BBA-101A-4A08-8090-87869BE37601}" srcOrd="0" destOrd="1" presId="urn:microsoft.com/office/officeart/2005/8/layout/vList2"/>
    <dgm:cxn modelId="{0F7B4CFA-A1B9-463F-A6E8-D61F9CFBFCE7}" type="presParOf" srcId="{CB9D89FC-E086-4E7C-B655-D1BA2CDDDFF6}" destId="{9F624B72-C968-41F0-9120-586BB85C2771}" srcOrd="0" destOrd="0" presId="urn:microsoft.com/office/officeart/2005/8/layout/vList2"/>
    <dgm:cxn modelId="{E7BFC5AF-0214-4EE3-A176-099625BB0BBB}" type="presParOf" srcId="{CB9D89FC-E086-4E7C-B655-D1BA2CDDDFF6}" destId="{FA23AE02-CED4-4C12-9E0C-444154EF75F1}" srcOrd="1" destOrd="0" presId="urn:microsoft.com/office/officeart/2005/8/layout/vList2"/>
    <dgm:cxn modelId="{D1DBAFE1-FE6C-4505-81AB-06F954FF25C2}" type="presParOf" srcId="{CB9D89FC-E086-4E7C-B655-D1BA2CDDDFF6}" destId="{1507C98A-A913-4085-8ECD-CFF78AB9E97F}" srcOrd="2" destOrd="0" presId="urn:microsoft.com/office/officeart/2005/8/layout/vList2"/>
    <dgm:cxn modelId="{30BF74F7-24EC-49DC-B7E0-9880A2210E17}" type="presParOf" srcId="{CB9D89FC-E086-4E7C-B655-D1BA2CDDDFF6}" destId="{503A3BBA-101A-4A08-8090-87869BE3760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FBC3F17-9F8C-465C-943C-70F9345A380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818F08B-BED2-4B09-B71D-724ED166A23D}">
      <dgm:prSet/>
      <dgm:spPr/>
      <dgm:t>
        <a:bodyPr/>
        <a:lstStyle/>
        <a:p>
          <a:r>
            <a:rPr lang="en-US"/>
            <a:t>Objetivo:</a:t>
          </a:r>
        </a:p>
      </dgm:t>
    </dgm:pt>
    <dgm:pt modelId="{A84A08A9-5768-4095-9AA7-96D17FBEE45C}" type="parTrans" cxnId="{FB5E8BA9-FECA-475F-B3C2-1605AC7DEB8A}">
      <dgm:prSet/>
      <dgm:spPr/>
      <dgm:t>
        <a:bodyPr/>
        <a:lstStyle/>
        <a:p>
          <a:endParaRPr lang="en-US"/>
        </a:p>
      </dgm:t>
    </dgm:pt>
    <dgm:pt modelId="{7A241ECA-ADCC-423D-B982-CF97E8C7E652}" type="sibTrans" cxnId="{FB5E8BA9-FECA-475F-B3C2-1605AC7DEB8A}">
      <dgm:prSet/>
      <dgm:spPr/>
      <dgm:t>
        <a:bodyPr/>
        <a:lstStyle/>
        <a:p>
          <a:endParaRPr lang="en-US"/>
        </a:p>
      </dgm:t>
    </dgm:pt>
    <dgm:pt modelId="{D42B6B62-2675-4C79-B183-8A4CE923C461}">
      <dgm:prSet/>
      <dgm:spPr/>
      <dgm:t>
        <a:bodyPr/>
        <a:lstStyle/>
        <a:p>
          <a:r>
            <a:rPr lang="en-US"/>
            <a:t>Entender y practicar: Herramienta antigua de fuerza bruta para servicios (uso controlado).</a:t>
          </a:r>
        </a:p>
      </dgm:t>
    </dgm:pt>
    <dgm:pt modelId="{B65CC6C9-F291-4CCA-BAC1-FD38E755B80A}" type="parTrans" cxnId="{E6E8BAD2-FC9B-41BE-9EC3-91791A6EBA0B}">
      <dgm:prSet/>
      <dgm:spPr/>
      <dgm:t>
        <a:bodyPr/>
        <a:lstStyle/>
        <a:p>
          <a:endParaRPr lang="en-US"/>
        </a:p>
      </dgm:t>
    </dgm:pt>
    <dgm:pt modelId="{65284BA7-EBE6-4CA8-B256-AB5E778DCA21}" type="sibTrans" cxnId="{E6E8BAD2-FC9B-41BE-9EC3-91791A6EBA0B}">
      <dgm:prSet/>
      <dgm:spPr/>
      <dgm:t>
        <a:bodyPr/>
        <a:lstStyle/>
        <a:p>
          <a:endParaRPr lang="en-US"/>
        </a:p>
      </dgm:t>
    </dgm:pt>
    <dgm:pt modelId="{4E278CE7-BDF6-4DD0-8A42-74CCF0DA44FB}">
      <dgm:prSet/>
      <dgm:spPr/>
      <dgm:t>
        <a:bodyPr/>
        <a:lstStyle/>
        <a:p>
          <a:r>
            <a:rPr lang="en-US"/>
            <a:t>Preparación:</a:t>
          </a:r>
        </a:p>
      </dgm:t>
    </dgm:pt>
    <dgm:pt modelId="{5CD8D486-3FD1-422A-B65A-4FE1576F8DE7}" type="parTrans" cxnId="{8184DDE5-818E-4344-B236-9B3229B4AC0C}">
      <dgm:prSet/>
      <dgm:spPr/>
      <dgm:t>
        <a:bodyPr/>
        <a:lstStyle/>
        <a:p>
          <a:endParaRPr lang="en-US"/>
        </a:p>
      </dgm:t>
    </dgm:pt>
    <dgm:pt modelId="{320D8043-2005-4FD0-AD57-1E29C5C321E7}" type="sibTrans" cxnId="{8184DDE5-818E-4344-B236-9B3229B4AC0C}">
      <dgm:prSet/>
      <dgm:spPr/>
      <dgm:t>
        <a:bodyPr/>
        <a:lstStyle/>
        <a:p>
          <a:endParaRPr lang="en-US"/>
        </a:p>
      </dgm:t>
    </dgm:pt>
    <dgm:pt modelId="{B21AED56-3AE9-4CD9-A99F-AC8E667A2E0B}">
      <dgm:prSet/>
      <dgm:spPr/>
      <dgm:t>
        <a:bodyPr/>
        <a:lstStyle/>
        <a:p>
          <a:r>
            <a:rPr lang="en-US"/>
            <a:t>Pasos (resumidos):</a:t>
          </a:r>
        </a:p>
      </dgm:t>
    </dgm:pt>
    <dgm:pt modelId="{0F77B94A-1CF5-4E2F-A4B2-786E83DA2158}" type="parTrans" cxnId="{25AC8664-37EF-4C97-9AF4-5F85E992EB11}">
      <dgm:prSet/>
      <dgm:spPr/>
      <dgm:t>
        <a:bodyPr/>
        <a:lstStyle/>
        <a:p>
          <a:endParaRPr lang="en-US"/>
        </a:p>
      </dgm:t>
    </dgm:pt>
    <dgm:pt modelId="{76CEBBD0-EB2C-4BB3-9DD2-27DCABCF4D00}" type="sibTrans" cxnId="{25AC8664-37EF-4C97-9AF4-5F85E992EB11}">
      <dgm:prSet/>
      <dgm:spPr/>
      <dgm:t>
        <a:bodyPr/>
        <a:lstStyle/>
        <a:p>
          <a:endParaRPr lang="en-US"/>
        </a:p>
      </dgm:t>
    </dgm:pt>
    <dgm:pt modelId="{B3E15050-1CF9-4689-ACD7-5F28B87DE3E0}">
      <dgm:prSet/>
      <dgm:spPr/>
      <dgm:t>
        <a:bodyPr/>
        <a:lstStyle/>
        <a:p>
          <a:r>
            <a:rPr lang="en-US"/>
            <a:t>1) Preparar el entorno según la preparación indicada.</a:t>
          </a:r>
        </a:p>
      </dgm:t>
    </dgm:pt>
    <dgm:pt modelId="{FC13327C-2ACA-4778-83EB-31CB0CFB63BA}" type="parTrans" cxnId="{022D3E90-5079-4EBE-9028-DB2E902BD99F}">
      <dgm:prSet/>
      <dgm:spPr/>
      <dgm:t>
        <a:bodyPr/>
        <a:lstStyle/>
        <a:p>
          <a:endParaRPr lang="en-US"/>
        </a:p>
      </dgm:t>
    </dgm:pt>
    <dgm:pt modelId="{7DC571CA-F820-4ED7-9DD3-57F2AABC5960}" type="sibTrans" cxnId="{022D3E90-5079-4EBE-9028-DB2E902BD99F}">
      <dgm:prSet/>
      <dgm:spPr/>
      <dgm:t>
        <a:bodyPr/>
        <a:lstStyle/>
        <a:p>
          <a:endParaRPr lang="en-US"/>
        </a:p>
      </dgm:t>
    </dgm:pt>
    <dgm:pt modelId="{17A6113A-8D36-4705-851C-A67E9CA60338}">
      <dgm:prSet/>
      <dgm:spPr/>
      <dgm:t>
        <a:bodyPr/>
        <a:lstStyle/>
        <a:p>
          <a:r>
            <a:rPr lang="en-US"/>
            <a:t>2) Ejecutar la herramienta en modo no destructivo y documentar salida.</a:t>
          </a:r>
        </a:p>
      </dgm:t>
    </dgm:pt>
    <dgm:pt modelId="{9FE94313-EBB5-4890-8625-6BC91FF4467B}" type="parTrans" cxnId="{2FBB7E97-44F1-4BC1-8ABC-B8BB7CB8EF54}">
      <dgm:prSet/>
      <dgm:spPr/>
      <dgm:t>
        <a:bodyPr/>
        <a:lstStyle/>
        <a:p>
          <a:endParaRPr lang="en-US"/>
        </a:p>
      </dgm:t>
    </dgm:pt>
    <dgm:pt modelId="{87868540-E766-4433-AAA7-DB8532DC478B}" type="sibTrans" cxnId="{2FBB7E97-44F1-4BC1-8ABC-B8BB7CB8EF54}">
      <dgm:prSet/>
      <dgm:spPr/>
      <dgm:t>
        <a:bodyPr/>
        <a:lstStyle/>
        <a:p>
          <a:endParaRPr lang="en-US"/>
        </a:p>
      </dgm:t>
    </dgm:pt>
    <dgm:pt modelId="{05B67188-08A4-4672-AD2D-63DA6D9CEE56}">
      <dgm:prSet/>
      <dgm:spPr/>
      <dgm:t>
        <a:bodyPr/>
        <a:lstStyle/>
        <a:p>
          <a:r>
            <a:rPr lang="en-US"/>
            <a:t>3) Analizar resultados y proponer mitigaciones.</a:t>
          </a:r>
        </a:p>
      </dgm:t>
    </dgm:pt>
    <dgm:pt modelId="{02779819-9FFA-4BD4-B6AA-DFD6C529A305}" type="parTrans" cxnId="{AA66D0F9-8594-4C0F-B231-05D39A1CA4CE}">
      <dgm:prSet/>
      <dgm:spPr/>
      <dgm:t>
        <a:bodyPr/>
        <a:lstStyle/>
        <a:p>
          <a:endParaRPr lang="en-US"/>
        </a:p>
      </dgm:t>
    </dgm:pt>
    <dgm:pt modelId="{83ABA78F-4C47-4AFE-B0BD-0898FB138729}" type="sibTrans" cxnId="{AA66D0F9-8594-4C0F-B231-05D39A1CA4CE}">
      <dgm:prSet/>
      <dgm:spPr/>
      <dgm:t>
        <a:bodyPr/>
        <a:lstStyle/>
        <a:p>
          <a:endParaRPr lang="en-US"/>
        </a:p>
      </dgm:t>
    </dgm:pt>
    <dgm:pt modelId="{01D6F1D4-7473-4864-AC60-F62CC64BAA5A}">
      <dgm:prSet/>
      <dgm:spPr/>
      <dgm:t>
        <a:bodyPr/>
        <a:lstStyle/>
        <a:p>
          <a:r>
            <a:rPr lang="en-US"/>
            <a:t>Evaluación:</a:t>
          </a:r>
        </a:p>
      </dgm:t>
    </dgm:pt>
    <dgm:pt modelId="{AB79F1A9-64CC-4B85-8BD8-2208E9866E0A}" type="parTrans" cxnId="{8453F903-6768-4DBA-AF24-4875911A014C}">
      <dgm:prSet/>
      <dgm:spPr/>
      <dgm:t>
        <a:bodyPr/>
        <a:lstStyle/>
        <a:p>
          <a:endParaRPr lang="en-US"/>
        </a:p>
      </dgm:t>
    </dgm:pt>
    <dgm:pt modelId="{113F7243-1D75-48BD-9B64-BCE25D3B8347}" type="sibTrans" cxnId="{8453F903-6768-4DBA-AF24-4875911A014C}">
      <dgm:prSet/>
      <dgm:spPr/>
      <dgm:t>
        <a:bodyPr/>
        <a:lstStyle/>
        <a:p>
          <a:endParaRPr lang="en-US"/>
        </a:p>
      </dgm:t>
    </dgm:pt>
    <dgm:pt modelId="{E8052442-4071-4DED-9114-B440D37EBCC8}">
      <dgm:prSet/>
      <dgm:spPr/>
      <dgm:t>
        <a:bodyPr/>
        <a:lstStyle/>
        <a:p>
          <a:r>
            <a:rPr lang="en-US"/>
            <a:t>Informe: 1-2 páginas con objetivo, comandos, evidencias, hallazgos y mitigaciones.</a:t>
          </a:r>
        </a:p>
      </dgm:t>
    </dgm:pt>
    <dgm:pt modelId="{FFA0BF86-D4A7-44C1-A315-3A4F5EE73EF8}" type="parTrans" cxnId="{467653B8-66B9-4218-8D80-2EDF24D52BEF}">
      <dgm:prSet/>
      <dgm:spPr/>
      <dgm:t>
        <a:bodyPr/>
        <a:lstStyle/>
        <a:p>
          <a:endParaRPr lang="en-US"/>
        </a:p>
      </dgm:t>
    </dgm:pt>
    <dgm:pt modelId="{E3BF8151-D860-4111-AEAD-D91EB5E67617}" type="sibTrans" cxnId="{467653B8-66B9-4218-8D80-2EDF24D52BEF}">
      <dgm:prSet/>
      <dgm:spPr/>
      <dgm:t>
        <a:bodyPr/>
        <a:lstStyle/>
        <a:p>
          <a:endParaRPr lang="en-US"/>
        </a:p>
      </dgm:t>
    </dgm:pt>
    <dgm:pt modelId="{FDFCF070-B882-43F0-A993-7EB32CE2F731}" type="pres">
      <dgm:prSet presAssocID="{AFBC3F17-9F8C-465C-943C-70F9345A380A}" presName="linear" presStyleCnt="0">
        <dgm:presLayoutVars>
          <dgm:animLvl val="lvl"/>
          <dgm:resizeHandles val="exact"/>
        </dgm:presLayoutVars>
      </dgm:prSet>
      <dgm:spPr/>
    </dgm:pt>
    <dgm:pt modelId="{2050F5F7-B6F0-4578-A0CA-7FF3DB599815}" type="pres">
      <dgm:prSet presAssocID="{4818F08B-BED2-4B09-B71D-724ED166A23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DFBBF88-59CD-4200-9721-03732724D80C}" type="pres">
      <dgm:prSet presAssocID="{4818F08B-BED2-4B09-B71D-724ED166A23D}" presName="childText" presStyleLbl="revTx" presStyleIdx="0" presStyleCnt="2">
        <dgm:presLayoutVars>
          <dgm:bulletEnabled val="1"/>
        </dgm:presLayoutVars>
      </dgm:prSet>
      <dgm:spPr/>
    </dgm:pt>
    <dgm:pt modelId="{805ECA1B-033F-493E-A71D-8FDBB9C541C2}" type="pres">
      <dgm:prSet presAssocID="{4E278CE7-BDF6-4DD0-8A42-74CCF0DA44F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43AFBD8-567C-4634-B7BD-DF83921F3D60}" type="pres">
      <dgm:prSet presAssocID="{4E278CE7-BDF6-4DD0-8A42-74CCF0DA44F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453F903-6768-4DBA-AF24-4875911A014C}" srcId="{4E278CE7-BDF6-4DD0-8A42-74CCF0DA44FB}" destId="{01D6F1D4-7473-4864-AC60-F62CC64BAA5A}" srcOrd="1" destOrd="0" parTransId="{AB79F1A9-64CC-4B85-8BD8-2208E9866E0A}" sibTransId="{113F7243-1D75-48BD-9B64-BCE25D3B8347}"/>
    <dgm:cxn modelId="{6BCA160D-BEBB-48C4-AF37-298B8C45354A}" type="presOf" srcId="{01D6F1D4-7473-4864-AC60-F62CC64BAA5A}" destId="{443AFBD8-567C-4634-B7BD-DF83921F3D60}" srcOrd="0" destOrd="4" presId="urn:microsoft.com/office/officeart/2005/8/layout/vList2"/>
    <dgm:cxn modelId="{BAC96B2A-0404-474B-9C99-62653E1C27F0}" type="presOf" srcId="{05B67188-08A4-4672-AD2D-63DA6D9CEE56}" destId="{443AFBD8-567C-4634-B7BD-DF83921F3D60}" srcOrd="0" destOrd="3" presId="urn:microsoft.com/office/officeart/2005/8/layout/vList2"/>
    <dgm:cxn modelId="{25AC8664-37EF-4C97-9AF4-5F85E992EB11}" srcId="{4E278CE7-BDF6-4DD0-8A42-74CCF0DA44FB}" destId="{B21AED56-3AE9-4CD9-A99F-AC8E667A2E0B}" srcOrd="0" destOrd="0" parTransId="{0F77B94A-1CF5-4E2F-A4B2-786E83DA2158}" sibTransId="{76CEBBD0-EB2C-4BB3-9DD2-27DCABCF4D00}"/>
    <dgm:cxn modelId="{748A1F84-6069-408B-921C-307971D07FA9}" type="presOf" srcId="{4818F08B-BED2-4B09-B71D-724ED166A23D}" destId="{2050F5F7-B6F0-4578-A0CA-7FF3DB599815}" srcOrd="0" destOrd="0" presId="urn:microsoft.com/office/officeart/2005/8/layout/vList2"/>
    <dgm:cxn modelId="{022D3E90-5079-4EBE-9028-DB2E902BD99F}" srcId="{B21AED56-3AE9-4CD9-A99F-AC8E667A2E0B}" destId="{B3E15050-1CF9-4689-ACD7-5F28B87DE3E0}" srcOrd="0" destOrd="0" parTransId="{FC13327C-2ACA-4778-83EB-31CB0CFB63BA}" sibTransId="{7DC571CA-F820-4ED7-9DD3-57F2AABC5960}"/>
    <dgm:cxn modelId="{66DD9D92-3A6B-45BB-AB73-474BFB315E77}" type="presOf" srcId="{E8052442-4071-4DED-9114-B440D37EBCC8}" destId="{443AFBD8-567C-4634-B7BD-DF83921F3D60}" srcOrd="0" destOrd="5" presId="urn:microsoft.com/office/officeart/2005/8/layout/vList2"/>
    <dgm:cxn modelId="{2FBB7E97-44F1-4BC1-8ABC-B8BB7CB8EF54}" srcId="{B21AED56-3AE9-4CD9-A99F-AC8E667A2E0B}" destId="{17A6113A-8D36-4705-851C-A67E9CA60338}" srcOrd="1" destOrd="0" parTransId="{9FE94313-EBB5-4890-8625-6BC91FF4467B}" sibTransId="{87868540-E766-4433-AAA7-DB8532DC478B}"/>
    <dgm:cxn modelId="{DB54A7A7-B9A2-4D38-BC2D-CB289370184D}" type="presOf" srcId="{AFBC3F17-9F8C-465C-943C-70F9345A380A}" destId="{FDFCF070-B882-43F0-A993-7EB32CE2F731}" srcOrd="0" destOrd="0" presId="urn:microsoft.com/office/officeart/2005/8/layout/vList2"/>
    <dgm:cxn modelId="{98088BA9-AB75-4852-8396-55BC1D85B800}" type="presOf" srcId="{D42B6B62-2675-4C79-B183-8A4CE923C461}" destId="{6DFBBF88-59CD-4200-9721-03732724D80C}" srcOrd="0" destOrd="0" presId="urn:microsoft.com/office/officeart/2005/8/layout/vList2"/>
    <dgm:cxn modelId="{FB5E8BA9-FECA-475F-B3C2-1605AC7DEB8A}" srcId="{AFBC3F17-9F8C-465C-943C-70F9345A380A}" destId="{4818F08B-BED2-4B09-B71D-724ED166A23D}" srcOrd="0" destOrd="0" parTransId="{A84A08A9-5768-4095-9AA7-96D17FBEE45C}" sibTransId="{7A241ECA-ADCC-423D-B982-CF97E8C7E652}"/>
    <dgm:cxn modelId="{2744C6A9-8A14-4051-B3AC-17D4C7222533}" type="presOf" srcId="{B3E15050-1CF9-4689-ACD7-5F28B87DE3E0}" destId="{443AFBD8-567C-4634-B7BD-DF83921F3D60}" srcOrd="0" destOrd="1" presId="urn:microsoft.com/office/officeart/2005/8/layout/vList2"/>
    <dgm:cxn modelId="{75C3F5B3-25F7-45D6-98B7-0030CA2D8059}" type="presOf" srcId="{4E278CE7-BDF6-4DD0-8A42-74CCF0DA44FB}" destId="{805ECA1B-033F-493E-A71D-8FDBB9C541C2}" srcOrd="0" destOrd="0" presId="urn:microsoft.com/office/officeart/2005/8/layout/vList2"/>
    <dgm:cxn modelId="{467653B8-66B9-4218-8D80-2EDF24D52BEF}" srcId="{01D6F1D4-7473-4864-AC60-F62CC64BAA5A}" destId="{E8052442-4071-4DED-9114-B440D37EBCC8}" srcOrd="0" destOrd="0" parTransId="{FFA0BF86-D4A7-44C1-A315-3A4F5EE73EF8}" sibTransId="{E3BF8151-D860-4111-AEAD-D91EB5E67617}"/>
    <dgm:cxn modelId="{E6E8BAD2-FC9B-41BE-9EC3-91791A6EBA0B}" srcId="{4818F08B-BED2-4B09-B71D-724ED166A23D}" destId="{D42B6B62-2675-4C79-B183-8A4CE923C461}" srcOrd="0" destOrd="0" parTransId="{B65CC6C9-F291-4CCA-BAC1-FD38E755B80A}" sibTransId="{65284BA7-EBE6-4CA8-B256-AB5E778DCA21}"/>
    <dgm:cxn modelId="{653ACCDA-5C69-4054-A63A-3A7A771E52F2}" type="presOf" srcId="{17A6113A-8D36-4705-851C-A67E9CA60338}" destId="{443AFBD8-567C-4634-B7BD-DF83921F3D60}" srcOrd="0" destOrd="2" presId="urn:microsoft.com/office/officeart/2005/8/layout/vList2"/>
    <dgm:cxn modelId="{33AEDBE1-4248-43FB-9D0F-B18B9DBDEEFB}" type="presOf" srcId="{B21AED56-3AE9-4CD9-A99F-AC8E667A2E0B}" destId="{443AFBD8-567C-4634-B7BD-DF83921F3D60}" srcOrd="0" destOrd="0" presId="urn:microsoft.com/office/officeart/2005/8/layout/vList2"/>
    <dgm:cxn modelId="{8184DDE5-818E-4344-B236-9B3229B4AC0C}" srcId="{AFBC3F17-9F8C-465C-943C-70F9345A380A}" destId="{4E278CE7-BDF6-4DD0-8A42-74CCF0DA44FB}" srcOrd="1" destOrd="0" parTransId="{5CD8D486-3FD1-422A-B65A-4FE1576F8DE7}" sibTransId="{320D8043-2005-4FD0-AD57-1E29C5C321E7}"/>
    <dgm:cxn modelId="{AA66D0F9-8594-4C0F-B231-05D39A1CA4CE}" srcId="{B21AED56-3AE9-4CD9-A99F-AC8E667A2E0B}" destId="{05B67188-08A4-4672-AD2D-63DA6D9CEE56}" srcOrd="2" destOrd="0" parTransId="{02779819-9FFA-4BD4-B6AA-DFD6C529A305}" sibTransId="{83ABA78F-4C47-4AFE-B0BD-0898FB138729}"/>
    <dgm:cxn modelId="{5A7B5A0E-2DC9-42AD-9491-DEB92213F93B}" type="presParOf" srcId="{FDFCF070-B882-43F0-A993-7EB32CE2F731}" destId="{2050F5F7-B6F0-4578-A0CA-7FF3DB599815}" srcOrd="0" destOrd="0" presId="urn:microsoft.com/office/officeart/2005/8/layout/vList2"/>
    <dgm:cxn modelId="{00E025C7-8214-4DA7-B32B-4F6340D58C6A}" type="presParOf" srcId="{FDFCF070-B882-43F0-A993-7EB32CE2F731}" destId="{6DFBBF88-59CD-4200-9721-03732724D80C}" srcOrd="1" destOrd="0" presId="urn:microsoft.com/office/officeart/2005/8/layout/vList2"/>
    <dgm:cxn modelId="{2AFB23CF-1E41-4FC4-8F62-FA7DDE35A76C}" type="presParOf" srcId="{FDFCF070-B882-43F0-A993-7EB32CE2F731}" destId="{805ECA1B-033F-493E-A71D-8FDBB9C541C2}" srcOrd="2" destOrd="0" presId="urn:microsoft.com/office/officeart/2005/8/layout/vList2"/>
    <dgm:cxn modelId="{48E5CEF9-C2A0-4EB9-8E81-0AB7DF3C037F}" type="presParOf" srcId="{FDFCF070-B882-43F0-A993-7EB32CE2F731}" destId="{443AFBD8-567C-4634-B7BD-DF83921F3D6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0EB2EC7-B85A-4805-A8ED-3025CC1CC39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D152687-54E3-45F3-BC3B-9121C0073342}">
      <dgm:prSet/>
      <dgm:spPr/>
      <dgm:t>
        <a:bodyPr/>
        <a:lstStyle/>
        <a:p>
          <a:r>
            <a:rPr lang="en-US"/>
            <a:t>Objetivo:</a:t>
          </a:r>
        </a:p>
      </dgm:t>
    </dgm:pt>
    <dgm:pt modelId="{342F2188-4B9A-4136-AE5B-90DA7F665935}" type="parTrans" cxnId="{52313839-C992-4138-97D4-1D863179A860}">
      <dgm:prSet/>
      <dgm:spPr/>
      <dgm:t>
        <a:bodyPr/>
        <a:lstStyle/>
        <a:p>
          <a:endParaRPr lang="en-US"/>
        </a:p>
      </dgm:t>
    </dgm:pt>
    <dgm:pt modelId="{4E059F64-B58B-4268-A6F1-A472BB77D63E}" type="sibTrans" cxnId="{52313839-C992-4138-97D4-1D863179A860}">
      <dgm:prSet/>
      <dgm:spPr/>
      <dgm:t>
        <a:bodyPr/>
        <a:lstStyle/>
        <a:p>
          <a:endParaRPr lang="en-US"/>
        </a:p>
      </dgm:t>
    </dgm:pt>
    <dgm:pt modelId="{7187D2DF-BA00-4ACE-AB98-96D500EE2B73}">
      <dgm:prSet/>
      <dgm:spPr/>
      <dgm:t>
        <a:bodyPr/>
        <a:lstStyle/>
        <a:p>
          <a:r>
            <a:rPr lang="en-US"/>
            <a:t>Entender y practicar: Repositorios/dashboards que ayudan a crackear hashes mediante grandes bases/diccionarios.</a:t>
          </a:r>
        </a:p>
      </dgm:t>
    </dgm:pt>
    <dgm:pt modelId="{433E5D1F-6F5E-4212-BD47-8DB48C676581}" type="parTrans" cxnId="{99E2E6CA-14A9-4771-B201-DFC46651265E}">
      <dgm:prSet/>
      <dgm:spPr/>
      <dgm:t>
        <a:bodyPr/>
        <a:lstStyle/>
        <a:p>
          <a:endParaRPr lang="en-US"/>
        </a:p>
      </dgm:t>
    </dgm:pt>
    <dgm:pt modelId="{4C76720C-79B3-4E64-B294-36EB5216445C}" type="sibTrans" cxnId="{99E2E6CA-14A9-4771-B201-DFC46651265E}">
      <dgm:prSet/>
      <dgm:spPr/>
      <dgm:t>
        <a:bodyPr/>
        <a:lstStyle/>
        <a:p>
          <a:endParaRPr lang="en-US"/>
        </a:p>
      </dgm:t>
    </dgm:pt>
    <dgm:pt modelId="{9CC304EB-E1C6-428F-B23D-4202B09FB5B9}">
      <dgm:prSet/>
      <dgm:spPr/>
      <dgm:t>
        <a:bodyPr/>
        <a:lstStyle/>
        <a:p>
          <a:r>
            <a:rPr lang="en-US"/>
            <a:t>Preparación:</a:t>
          </a:r>
        </a:p>
      </dgm:t>
    </dgm:pt>
    <dgm:pt modelId="{A14857D8-DB0D-4ADF-9FFA-A8FB861047B7}" type="parTrans" cxnId="{AA88C32D-EE57-4E16-9AB6-38E11A9753C9}">
      <dgm:prSet/>
      <dgm:spPr/>
      <dgm:t>
        <a:bodyPr/>
        <a:lstStyle/>
        <a:p>
          <a:endParaRPr lang="en-US"/>
        </a:p>
      </dgm:t>
    </dgm:pt>
    <dgm:pt modelId="{2A41F1D1-1241-4FA2-AB1B-F68906B8D2DD}" type="sibTrans" cxnId="{AA88C32D-EE57-4E16-9AB6-38E11A9753C9}">
      <dgm:prSet/>
      <dgm:spPr/>
      <dgm:t>
        <a:bodyPr/>
        <a:lstStyle/>
        <a:p>
          <a:endParaRPr lang="en-US"/>
        </a:p>
      </dgm:t>
    </dgm:pt>
    <dgm:pt modelId="{00D61530-C245-47FC-A4FE-67262668C84A}">
      <dgm:prSet/>
      <dgm:spPr/>
      <dgm:t>
        <a:bodyPr/>
        <a:lstStyle/>
        <a:p>
          <a:r>
            <a:rPr lang="en-US"/>
            <a:t>Pasos (resumidos):</a:t>
          </a:r>
        </a:p>
      </dgm:t>
    </dgm:pt>
    <dgm:pt modelId="{B1AFC781-B20B-4EAB-8CD6-8624DF1E98DB}" type="parTrans" cxnId="{B59AAE12-8967-43FB-A006-FB59650DE298}">
      <dgm:prSet/>
      <dgm:spPr/>
      <dgm:t>
        <a:bodyPr/>
        <a:lstStyle/>
        <a:p>
          <a:endParaRPr lang="en-US"/>
        </a:p>
      </dgm:t>
    </dgm:pt>
    <dgm:pt modelId="{B27F3C02-DE8E-4589-AC49-289B539F1D2B}" type="sibTrans" cxnId="{B59AAE12-8967-43FB-A006-FB59650DE298}">
      <dgm:prSet/>
      <dgm:spPr/>
      <dgm:t>
        <a:bodyPr/>
        <a:lstStyle/>
        <a:p>
          <a:endParaRPr lang="en-US"/>
        </a:p>
      </dgm:t>
    </dgm:pt>
    <dgm:pt modelId="{754A5A95-4B1A-4BEF-A108-6F3471CC5D73}">
      <dgm:prSet/>
      <dgm:spPr/>
      <dgm:t>
        <a:bodyPr/>
        <a:lstStyle/>
        <a:p>
          <a:r>
            <a:rPr lang="en-US"/>
            <a:t>1) Preparar el entorno según la preparación indicada.</a:t>
          </a:r>
        </a:p>
      </dgm:t>
    </dgm:pt>
    <dgm:pt modelId="{232EEA71-6FEF-439F-BC71-DC2AE4E0CB4A}" type="parTrans" cxnId="{31937FB7-A19C-4B38-BBAF-A49A23CF0BAA}">
      <dgm:prSet/>
      <dgm:spPr/>
      <dgm:t>
        <a:bodyPr/>
        <a:lstStyle/>
        <a:p>
          <a:endParaRPr lang="en-US"/>
        </a:p>
      </dgm:t>
    </dgm:pt>
    <dgm:pt modelId="{0633BAE0-7843-41B3-8DD6-6888CD2B37BF}" type="sibTrans" cxnId="{31937FB7-A19C-4B38-BBAF-A49A23CF0BAA}">
      <dgm:prSet/>
      <dgm:spPr/>
      <dgm:t>
        <a:bodyPr/>
        <a:lstStyle/>
        <a:p>
          <a:endParaRPr lang="en-US"/>
        </a:p>
      </dgm:t>
    </dgm:pt>
    <dgm:pt modelId="{78D715CD-ED7C-4970-ADFF-FBBCFF622153}">
      <dgm:prSet/>
      <dgm:spPr/>
      <dgm:t>
        <a:bodyPr/>
        <a:lstStyle/>
        <a:p>
          <a:r>
            <a:rPr lang="en-US"/>
            <a:t>2) Ejecutar la herramienta en modo no destructivo y documentar salida.</a:t>
          </a:r>
        </a:p>
      </dgm:t>
    </dgm:pt>
    <dgm:pt modelId="{2EF7035C-6E7B-4A27-B40B-AB6C8242210B}" type="parTrans" cxnId="{26CBB830-5C60-4014-85A7-AE78DCC26CC3}">
      <dgm:prSet/>
      <dgm:spPr/>
      <dgm:t>
        <a:bodyPr/>
        <a:lstStyle/>
        <a:p>
          <a:endParaRPr lang="en-US"/>
        </a:p>
      </dgm:t>
    </dgm:pt>
    <dgm:pt modelId="{E922DB1B-E027-47B2-BF8B-7CDE98720207}" type="sibTrans" cxnId="{26CBB830-5C60-4014-85A7-AE78DCC26CC3}">
      <dgm:prSet/>
      <dgm:spPr/>
      <dgm:t>
        <a:bodyPr/>
        <a:lstStyle/>
        <a:p>
          <a:endParaRPr lang="en-US"/>
        </a:p>
      </dgm:t>
    </dgm:pt>
    <dgm:pt modelId="{4CADF146-B7AC-451A-8A06-839D25012AA6}">
      <dgm:prSet/>
      <dgm:spPr/>
      <dgm:t>
        <a:bodyPr/>
        <a:lstStyle/>
        <a:p>
          <a:r>
            <a:rPr lang="en-US"/>
            <a:t>3) Analizar resultados y proponer mitigaciones.</a:t>
          </a:r>
        </a:p>
      </dgm:t>
    </dgm:pt>
    <dgm:pt modelId="{B8A144C2-3240-4D5F-99E1-59DB6C2032C1}" type="parTrans" cxnId="{2E1045BA-C288-4C15-A2B8-40CE2B5DDCDA}">
      <dgm:prSet/>
      <dgm:spPr/>
      <dgm:t>
        <a:bodyPr/>
        <a:lstStyle/>
        <a:p>
          <a:endParaRPr lang="en-US"/>
        </a:p>
      </dgm:t>
    </dgm:pt>
    <dgm:pt modelId="{29760336-D9E9-4C2E-9179-84C8C24CA60C}" type="sibTrans" cxnId="{2E1045BA-C288-4C15-A2B8-40CE2B5DDCDA}">
      <dgm:prSet/>
      <dgm:spPr/>
      <dgm:t>
        <a:bodyPr/>
        <a:lstStyle/>
        <a:p>
          <a:endParaRPr lang="en-US"/>
        </a:p>
      </dgm:t>
    </dgm:pt>
    <dgm:pt modelId="{BFA8B4B3-4EE8-4CFD-AB01-46ACD7771C04}">
      <dgm:prSet/>
      <dgm:spPr/>
      <dgm:t>
        <a:bodyPr/>
        <a:lstStyle/>
        <a:p>
          <a:r>
            <a:rPr lang="en-US"/>
            <a:t>Evaluación:</a:t>
          </a:r>
        </a:p>
      </dgm:t>
    </dgm:pt>
    <dgm:pt modelId="{1F1C6B21-29F0-4025-8957-D17B05304B0C}" type="parTrans" cxnId="{E5E6E54C-694B-4AA4-A8BF-502C00B6FE86}">
      <dgm:prSet/>
      <dgm:spPr/>
      <dgm:t>
        <a:bodyPr/>
        <a:lstStyle/>
        <a:p>
          <a:endParaRPr lang="en-US"/>
        </a:p>
      </dgm:t>
    </dgm:pt>
    <dgm:pt modelId="{572B5318-0D50-4882-B9F0-312B1B0DE988}" type="sibTrans" cxnId="{E5E6E54C-694B-4AA4-A8BF-502C00B6FE86}">
      <dgm:prSet/>
      <dgm:spPr/>
      <dgm:t>
        <a:bodyPr/>
        <a:lstStyle/>
        <a:p>
          <a:endParaRPr lang="en-US"/>
        </a:p>
      </dgm:t>
    </dgm:pt>
    <dgm:pt modelId="{85F1A542-963F-4770-B199-B733FC34AEFC}">
      <dgm:prSet/>
      <dgm:spPr/>
      <dgm:t>
        <a:bodyPr/>
        <a:lstStyle/>
        <a:p>
          <a:r>
            <a:rPr lang="en-US"/>
            <a:t>Informe: 1-2 páginas con objetivo, comandos, evidencias, hallazgos y mitigaciones.</a:t>
          </a:r>
        </a:p>
      </dgm:t>
    </dgm:pt>
    <dgm:pt modelId="{C4B9F276-7980-4816-B80E-F9BF6F6D4E70}" type="parTrans" cxnId="{E66F1EEB-22E8-4635-8E8D-1D7A21C1C458}">
      <dgm:prSet/>
      <dgm:spPr/>
      <dgm:t>
        <a:bodyPr/>
        <a:lstStyle/>
        <a:p>
          <a:endParaRPr lang="en-US"/>
        </a:p>
      </dgm:t>
    </dgm:pt>
    <dgm:pt modelId="{F56723D8-572A-458A-981E-EC7CC750F36E}" type="sibTrans" cxnId="{E66F1EEB-22E8-4635-8E8D-1D7A21C1C458}">
      <dgm:prSet/>
      <dgm:spPr/>
      <dgm:t>
        <a:bodyPr/>
        <a:lstStyle/>
        <a:p>
          <a:endParaRPr lang="en-US"/>
        </a:p>
      </dgm:t>
    </dgm:pt>
    <dgm:pt modelId="{4287C0AF-74D6-4022-905A-9142D7761D98}" type="pres">
      <dgm:prSet presAssocID="{70EB2EC7-B85A-4805-A8ED-3025CC1CC39E}" presName="linear" presStyleCnt="0">
        <dgm:presLayoutVars>
          <dgm:animLvl val="lvl"/>
          <dgm:resizeHandles val="exact"/>
        </dgm:presLayoutVars>
      </dgm:prSet>
      <dgm:spPr/>
    </dgm:pt>
    <dgm:pt modelId="{684EADD2-C430-4CA9-BCEC-446408E30668}" type="pres">
      <dgm:prSet presAssocID="{1D152687-54E3-45F3-BC3B-9121C007334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FA8450F-7D83-4C60-B305-A2AFC32428DE}" type="pres">
      <dgm:prSet presAssocID="{1D152687-54E3-45F3-BC3B-9121C0073342}" presName="childText" presStyleLbl="revTx" presStyleIdx="0" presStyleCnt="2">
        <dgm:presLayoutVars>
          <dgm:bulletEnabled val="1"/>
        </dgm:presLayoutVars>
      </dgm:prSet>
      <dgm:spPr/>
    </dgm:pt>
    <dgm:pt modelId="{8AEAEDC7-7377-4DB3-B11A-73587FB45DDB}" type="pres">
      <dgm:prSet presAssocID="{9CC304EB-E1C6-428F-B23D-4202B09FB5B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C74A359-42BB-49FE-AE17-257AB8FD1771}" type="pres">
      <dgm:prSet presAssocID="{9CC304EB-E1C6-428F-B23D-4202B09FB5B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293A50F-894D-4F77-ACE1-41B84851F7AF}" type="presOf" srcId="{BFA8B4B3-4EE8-4CFD-AB01-46ACD7771C04}" destId="{7C74A359-42BB-49FE-AE17-257AB8FD1771}" srcOrd="0" destOrd="4" presId="urn:microsoft.com/office/officeart/2005/8/layout/vList2"/>
    <dgm:cxn modelId="{B59AAE12-8967-43FB-A006-FB59650DE298}" srcId="{9CC304EB-E1C6-428F-B23D-4202B09FB5B9}" destId="{00D61530-C245-47FC-A4FE-67262668C84A}" srcOrd="0" destOrd="0" parTransId="{B1AFC781-B20B-4EAB-8CD6-8624DF1E98DB}" sibTransId="{B27F3C02-DE8E-4589-AC49-289B539F1D2B}"/>
    <dgm:cxn modelId="{EF316F1E-894E-437D-AA8C-10D950143749}" type="presOf" srcId="{70EB2EC7-B85A-4805-A8ED-3025CC1CC39E}" destId="{4287C0AF-74D6-4022-905A-9142D7761D98}" srcOrd="0" destOrd="0" presId="urn:microsoft.com/office/officeart/2005/8/layout/vList2"/>
    <dgm:cxn modelId="{AA88C32D-EE57-4E16-9AB6-38E11A9753C9}" srcId="{70EB2EC7-B85A-4805-A8ED-3025CC1CC39E}" destId="{9CC304EB-E1C6-428F-B23D-4202B09FB5B9}" srcOrd="1" destOrd="0" parTransId="{A14857D8-DB0D-4ADF-9FFA-A8FB861047B7}" sibTransId="{2A41F1D1-1241-4FA2-AB1B-F68906B8D2DD}"/>
    <dgm:cxn modelId="{26CBB830-5C60-4014-85A7-AE78DCC26CC3}" srcId="{00D61530-C245-47FC-A4FE-67262668C84A}" destId="{78D715CD-ED7C-4970-ADFF-FBBCFF622153}" srcOrd="1" destOrd="0" parTransId="{2EF7035C-6E7B-4A27-B40B-AB6C8242210B}" sibTransId="{E922DB1B-E027-47B2-BF8B-7CDE98720207}"/>
    <dgm:cxn modelId="{52313839-C992-4138-97D4-1D863179A860}" srcId="{70EB2EC7-B85A-4805-A8ED-3025CC1CC39E}" destId="{1D152687-54E3-45F3-BC3B-9121C0073342}" srcOrd="0" destOrd="0" parTransId="{342F2188-4B9A-4136-AE5B-90DA7F665935}" sibTransId="{4E059F64-B58B-4268-A6F1-A472BB77D63E}"/>
    <dgm:cxn modelId="{E5E6E54C-694B-4AA4-A8BF-502C00B6FE86}" srcId="{9CC304EB-E1C6-428F-B23D-4202B09FB5B9}" destId="{BFA8B4B3-4EE8-4CFD-AB01-46ACD7771C04}" srcOrd="1" destOrd="0" parTransId="{1F1C6B21-29F0-4025-8957-D17B05304B0C}" sibTransId="{572B5318-0D50-4882-B9F0-312B1B0DE988}"/>
    <dgm:cxn modelId="{8D7A6288-D18C-406C-A21F-37431F30D892}" type="presOf" srcId="{9CC304EB-E1C6-428F-B23D-4202B09FB5B9}" destId="{8AEAEDC7-7377-4DB3-B11A-73587FB45DDB}" srcOrd="0" destOrd="0" presId="urn:microsoft.com/office/officeart/2005/8/layout/vList2"/>
    <dgm:cxn modelId="{EBFD6396-08C1-4424-93FD-4BC9B218DD9C}" type="presOf" srcId="{754A5A95-4B1A-4BEF-A108-6F3471CC5D73}" destId="{7C74A359-42BB-49FE-AE17-257AB8FD1771}" srcOrd="0" destOrd="1" presId="urn:microsoft.com/office/officeart/2005/8/layout/vList2"/>
    <dgm:cxn modelId="{376473A9-5A2E-4B6D-AD8B-E86A21325315}" type="presOf" srcId="{00D61530-C245-47FC-A4FE-67262668C84A}" destId="{7C74A359-42BB-49FE-AE17-257AB8FD1771}" srcOrd="0" destOrd="0" presId="urn:microsoft.com/office/officeart/2005/8/layout/vList2"/>
    <dgm:cxn modelId="{D694D4B0-75C5-4252-813F-5C7DB214CB7D}" type="presOf" srcId="{85F1A542-963F-4770-B199-B733FC34AEFC}" destId="{7C74A359-42BB-49FE-AE17-257AB8FD1771}" srcOrd="0" destOrd="5" presId="urn:microsoft.com/office/officeart/2005/8/layout/vList2"/>
    <dgm:cxn modelId="{31937FB7-A19C-4B38-BBAF-A49A23CF0BAA}" srcId="{00D61530-C245-47FC-A4FE-67262668C84A}" destId="{754A5A95-4B1A-4BEF-A108-6F3471CC5D73}" srcOrd="0" destOrd="0" parTransId="{232EEA71-6FEF-439F-BC71-DC2AE4E0CB4A}" sibTransId="{0633BAE0-7843-41B3-8DD6-6888CD2B37BF}"/>
    <dgm:cxn modelId="{16FF53B8-B043-4F0A-988F-DD3F28253C6A}" type="presOf" srcId="{78D715CD-ED7C-4970-ADFF-FBBCFF622153}" destId="{7C74A359-42BB-49FE-AE17-257AB8FD1771}" srcOrd="0" destOrd="2" presId="urn:microsoft.com/office/officeart/2005/8/layout/vList2"/>
    <dgm:cxn modelId="{2E1045BA-C288-4C15-A2B8-40CE2B5DDCDA}" srcId="{00D61530-C245-47FC-A4FE-67262668C84A}" destId="{4CADF146-B7AC-451A-8A06-839D25012AA6}" srcOrd="2" destOrd="0" parTransId="{B8A144C2-3240-4D5F-99E1-59DB6C2032C1}" sibTransId="{29760336-D9E9-4C2E-9179-84C8C24CA60C}"/>
    <dgm:cxn modelId="{BE9C8FC9-2CD4-4ECE-95F3-54F7DA131C3B}" type="presOf" srcId="{1D152687-54E3-45F3-BC3B-9121C0073342}" destId="{684EADD2-C430-4CA9-BCEC-446408E30668}" srcOrd="0" destOrd="0" presId="urn:microsoft.com/office/officeart/2005/8/layout/vList2"/>
    <dgm:cxn modelId="{99E2E6CA-14A9-4771-B201-DFC46651265E}" srcId="{1D152687-54E3-45F3-BC3B-9121C0073342}" destId="{7187D2DF-BA00-4ACE-AB98-96D500EE2B73}" srcOrd="0" destOrd="0" parTransId="{433E5D1F-6F5E-4212-BD47-8DB48C676581}" sibTransId="{4C76720C-79B3-4E64-B294-36EB5216445C}"/>
    <dgm:cxn modelId="{E798D6E7-9E4E-416C-8F18-2C4A28D1D464}" type="presOf" srcId="{7187D2DF-BA00-4ACE-AB98-96D500EE2B73}" destId="{CFA8450F-7D83-4C60-B305-A2AFC32428DE}" srcOrd="0" destOrd="0" presId="urn:microsoft.com/office/officeart/2005/8/layout/vList2"/>
    <dgm:cxn modelId="{E66F1EEB-22E8-4635-8E8D-1D7A21C1C458}" srcId="{BFA8B4B3-4EE8-4CFD-AB01-46ACD7771C04}" destId="{85F1A542-963F-4770-B199-B733FC34AEFC}" srcOrd="0" destOrd="0" parTransId="{C4B9F276-7980-4816-B80E-F9BF6F6D4E70}" sibTransId="{F56723D8-572A-458A-981E-EC7CC750F36E}"/>
    <dgm:cxn modelId="{1D76F6F1-7B80-4ACD-A5D3-AC69877DAE41}" type="presOf" srcId="{4CADF146-B7AC-451A-8A06-839D25012AA6}" destId="{7C74A359-42BB-49FE-AE17-257AB8FD1771}" srcOrd="0" destOrd="3" presId="urn:microsoft.com/office/officeart/2005/8/layout/vList2"/>
    <dgm:cxn modelId="{02A5B33D-D7A1-4962-836B-B3AC63C3B083}" type="presParOf" srcId="{4287C0AF-74D6-4022-905A-9142D7761D98}" destId="{684EADD2-C430-4CA9-BCEC-446408E30668}" srcOrd="0" destOrd="0" presId="urn:microsoft.com/office/officeart/2005/8/layout/vList2"/>
    <dgm:cxn modelId="{EEA92D74-A81B-4BEB-87B8-27310808B9F2}" type="presParOf" srcId="{4287C0AF-74D6-4022-905A-9142D7761D98}" destId="{CFA8450F-7D83-4C60-B305-A2AFC32428DE}" srcOrd="1" destOrd="0" presId="urn:microsoft.com/office/officeart/2005/8/layout/vList2"/>
    <dgm:cxn modelId="{1675834C-29F1-48F6-B9DD-33F64D191697}" type="presParOf" srcId="{4287C0AF-74D6-4022-905A-9142D7761D98}" destId="{8AEAEDC7-7377-4DB3-B11A-73587FB45DDB}" srcOrd="2" destOrd="0" presId="urn:microsoft.com/office/officeart/2005/8/layout/vList2"/>
    <dgm:cxn modelId="{6231A8E9-02A6-4EB4-8102-2C669B9B4216}" type="presParOf" srcId="{4287C0AF-74D6-4022-905A-9142D7761D98}" destId="{7C74A359-42BB-49FE-AE17-257AB8FD177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BA2D19-AB59-4314-AD78-3E07E76001DB}">
      <dsp:nvSpPr>
        <dsp:cNvPr id="0" name=""/>
        <dsp:cNvSpPr/>
      </dsp:nvSpPr>
      <dsp:spPr>
        <a:xfrm>
          <a:off x="19" y="37943"/>
          <a:ext cx="1866036" cy="3744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Objetivo:</a:t>
          </a:r>
        </a:p>
      </dsp:txBody>
      <dsp:txXfrm>
        <a:off x="19" y="37943"/>
        <a:ext cx="1866036" cy="374400"/>
      </dsp:txXfrm>
    </dsp:sp>
    <dsp:sp modelId="{A865855A-0C1A-40A2-B64B-BE91F62F9239}">
      <dsp:nvSpPr>
        <dsp:cNvPr id="0" name=""/>
        <dsp:cNvSpPr/>
      </dsp:nvSpPr>
      <dsp:spPr>
        <a:xfrm>
          <a:off x="19" y="412343"/>
          <a:ext cx="1866036" cy="346925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Entender y practicar: Herramienta para abrir conexiones TCP/UDP, escuchar puertos y transferir datos.</a:t>
          </a:r>
        </a:p>
      </dsp:txBody>
      <dsp:txXfrm>
        <a:off x="19" y="412343"/>
        <a:ext cx="1866036" cy="3469251"/>
      </dsp:txXfrm>
    </dsp:sp>
    <dsp:sp modelId="{243F3893-1244-4E11-A5FE-28C3A0E289CD}">
      <dsp:nvSpPr>
        <dsp:cNvPr id="0" name=""/>
        <dsp:cNvSpPr/>
      </dsp:nvSpPr>
      <dsp:spPr>
        <a:xfrm>
          <a:off x="2127301" y="37943"/>
          <a:ext cx="1866036" cy="374400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Preparación:</a:t>
          </a:r>
        </a:p>
      </dsp:txBody>
      <dsp:txXfrm>
        <a:off x="2127301" y="37943"/>
        <a:ext cx="1866036" cy="374400"/>
      </dsp:txXfrm>
    </dsp:sp>
    <dsp:sp modelId="{39E21DED-8215-43A4-A1A3-A9335C4DE738}">
      <dsp:nvSpPr>
        <dsp:cNvPr id="0" name=""/>
        <dsp:cNvSpPr/>
      </dsp:nvSpPr>
      <dsp:spPr>
        <a:xfrm>
          <a:off x="2127301" y="412343"/>
          <a:ext cx="1866036" cy="3469251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Pasos (resumidos):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1) Preparar el entorno según la preparación indicada.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2) Ejecutar la herramienta en modo no destructivo y documentar salida.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3) Analizar resultados y proponer mitigaciones.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Evaluación: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Informe: 1-2 páginas con objetivo, comandos, evidencias, hallazgos y mitigaciones.</a:t>
          </a:r>
        </a:p>
      </dsp:txBody>
      <dsp:txXfrm>
        <a:off x="2127301" y="412343"/>
        <a:ext cx="1866036" cy="34692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BFCE8B-2129-4E07-BDFD-AA79C54C70D3}">
      <dsp:nvSpPr>
        <dsp:cNvPr id="0" name=""/>
        <dsp:cNvSpPr/>
      </dsp:nvSpPr>
      <dsp:spPr>
        <a:xfrm>
          <a:off x="0" y="284486"/>
          <a:ext cx="3993357" cy="4317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Objetivo:</a:t>
          </a:r>
        </a:p>
      </dsp:txBody>
      <dsp:txXfrm>
        <a:off x="21075" y="305561"/>
        <a:ext cx="3951207" cy="389580"/>
      </dsp:txXfrm>
    </dsp:sp>
    <dsp:sp modelId="{6F550246-5B97-476E-A23D-3217509B4E06}">
      <dsp:nvSpPr>
        <dsp:cNvPr id="0" name=""/>
        <dsp:cNvSpPr/>
      </dsp:nvSpPr>
      <dsp:spPr>
        <a:xfrm>
          <a:off x="0" y="716216"/>
          <a:ext cx="3993357" cy="43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8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Entender y practicar: Escáner para NetBIOS/SMB que descubre nombres NetBIOS y hosts.</a:t>
          </a:r>
        </a:p>
      </dsp:txBody>
      <dsp:txXfrm>
        <a:off x="0" y="716216"/>
        <a:ext cx="3993357" cy="437805"/>
      </dsp:txXfrm>
    </dsp:sp>
    <dsp:sp modelId="{9EDCCAA5-96B5-4810-B7D2-2F28F51DC150}">
      <dsp:nvSpPr>
        <dsp:cNvPr id="0" name=""/>
        <dsp:cNvSpPr/>
      </dsp:nvSpPr>
      <dsp:spPr>
        <a:xfrm>
          <a:off x="0" y="1154021"/>
          <a:ext cx="3993357" cy="43173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Preparación:</a:t>
          </a:r>
        </a:p>
      </dsp:txBody>
      <dsp:txXfrm>
        <a:off x="21075" y="1175096"/>
        <a:ext cx="3951207" cy="389580"/>
      </dsp:txXfrm>
    </dsp:sp>
    <dsp:sp modelId="{86D544F8-9ACF-4095-B765-705D069EF656}">
      <dsp:nvSpPr>
        <dsp:cNvPr id="0" name=""/>
        <dsp:cNvSpPr/>
      </dsp:nvSpPr>
      <dsp:spPr>
        <a:xfrm>
          <a:off x="0" y="1585751"/>
          <a:ext cx="3993357" cy="204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8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Pasos (resumidos):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1) Preparar el entorno según la preparación indicada.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2) Ejecutar la herramienta en modo no destructivo y documentar salida.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3) Analizar resultados y proponer mitigaciones.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Evaluación: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Informe: 1-2 páginas con objetivo, comandos, evidencias, hallazgos y mitigaciones.</a:t>
          </a:r>
        </a:p>
      </dsp:txBody>
      <dsp:txXfrm>
        <a:off x="0" y="1585751"/>
        <a:ext cx="3993357" cy="20493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8C273-3676-4EB9-9878-39BDD774A235}">
      <dsp:nvSpPr>
        <dsp:cNvPr id="0" name=""/>
        <dsp:cNvSpPr/>
      </dsp:nvSpPr>
      <dsp:spPr>
        <a:xfrm>
          <a:off x="0" y="486919"/>
          <a:ext cx="3886131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607" tIns="249936" rIns="301607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Entender y practicar: Plataforma de gestión de vulnerabilidades con priorización y reporting.</a:t>
          </a:r>
        </a:p>
      </dsp:txBody>
      <dsp:txXfrm>
        <a:off x="0" y="486919"/>
        <a:ext cx="3886131" cy="680400"/>
      </dsp:txXfrm>
    </dsp:sp>
    <dsp:sp modelId="{785683F1-7C58-45BB-A060-D2B32EEFCFB8}">
      <dsp:nvSpPr>
        <dsp:cNvPr id="0" name=""/>
        <dsp:cNvSpPr/>
      </dsp:nvSpPr>
      <dsp:spPr>
        <a:xfrm>
          <a:off x="194306" y="309799"/>
          <a:ext cx="2720291" cy="354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21" tIns="0" rIns="10282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Objetivo:</a:t>
          </a:r>
        </a:p>
      </dsp:txBody>
      <dsp:txXfrm>
        <a:off x="211599" y="327092"/>
        <a:ext cx="2685705" cy="319654"/>
      </dsp:txXfrm>
    </dsp:sp>
    <dsp:sp modelId="{6E930229-477F-4174-A22F-ED6EC3CD44EE}">
      <dsp:nvSpPr>
        <dsp:cNvPr id="0" name=""/>
        <dsp:cNvSpPr/>
      </dsp:nvSpPr>
      <dsp:spPr>
        <a:xfrm>
          <a:off x="0" y="1409239"/>
          <a:ext cx="3886131" cy="2003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607" tIns="249936" rIns="301607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Pasos (resumidos):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1) Preparar el entorno según la preparación indicada.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2) Ejecutar la herramienta en modo no destructivo y documentar salida.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3) Analizar resultados y proponer mitigaciones.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Evaluación: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Informe: 1-2 páginas con objetivo, comandos, evidencias, hallazgos y mitigaciones.</a:t>
          </a:r>
        </a:p>
      </dsp:txBody>
      <dsp:txXfrm>
        <a:off x="0" y="1409239"/>
        <a:ext cx="3886131" cy="2003400"/>
      </dsp:txXfrm>
    </dsp:sp>
    <dsp:sp modelId="{79ED1AF9-A956-4B4D-BB23-067394132461}">
      <dsp:nvSpPr>
        <dsp:cNvPr id="0" name=""/>
        <dsp:cNvSpPr/>
      </dsp:nvSpPr>
      <dsp:spPr>
        <a:xfrm>
          <a:off x="194306" y="1232119"/>
          <a:ext cx="2720291" cy="3542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21" tIns="0" rIns="10282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Preparación:</a:t>
          </a:r>
        </a:p>
      </dsp:txBody>
      <dsp:txXfrm>
        <a:off x="211599" y="1249412"/>
        <a:ext cx="2685705" cy="3196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2F12A0-AC48-4FDF-BED0-D836E952EAC2}">
      <dsp:nvSpPr>
        <dsp:cNvPr id="0" name=""/>
        <dsp:cNvSpPr/>
      </dsp:nvSpPr>
      <dsp:spPr>
        <a:xfrm>
          <a:off x="0" y="470943"/>
          <a:ext cx="3993357" cy="737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929" tIns="270764" rIns="309929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Entender y practicar: Colección de herramientas para sniffing (captura pasiva de tráfico).</a:t>
          </a:r>
        </a:p>
      </dsp:txBody>
      <dsp:txXfrm>
        <a:off x="0" y="470943"/>
        <a:ext cx="3993357" cy="737100"/>
      </dsp:txXfrm>
    </dsp:sp>
    <dsp:sp modelId="{DC9F88EB-3197-463B-B2F3-A279C6D7BC05}">
      <dsp:nvSpPr>
        <dsp:cNvPr id="0" name=""/>
        <dsp:cNvSpPr/>
      </dsp:nvSpPr>
      <dsp:spPr>
        <a:xfrm>
          <a:off x="199667" y="279063"/>
          <a:ext cx="2795349" cy="3837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5658" tIns="0" rIns="105658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Objetivo:</a:t>
          </a:r>
        </a:p>
      </dsp:txBody>
      <dsp:txXfrm>
        <a:off x="218401" y="297797"/>
        <a:ext cx="2757881" cy="346292"/>
      </dsp:txXfrm>
    </dsp:sp>
    <dsp:sp modelId="{F29C6550-97EE-46EB-B27F-44C98A03ABFD}">
      <dsp:nvSpPr>
        <dsp:cNvPr id="0" name=""/>
        <dsp:cNvSpPr/>
      </dsp:nvSpPr>
      <dsp:spPr>
        <a:xfrm>
          <a:off x="0" y="1470124"/>
          <a:ext cx="3993357" cy="2170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9929" tIns="270764" rIns="309929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Pasos (resumidos):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1) Preparar el entorno según la preparación indicada.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2) Ejecutar la herramienta en modo no destructivo y documentar salida.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3) Analizar resultados y proponer mitigaciones.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Evaluación: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Informe: 1-2 páginas con objetivo, comandos, evidencias, hallazgos y mitigaciones.</a:t>
          </a:r>
        </a:p>
      </dsp:txBody>
      <dsp:txXfrm>
        <a:off x="0" y="1470124"/>
        <a:ext cx="3993357" cy="2170350"/>
      </dsp:txXfrm>
    </dsp:sp>
    <dsp:sp modelId="{7371A728-BDA0-4C3D-89B0-953EA410BF5F}">
      <dsp:nvSpPr>
        <dsp:cNvPr id="0" name=""/>
        <dsp:cNvSpPr/>
      </dsp:nvSpPr>
      <dsp:spPr>
        <a:xfrm>
          <a:off x="199667" y="1278243"/>
          <a:ext cx="2795349" cy="3837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5658" tIns="0" rIns="105658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Preparación:</a:t>
          </a:r>
        </a:p>
      </dsp:txBody>
      <dsp:txXfrm>
        <a:off x="218401" y="1296977"/>
        <a:ext cx="2757881" cy="3462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BE68FF-8D22-4C21-BD8A-0245C89E59F8}">
      <dsp:nvSpPr>
        <dsp:cNvPr id="0" name=""/>
        <dsp:cNvSpPr/>
      </dsp:nvSpPr>
      <dsp:spPr>
        <a:xfrm>
          <a:off x="0" y="486919"/>
          <a:ext cx="3886131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607" tIns="249936" rIns="301607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Entender y practicar: Herramienta para falsificar respuestas DNS en un entorno controlado.</a:t>
          </a:r>
        </a:p>
      </dsp:txBody>
      <dsp:txXfrm>
        <a:off x="0" y="486919"/>
        <a:ext cx="3886131" cy="680400"/>
      </dsp:txXfrm>
    </dsp:sp>
    <dsp:sp modelId="{53D3B225-C760-454C-AB01-196543550BCC}">
      <dsp:nvSpPr>
        <dsp:cNvPr id="0" name=""/>
        <dsp:cNvSpPr/>
      </dsp:nvSpPr>
      <dsp:spPr>
        <a:xfrm>
          <a:off x="194306" y="309799"/>
          <a:ext cx="2720291" cy="3542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21" tIns="0" rIns="10282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Objetivo:</a:t>
          </a:r>
        </a:p>
      </dsp:txBody>
      <dsp:txXfrm>
        <a:off x="211599" y="327092"/>
        <a:ext cx="2685705" cy="319654"/>
      </dsp:txXfrm>
    </dsp:sp>
    <dsp:sp modelId="{3AC0B45C-971F-4F38-A330-FA2C449CFF43}">
      <dsp:nvSpPr>
        <dsp:cNvPr id="0" name=""/>
        <dsp:cNvSpPr/>
      </dsp:nvSpPr>
      <dsp:spPr>
        <a:xfrm>
          <a:off x="0" y="1409239"/>
          <a:ext cx="3886131" cy="2003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607" tIns="249936" rIns="301607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Pasos (resumidos):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1) Preparar el entorno según la preparación indicada.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2) Ejecutar la herramienta en modo no destructivo y documentar salida.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3) Analizar resultados y proponer mitigaciones.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Evaluación: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Informe: 1-2 páginas con objetivo, comandos, evidencias, hallazgos y mitigaciones.</a:t>
          </a:r>
        </a:p>
      </dsp:txBody>
      <dsp:txXfrm>
        <a:off x="0" y="1409239"/>
        <a:ext cx="3886131" cy="2003400"/>
      </dsp:txXfrm>
    </dsp:sp>
    <dsp:sp modelId="{651EC37F-2CDE-4274-810C-7E8EEE49F28B}">
      <dsp:nvSpPr>
        <dsp:cNvPr id="0" name=""/>
        <dsp:cNvSpPr/>
      </dsp:nvSpPr>
      <dsp:spPr>
        <a:xfrm>
          <a:off x="194306" y="1232119"/>
          <a:ext cx="2720291" cy="3542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21" tIns="0" rIns="10282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Preparación:</a:t>
          </a:r>
        </a:p>
      </dsp:txBody>
      <dsp:txXfrm>
        <a:off x="211599" y="1249412"/>
        <a:ext cx="2685705" cy="3196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6C8392-0BDE-4B50-9FC0-5EF3668ACC86}">
      <dsp:nvSpPr>
        <dsp:cNvPr id="0" name=""/>
        <dsp:cNvSpPr/>
      </dsp:nvSpPr>
      <dsp:spPr>
        <a:xfrm>
          <a:off x="0" y="185936"/>
          <a:ext cx="3886131" cy="431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Objetivo:</a:t>
          </a:r>
        </a:p>
      </dsp:txBody>
      <dsp:txXfrm>
        <a:off x="21075" y="207011"/>
        <a:ext cx="3843981" cy="389580"/>
      </dsp:txXfrm>
    </dsp:sp>
    <dsp:sp modelId="{02375374-4D9E-4B47-960D-50465091AA6D}">
      <dsp:nvSpPr>
        <dsp:cNvPr id="0" name=""/>
        <dsp:cNvSpPr/>
      </dsp:nvSpPr>
      <dsp:spPr>
        <a:xfrm>
          <a:off x="0" y="617666"/>
          <a:ext cx="3886131" cy="43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8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Entender y practicar: Generador de tráfico MAC para provocar CAM table overflow (simulado).</a:t>
          </a:r>
        </a:p>
      </dsp:txBody>
      <dsp:txXfrm>
        <a:off x="0" y="617666"/>
        <a:ext cx="3886131" cy="437805"/>
      </dsp:txXfrm>
    </dsp:sp>
    <dsp:sp modelId="{614E5F55-1AEC-422F-A2BF-59EB5328CA1E}">
      <dsp:nvSpPr>
        <dsp:cNvPr id="0" name=""/>
        <dsp:cNvSpPr/>
      </dsp:nvSpPr>
      <dsp:spPr>
        <a:xfrm>
          <a:off x="0" y="1055471"/>
          <a:ext cx="3886131" cy="43173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Preparación:</a:t>
          </a:r>
        </a:p>
      </dsp:txBody>
      <dsp:txXfrm>
        <a:off x="21075" y="1076546"/>
        <a:ext cx="3843981" cy="389580"/>
      </dsp:txXfrm>
    </dsp:sp>
    <dsp:sp modelId="{E09ABAC5-7C05-4FFF-BD04-C32AA2B21867}">
      <dsp:nvSpPr>
        <dsp:cNvPr id="0" name=""/>
        <dsp:cNvSpPr/>
      </dsp:nvSpPr>
      <dsp:spPr>
        <a:xfrm>
          <a:off x="0" y="1487201"/>
          <a:ext cx="3886131" cy="204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8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Pasos (resumidos):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1) Preparar el entorno según la preparación indicada.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2) Ejecutar la herramienta en modo no destructivo y documentar salida.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3) Analizar resultados y proponer mitigaciones.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Evaluación: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Informe: 1-2 páginas con objetivo, comandos, evidencias, hallazgos y mitigaciones.</a:t>
          </a:r>
        </a:p>
      </dsp:txBody>
      <dsp:txXfrm>
        <a:off x="0" y="1487201"/>
        <a:ext cx="3886131" cy="20493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44A46E-BBD7-4E5A-9C0C-BF2C327371C3}">
      <dsp:nvSpPr>
        <dsp:cNvPr id="0" name=""/>
        <dsp:cNvSpPr/>
      </dsp:nvSpPr>
      <dsp:spPr>
        <a:xfrm>
          <a:off x="0" y="185936"/>
          <a:ext cx="3886131" cy="431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Objetivo:</a:t>
          </a:r>
        </a:p>
      </dsp:txBody>
      <dsp:txXfrm>
        <a:off x="21075" y="207011"/>
        <a:ext cx="3843981" cy="389580"/>
      </dsp:txXfrm>
    </dsp:sp>
    <dsp:sp modelId="{60813DCE-A36D-43C1-AB3D-2CE5D8953795}">
      <dsp:nvSpPr>
        <dsp:cNvPr id="0" name=""/>
        <dsp:cNvSpPr/>
      </dsp:nvSpPr>
      <dsp:spPr>
        <a:xfrm>
          <a:off x="0" y="617666"/>
          <a:ext cx="3886131" cy="43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8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Entender y practicar: Captura correos en texto claro (SMTP/POP/IMAP sin TLS).</a:t>
          </a:r>
        </a:p>
      </dsp:txBody>
      <dsp:txXfrm>
        <a:off x="0" y="617666"/>
        <a:ext cx="3886131" cy="437805"/>
      </dsp:txXfrm>
    </dsp:sp>
    <dsp:sp modelId="{09F8DFEB-8E4D-4DCB-8AA1-2186CF7A603A}">
      <dsp:nvSpPr>
        <dsp:cNvPr id="0" name=""/>
        <dsp:cNvSpPr/>
      </dsp:nvSpPr>
      <dsp:spPr>
        <a:xfrm>
          <a:off x="0" y="1055471"/>
          <a:ext cx="3886131" cy="43173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Preparación:</a:t>
          </a:r>
        </a:p>
      </dsp:txBody>
      <dsp:txXfrm>
        <a:off x="21075" y="1076546"/>
        <a:ext cx="3843981" cy="389580"/>
      </dsp:txXfrm>
    </dsp:sp>
    <dsp:sp modelId="{5CF1AFEA-3D37-4F61-BD2D-F860C476C194}">
      <dsp:nvSpPr>
        <dsp:cNvPr id="0" name=""/>
        <dsp:cNvSpPr/>
      </dsp:nvSpPr>
      <dsp:spPr>
        <a:xfrm>
          <a:off x="0" y="1487201"/>
          <a:ext cx="3886131" cy="204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8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Pasos (resumidos):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1) Preparar el entorno según la preparación indicada.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2) Ejecutar la herramienta en modo no destructivo y documentar salida.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3) Analizar resultados y proponer mitigaciones.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Evaluación: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Informe: 1-2 páginas con objetivo, comandos, evidencias, hallazgos y mitigaciones.</a:t>
          </a:r>
        </a:p>
      </dsp:txBody>
      <dsp:txXfrm>
        <a:off x="0" y="1487201"/>
        <a:ext cx="3886131" cy="20493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624B72-C968-41F0-9120-586BB85C2771}">
      <dsp:nvSpPr>
        <dsp:cNvPr id="0" name=""/>
        <dsp:cNvSpPr/>
      </dsp:nvSpPr>
      <dsp:spPr>
        <a:xfrm>
          <a:off x="0" y="185936"/>
          <a:ext cx="3886131" cy="431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Objetivo:</a:t>
          </a:r>
        </a:p>
      </dsp:txBody>
      <dsp:txXfrm>
        <a:off x="21075" y="207011"/>
        <a:ext cx="3843981" cy="389580"/>
      </dsp:txXfrm>
    </dsp:sp>
    <dsp:sp modelId="{FA23AE02-CED4-4C12-9E0C-444154EF75F1}">
      <dsp:nvSpPr>
        <dsp:cNvPr id="0" name=""/>
        <dsp:cNvSpPr/>
      </dsp:nvSpPr>
      <dsp:spPr>
        <a:xfrm>
          <a:off x="0" y="617666"/>
          <a:ext cx="3886131" cy="43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8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Entender y practicar: Recolecta URLs visitadas en tráfico HTTP no cifrado.</a:t>
          </a:r>
        </a:p>
      </dsp:txBody>
      <dsp:txXfrm>
        <a:off x="0" y="617666"/>
        <a:ext cx="3886131" cy="437805"/>
      </dsp:txXfrm>
    </dsp:sp>
    <dsp:sp modelId="{1507C98A-A913-4085-8ECD-CFF78AB9E97F}">
      <dsp:nvSpPr>
        <dsp:cNvPr id="0" name=""/>
        <dsp:cNvSpPr/>
      </dsp:nvSpPr>
      <dsp:spPr>
        <a:xfrm>
          <a:off x="0" y="1055471"/>
          <a:ext cx="3886131" cy="43173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Preparación:</a:t>
          </a:r>
        </a:p>
      </dsp:txBody>
      <dsp:txXfrm>
        <a:off x="21075" y="1076546"/>
        <a:ext cx="3843981" cy="389580"/>
      </dsp:txXfrm>
    </dsp:sp>
    <dsp:sp modelId="{503A3BBA-101A-4A08-8090-87869BE37601}">
      <dsp:nvSpPr>
        <dsp:cNvPr id="0" name=""/>
        <dsp:cNvSpPr/>
      </dsp:nvSpPr>
      <dsp:spPr>
        <a:xfrm>
          <a:off x="0" y="1487201"/>
          <a:ext cx="3886131" cy="204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8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Pasos (resumidos):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1) Preparar el entorno según la preparación indicada.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2) Ejecutar la herramienta en modo no destructivo y documentar salida.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3) Analizar resultados y proponer mitigaciones.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Evaluación: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Informe: 1-2 páginas con objetivo, comandos, evidencias, hallazgos y mitigaciones.</a:t>
          </a:r>
        </a:p>
      </dsp:txBody>
      <dsp:txXfrm>
        <a:off x="0" y="1487201"/>
        <a:ext cx="3886131" cy="20493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50F5F7-B6F0-4578-A0CA-7FF3DB599815}">
      <dsp:nvSpPr>
        <dsp:cNvPr id="0" name=""/>
        <dsp:cNvSpPr/>
      </dsp:nvSpPr>
      <dsp:spPr>
        <a:xfrm>
          <a:off x="0" y="185936"/>
          <a:ext cx="3886131" cy="431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Objetivo:</a:t>
          </a:r>
        </a:p>
      </dsp:txBody>
      <dsp:txXfrm>
        <a:off x="21075" y="207011"/>
        <a:ext cx="3843981" cy="389580"/>
      </dsp:txXfrm>
    </dsp:sp>
    <dsp:sp modelId="{6DFBBF88-59CD-4200-9721-03732724D80C}">
      <dsp:nvSpPr>
        <dsp:cNvPr id="0" name=""/>
        <dsp:cNvSpPr/>
      </dsp:nvSpPr>
      <dsp:spPr>
        <a:xfrm>
          <a:off x="0" y="617666"/>
          <a:ext cx="3886131" cy="43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8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Entender y practicar: Herramienta antigua de fuerza bruta para servicios (uso controlado).</a:t>
          </a:r>
        </a:p>
      </dsp:txBody>
      <dsp:txXfrm>
        <a:off x="0" y="617666"/>
        <a:ext cx="3886131" cy="437805"/>
      </dsp:txXfrm>
    </dsp:sp>
    <dsp:sp modelId="{805ECA1B-033F-493E-A71D-8FDBB9C541C2}">
      <dsp:nvSpPr>
        <dsp:cNvPr id="0" name=""/>
        <dsp:cNvSpPr/>
      </dsp:nvSpPr>
      <dsp:spPr>
        <a:xfrm>
          <a:off x="0" y="1055471"/>
          <a:ext cx="3886131" cy="43173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Preparación:</a:t>
          </a:r>
        </a:p>
      </dsp:txBody>
      <dsp:txXfrm>
        <a:off x="21075" y="1076546"/>
        <a:ext cx="3843981" cy="389580"/>
      </dsp:txXfrm>
    </dsp:sp>
    <dsp:sp modelId="{443AFBD8-567C-4634-B7BD-DF83921F3D60}">
      <dsp:nvSpPr>
        <dsp:cNvPr id="0" name=""/>
        <dsp:cNvSpPr/>
      </dsp:nvSpPr>
      <dsp:spPr>
        <a:xfrm>
          <a:off x="0" y="1487201"/>
          <a:ext cx="3886131" cy="204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8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Pasos (resumidos):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1) Preparar el entorno según la preparación indicada.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2) Ejecutar la herramienta en modo no destructivo y documentar salida.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3) Analizar resultados y proponer mitigaciones.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Evaluación: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Informe: 1-2 páginas con objetivo, comandos, evidencias, hallazgos y mitigaciones.</a:t>
          </a:r>
        </a:p>
      </dsp:txBody>
      <dsp:txXfrm>
        <a:off x="0" y="1487201"/>
        <a:ext cx="3886131" cy="20493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4EADD2-C430-4CA9-BCEC-446408E30668}">
      <dsp:nvSpPr>
        <dsp:cNvPr id="0" name=""/>
        <dsp:cNvSpPr/>
      </dsp:nvSpPr>
      <dsp:spPr>
        <a:xfrm>
          <a:off x="0" y="88128"/>
          <a:ext cx="3886131" cy="431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Objetivo:</a:t>
          </a:r>
        </a:p>
      </dsp:txBody>
      <dsp:txXfrm>
        <a:off x="21075" y="109203"/>
        <a:ext cx="3843981" cy="389580"/>
      </dsp:txXfrm>
    </dsp:sp>
    <dsp:sp modelId="{CFA8450F-7D83-4C60-B305-A2AFC32428DE}">
      <dsp:nvSpPr>
        <dsp:cNvPr id="0" name=""/>
        <dsp:cNvSpPr/>
      </dsp:nvSpPr>
      <dsp:spPr>
        <a:xfrm>
          <a:off x="0" y="519858"/>
          <a:ext cx="3886131" cy="633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8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Entender y practicar: Repositorios/dashboards que ayudan a crackear hashes mediante grandes bases/diccionarios.</a:t>
          </a:r>
        </a:p>
      </dsp:txBody>
      <dsp:txXfrm>
        <a:off x="0" y="519858"/>
        <a:ext cx="3886131" cy="633420"/>
      </dsp:txXfrm>
    </dsp:sp>
    <dsp:sp modelId="{8AEAEDC7-7377-4DB3-B11A-73587FB45DDB}">
      <dsp:nvSpPr>
        <dsp:cNvPr id="0" name=""/>
        <dsp:cNvSpPr/>
      </dsp:nvSpPr>
      <dsp:spPr>
        <a:xfrm>
          <a:off x="0" y="1153278"/>
          <a:ext cx="3886131" cy="43173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Preparación:</a:t>
          </a:r>
        </a:p>
      </dsp:txBody>
      <dsp:txXfrm>
        <a:off x="21075" y="1174353"/>
        <a:ext cx="3843981" cy="389580"/>
      </dsp:txXfrm>
    </dsp:sp>
    <dsp:sp modelId="{7C74A359-42BB-49FE-AE17-257AB8FD1771}">
      <dsp:nvSpPr>
        <dsp:cNvPr id="0" name=""/>
        <dsp:cNvSpPr/>
      </dsp:nvSpPr>
      <dsp:spPr>
        <a:xfrm>
          <a:off x="0" y="1585008"/>
          <a:ext cx="3886131" cy="204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38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Pasos (resumidos):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1) Preparar el entorno según la preparación indicada.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2) Ejecutar la herramienta en modo no destructivo y documentar salida.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3) Analizar resultados y proponer mitigaciones.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Evaluación: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Informe: 1-2 páginas con objetivo, comandos, evidencias, hallazgos y mitigaciones.</a:t>
          </a:r>
        </a:p>
      </dsp:txBody>
      <dsp:txXfrm>
        <a:off x="0" y="1585008"/>
        <a:ext cx="3886131" cy="20493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Vasos con solución en estante en laboratorio">
            <a:extLst>
              <a:ext uri="{FF2B5EF4-FFF2-40B4-BE49-F238E27FC236}">
                <a16:creationId xmlns:a16="http://schemas.microsoft.com/office/drawing/2014/main" id="{974394AA-82DD-F577-D897-F0DC79ED7F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80" r="-1" b="-1"/>
          <a:stretch>
            <a:fillRect/>
          </a:stretch>
        </p:blipFill>
        <p:spPr>
          <a:xfrm>
            <a:off x="20" y="-7619"/>
            <a:ext cx="9143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539219" y="271092"/>
            <a:ext cx="4065561" cy="9144000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714594" y="623125"/>
            <a:ext cx="3067943" cy="180645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7794" y="4172881"/>
            <a:ext cx="5366057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1936866"/>
            <a:ext cx="3636783" cy="2839273"/>
          </a:xfrm>
        </p:spPr>
        <p:txBody>
          <a:bodyPr>
            <a:normAutofit/>
          </a:bodyPr>
          <a:lstStyle/>
          <a:p>
            <a:pPr algn="l"/>
            <a:r>
              <a:rPr lang="es-ES" sz="3100">
                <a:solidFill>
                  <a:srgbClr val="FFFFFF"/>
                </a:solidFill>
              </a:rPr>
              <a:t>Herramientas prácticas de laboratorio - Ciberseguridad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71" y="4873600"/>
            <a:ext cx="3636783" cy="1183602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ES" sz="1400">
                <a:solidFill>
                  <a:srgbClr val="FFFFFF"/>
                </a:solidFill>
              </a:rPr>
              <a:t>Netcat, nbtscan, OpenVAS, Nexpose, dsniff, arpspoof, dnspoof, filesnarf, macof, mailsnarf, urlsnarf, Brutus, RainbowCrack, CrackStation</a:t>
            </a:r>
          </a:p>
          <a:p>
            <a:pPr algn="l">
              <a:lnSpc>
                <a:spcPct val="90000"/>
              </a:lnSpc>
            </a:pPr>
            <a:r>
              <a:rPr lang="es-ES" sz="1400">
                <a:solidFill>
                  <a:srgbClr val="FFFFFF"/>
                </a:solidFill>
              </a:rPr>
              <a:t>Preparado para prácticas de FP - Entorno aislado</a:t>
            </a: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05052" y="-7619"/>
            <a:ext cx="746740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Netcat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Herramienta para abrir conexiones TCP/UDP, escuchar puertos y transferir datos.</a:t>
            </a:r>
          </a:p>
          <a:p>
            <a:endParaRPr lang="es-ES" sz="1700"/>
          </a:p>
          <a:p>
            <a:pPr lvl="1"/>
            <a:r>
              <a:rPr lang="es-ES" sz="1700"/>
              <a:t>Uso: chat simple entre VMs, transferencia de ficheros.</a:t>
            </a:r>
          </a:p>
          <a:p>
            <a:pPr lvl="1"/>
            <a:r>
              <a:rPr lang="es-ES" sz="1700"/>
              <a:t>Demo: Listener en VM A, conectar desde VM B.</a:t>
            </a:r>
          </a:p>
          <a:p>
            <a:pPr lvl="1"/>
            <a:r>
              <a:rPr lang="es-ES" sz="1700"/>
              <a:t>Riesgos: transferencia sin cifrar.</a:t>
            </a:r>
          </a:p>
          <a:p>
            <a:pPr lvl="1"/>
            <a:r>
              <a:rPr lang="es-ES" sz="1700"/>
              <a:t>Mitigación: usar SSH/SFTP, restringir puertos.</a:t>
            </a:r>
          </a:p>
        </p:txBody>
      </p:sp>
      <p:pic>
        <p:nvPicPr>
          <p:cNvPr id="5" name="Picture 4" descr="Cables de red de colores">
            <a:extLst>
              <a:ext uri="{FF2B5EF4-FFF2-40B4-BE49-F238E27FC236}">
                <a16:creationId xmlns:a16="http://schemas.microsoft.com/office/drawing/2014/main" id="{E5A0B1FE-7F70-139B-6050-A51D9EDE95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51" r="35099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s-ES" sz="3500"/>
              <a:t>nbtscan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s-ES" sz="1700"/>
              <a:t>Escáner para NetBIOS/SMB que descubre nombres NetBIOS y hosts.</a:t>
            </a:r>
          </a:p>
          <a:p>
            <a:endParaRPr lang="es-ES" sz="1700"/>
          </a:p>
          <a:p>
            <a:pPr lvl="1"/>
            <a:r>
              <a:rPr lang="es-ES" sz="1700"/>
              <a:t>Uso: descubrimiento de hosts NetBIOS en red local.</a:t>
            </a:r>
          </a:p>
          <a:p>
            <a:pPr lvl="1"/>
            <a:r>
              <a:rPr lang="es-ES" sz="1700"/>
              <a:t>Demo: escanear rango y listar nombres.</a:t>
            </a:r>
          </a:p>
          <a:p>
            <a:pPr lvl="1"/>
            <a:r>
              <a:rPr lang="es-ES" sz="1700"/>
              <a:t>Riesgos: exposición de información de red.</a:t>
            </a:r>
          </a:p>
          <a:p>
            <a:pPr lvl="1"/>
            <a:r>
              <a:rPr lang="es-ES" sz="1700"/>
              <a:t>Mitigación: deshabilitar NetBIOS si no necesario.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15D54-C120-E2FD-AFEB-68A6922CB4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425" r="31813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OpenVAS (Greenbone)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700"/>
              <a:t>Escáner de vulnerabilidades para analizar servicios y generar informes.</a:t>
            </a:r>
          </a:p>
          <a:p>
            <a:pPr>
              <a:lnSpc>
                <a:spcPct val="90000"/>
              </a:lnSpc>
            </a:pPr>
            <a:endParaRPr lang="es-ES" sz="1700"/>
          </a:p>
          <a:p>
            <a:pPr lvl="1">
              <a:lnSpc>
                <a:spcPct val="90000"/>
              </a:lnSpc>
            </a:pPr>
            <a:r>
              <a:rPr lang="es-ES" sz="1700"/>
              <a:t>Uso: configurar objetivo, ejecutar escaneo, revisar informe.</a:t>
            </a:r>
          </a:p>
          <a:p>
            <a:pPr lvl="1">
              <a:lnSpc>
                <a:spcPct val="90000"/>
              </a:lnSpc>
            </a:pPr>
            <a:r>
              <a:rPr lang="es-ES" sz="1700"/>
              <a:t>Demo: escaneo básico a servidor de laboratorio.</a:t>
            </a:r>
          </a:p>
          <a:p>
            <a:pPr lvl="1">
              <a:lnSpc>
                <a:spcPct val="90000"/>
              </a:lnSpc>
            </a:pPr>
            <a:r>
              <a:rPr lang="es-ES" sz="1700"/>
              <a:t>Riesgos: escaneos agresivos pueden causar carga.</a:t>
            </a:r>
          </a:p>
          <a:p>
            <a:pPr lvl="1">
              <a:lnSpc>
                <a:spcPct val="90000"/>
              </a:lnSpc>
            </a:pPr>
            <a:r>
              <a:rPr lang="es-ES" sz="1700"/>
              <a:t>Mitigación: limitar alcance y ventanas de escaneo.</a:t>
            </a:r>
          </a:p>
        </p:txBody>
      </p:sp>
      <p:pic>
        <p:nvPicPr>
          <p:cNvPr id="5" name="Picture 4" descr="Gráfico económico digital">
            <a:extLst>
              <a:ext uri="{FF2B5EF4-FFF2-40B4-BE49-F238E27FC236}">
                <a16:creationId xmlns:a16="http://schemas.microsoft.com/office/drawing/2014/main" id="{C255D54C-73A2-558B-9B52-ED6699B1F1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72" r="2358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Nexpose / InsightVM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Plataforma de gestión de vulnerabilidades con priorización y reporting.</a:t>
            </a:r>
          </a:p>
          <a:p>
            <a:endParaRPr lang="es-ES" sz="1700"/>
          </a:p>
          <a:p>
            <a:pPr lvl="1"/>
            <a:r>
              <a:rPr lang="es-ES" sz="1700"/>
              <a:t>Uso: escaneo y comparación con OpenVAS.</a:t>
            </a:r>
          </a:p>
          <a:p>
            <a:pPr lvl="1"/>
            <a:r>
              <a:rPr lang="es-ES" sz="1700"/>
              <a:t>Demo: exportar informe y priorizar parches.</a:t>
            </a:r>
          </a:p>
          <a:p>
            <a:pPr lvl="1"/>
            <a:r>
              <a:rPr lang="es-ES" sz="1700"/>
              <a:t>Riesgos: gestión de datos de inventario.</a:t>
            </a:r>
          </a:p>
          <a:p>
            <a:pPr lvl="1"/>
            <a:r>
              <a:rPr lang="es-ES" sz="1700"/>
              <a:t>Mitigación: control de acceso y auditoría.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5625D1-7B32-2C6E-4393-3587E98AE9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35" r="2942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a señalando un mapa">
            <a:extLst>
              <a:ext uri="{FF2B5EF4-FFF2-40B4-BE49-F238E27FC236}">
                <a16:creationId xmlns:a16="http://schemas.microsoft.com/office/drawing/2014/main" id="{94962413-920B-1ECE-DED0-82C3253BB2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48" r="36058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s-ES" sz="3500"/>
              <a:t>dsniff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s-ES" sz="1700"/>
              <a:t>Colección de herramientas para sniffing (captura pasiva de tráfico).</a:t>
            </a:r>
          </a:p>
          <a:p>
            <a:endParaRPr lang="es-ES" sz="1700"/>
          </a:p>
          <a:p>
            <a:pPr lvl="1"/>
            <a:r>
              <a:rPr lang="es-ES" sz="1700"/>
              <a:t>Uso: capturar tráfico HTTP/SMTP en texto claro.</a:t>
            </a:r>
          </a:p>
          <a:p>
            <a:pPr lvl="1"/>
            <a:r>
              <a:rPr lang="es-ES" sz="1700"/>
              <a:t>Demo: observar cabeceras y correos en texto plano.</a:t>
            </a:r>
          </a:p>
          <a:p>
            <a:pPr lvl="1"/>
            <a:r>
              <a:rPr lang="es-ES" sz="1700"/>
              <a:t>Riesgos: exposición de datos.</a:t>
            </a:r>
          </a:p>
          <a:p>
            <a:pPr lvl="1"/>
            <a:r>
              <a:rPr lang="es-ES" sz="1700"/>
              <a:t>Mitigación: cifrado de tráfico (TLS).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9768"/>
            <a:ext cx="9151630" cy="1519356"/>
            <a:chOff x="-1" y="-29768"/>
            <a:chExt cx="12202175" cy="151935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8" y="301843"/>
            <a:ext cx="7857832" cy="1003532"/>
          </a:xfrm>
        </p:spPr>
        <p:txBody>
          <a:bodyPr anchor="ctr">
            <a:normAutofit/>
          </a:bodyPr>
          <a:lstStyle/>
          <a:p>
            <a:r>
              <a:rPr lang="es-ES" sz="2800">
                <a:solidFill>
                  <a:srgbClr val="FFFFFF"/>
                </a:solidFill>
              </a:rPr>
              <a:t>arpspoof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1315" y="2308124"/>
            <a:ext cx="5790586" cy="3673576"/>
          </a:xfrm>
        </p:spPr>
        <p:txBody>
          <a:bodyPr>
            <a:normAutofit/>
          </a:bodyPr>
          <a:lstStyle/>
          <a:p>
            <a:r>
              <a:rPr lang="es-ES" sz="1700"/>
              <a:t>Herramienta para ARP spoofing (MitM) en LAN — sólo laboratorio.</a:t>
            </a:r>
          </a:p>
          <a:p>
            <a:endParaRPr lang="es-ES" sz="1700"/>
          </a:p>
          <a:p>
            <a:pPr lvl="1"/>
            <a:r>
              <a:rPr lang="es-ES" sz="1700"/>
              <a:t>Uso: demostrar MitM redirigiendo tráfico.</a:t>
            </a:r>
          </a:p>
          <a:p>
            <a:pPr lvl="1"/>
            <a:r>
              <a:rPr lang="es-ES" sz="1700"/>
              <a:t>Demo: 3 VMs (atacante, víctima, gateway).</a:t>
            </a:r>
          </a:p>
          <a:p>
            <a:pPr lvl="1"/>
            <a:r>
              <a:rPr lang="es-ES" sz="1700"/>
              <a:t>Riesgos: intercepción de tráfico, interrupción.</a:t>
            </a:r>
          </a:p>
          <a:p>
            <a:pPr lvl="1"/>
            <a:r>
              <a:rPr lang="es-ES" sz="1700"/>
              <a:t>Mitigación: ARP estático, IDS/IPS, protección de switches.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9768"/>
            <a:ext cx="9151630" cy="1519356"/>
            <a:chOff x="-1" y="-29768"/>
            <a:chExt cx="12202175" cy="151935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8" y="301843"/>
            <a:ext cx="7857832" cy="1003532"/>
          </a:xfrm>
        </p:spPr>
        <p:txBody>
          <a:bodyPr anchor="ctr">
            <a:normAutofit/>
          </a:bodyPr>
          <a:lstStyle/>
          <a:p>
            <a:r>
              <a:rPr lang="es-ES" sz="2800">
                <a:solidFill>
                  <a:srgbClr val="FFFFFF"/>
                </a:solidFill>
              </a:rPr>
              <a:t>dnspoof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1315" y="2308124"/>
            <a:ext cx="5790586" cy="3673576"/>
          </a:xfrm>
        </p:spPr>
        <p:txBody>
          <a:bodyPr>
            <a:normAutofit/>
          </a:bodyPr>
          <a:lstStyle/>
          <a:p>
            <a:r>
              <a:rPr lang="es-ES" sz="1700"/>
              <a:t>Herramienta para falsificar respuestas DNS en un entorno controlado.</a:t>
            </a:r>
          </a:p>
          <a:p>
            <a:endParaRPr lang="es-ES" sz="1700"/>
          </a:p>
          <a:p>
            <a:pPr lvl="1"/>
            <a:r>
              <a:rPr lang="es-ES" sz="1700"/>
              <a:t>Uso: simular redirección DNS para mostrar impacto.</a:t>
            </a:r>
          </a:p>
          <a:p>
            <a:pPr lvl="1"/>
            <a:r>
              <a:rPr lang="es-ES" sz="1700"/>
              <a:t>Demo: resolver nombre a servidor controlado.</a:t>
            </a:r>
          </a:p>
          <a:p>
            <a:pPr lvl="1"/>
            <a:r>
              <a:rPr lang="es-ES" sz="1700"/>
              <a:t>Riesgos: phishing/redirección.</a:t>
            </a:r>
          </a:p>
          <a:p>
            <a:pPr lvl="1"/>
            <a:r>
              <a:rPr lang="es-ES" sz="1700"/>
              <a:t>Mitigación: DNSSEC, DoT/DoH, monitoreo.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filesnarf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Captura nombres de archivos transferidos por la red (en texto claro).</a:t>
            </a:r>
          </a:p>
          <a:p>
            <a:endParaRPr lang="es-ES" sz="1700"/>
          </a:p>
          <a:p>
            <a:pPr lvl="1"/>
            <a:r>
              <a:rPr lang="es-ES" sz="1700"/>
              <a:t>Uso: detectar transferencias de archivos sin cifrar.</a:t>
            </a:r>
          </a:p>
          <a:p>
            <a:pPr lvl="1"/>
            <a:r>
              <a:rPr lang="es-ES" sz="1700"/>
              <a:t>Demo: listar nombres y tamaños.</a:t>
            </a:r>
          </a:p>
          <a:p>
            <a:pPr lvl="1"/>
            <a:r>
              <a:rPr lang="es-ES" sz="1700"/>
              <a:t>Riesgos: fuga de metadatos.</a:t>
            </a:r>
          </a:p>
          <a:p>
            <a:pPr lvl="1"/>
            <a:r>
              <a:rPr lang="es-ES" sz="1700"/>
              <a:t>Mitigación: usar SFTP/HTTPS.</a:t>
            </a:r>
          </a:p>
        </p:txBody>
      </p:sp>
      <p:pic>
        <p:nvPicPr>
          <p:cNvPr id="5" name="Picture 4" descr="Organizadores de diferentes colores">
            <a:extLst>
              <a:ext uri="{FF2B5EF4-FFF2-40B4-BE49-F238E27FC236}">
                <a16:creationId xmlns:a16="http://schemas.microsoft.com/office/drawing/2014/main" id="{4DF84719-6714-F2A9-050D-660FFD9387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64" r="29758" b="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macof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700"/>
              <a:t>Generador de tráfico MAC para provocar CAM table overflow (simulado).</a:t>
            </a:r>
          </a:p>
          <a:p>
            <a:pPr>
              <a:lnSpc>
                <a:spcPct val="90000"/>
              </a:lnSpc>
            </a:pPr>
            <a:endParaRPr lang="es-ES" sz="1700"/>
          </a:p>
          <a:p>
            <a:pPr lvl="1">
              <a:lnSpc>
                <a:spcPct val="90000"/>
              </a:lnSpc>
            </a:pPr>
            <a:r>
              <a:rPr lang="es-ES" sz="1700"/>
              <a:t>Uso: mostrar qué ocurre cuando el switch falla en aprendizaje MAC.</a:t>
            </a:r>
          </a:p>
          <a:p>
            <a:pPr lvl="1">
              <a:lnSpc>
                <a:spcPct val="90000"/>
              </a:lnSpc>
            </a:pPr>
            <a:r>
              <a:rPr lang="es-ES" sz="1700"/>
              <a:t>Demo: observar flood y degradación.</a:t>
            </a:r>
          </a:p>
          <a:p>
            <a:pPr lvl="1">
              <a:lnSpc>
                <a:spcPct val="90000"/>
              </a:lnSpc>
            </a:pPr>
            <a:r>
              <a:rPr lang="es-ES" sz="1700"/>
              <a:t>Riesgos: denegación de servicio a nivel L2.</a:t>
            </a:r>
          </a:p>
          <a:p>
            <a:pPr lvl="1">
              <a:lnSpc>
                <a:spcPct val="90000"/>
              </a:lnSpc>
            </a:pPr>
            <a:r>
              <a:rPr lang="es-ES" sz="1700"/>
              <a:t>Mitigación: port-security, limitación de MACs.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B04AA6-4EFF-EC6A-CB91-843871FB0E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575" r="2488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mailsnarf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Captura correos en texto claro (SMTP/POP/IMAP sin TLS).</a:t>
            </a:r>
          </a:p>
          <a:p>
            <a:endParaRPr lang="es-ES" sz="1700"/>
          </a:p>
          <a:p>
            <a:pPr lvl="1"/>
            <a:r>
              <a:rPr lang="es-ES" sz="1700"/>
              <a:t>Uso: demostrar exposición de correos y credenciales.</a:t>
            </a:r>
          </a:p>
          <a:p>
            <a:pPr lvl="1"/>
            <a:r>
              <a:rPr lang="es-ES" sz="1700"/>
              <a:t>Demo: enviar correo de prueba y capturar.</a:t>
            </a:r>
          </a:p>
          <a:p>
            <a:pPr lvl="1"/>
            <a:r>
              <a:rPr lang="es-ES" sz="1700"/>
              <a:t>Riesgos: exposición de información sensible.</a:t>
            </a:r>
          </a:p>
          <a:p>
            <a:pPr lvl="1"/>
            <a:r>
              <a:rPr lang="es-ES" sz="1700"/>
              <a:t>Mitigación: STARTTLS, autenticación segura.</a:t>
            </a:r>
          </a:p>
        </p:txBody>
      </p:sp>
      <p:pic>
        <p:nvPicPr>
          <p:cNvPr id="5" name="Picture 4" descr="Sobres coloridos">
            <a:extLst>
              <a:ext uri="{FF2B5EF4-FFF2-40B4-BE49-F238E27FC236}">
                <a16:creationId xmlns:a16="http://schemas.microsoft.com/office/drawing/2014/main" id="{203C96C2-23B9-605C-A24E-E4A3D480A3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59" r="26890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urlsnarf / urlenarf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Recolecta URLs visitadas en tráfico HTTP no cifrado.</a:t>
            </a:r>
          </a:p>
          <a:p>
            <a:endParaRPr lang="es-ES" sz="1700"/>
          </a:p>
          <a:p>
            <a:pPr lvl="1"/>
            <a:r>
              <a:rPr lang="es-ES" sz="1700"/>
              <a:t>Uso: listar URLs y rutas visitadas.</a:t>
            </a:r>
          </a:p>
          <a:p>
            <a:pPr lvl="1"/>
            <a:r>
              <a:rPr lang="es-ES" sz="1700"/>
              <a:t>Demo: navegar a páginas HTTP en lab.</a:t>
            </a:r>
          </a:p>
          <a:p>
            <a:pPr lvl="1"/>
            <a:r>
              <a:rPr lang="es-ES" sz="1700"/>
              <a:t>Riesgos: privacidad y exfiltración.</a:t>
            </a:r>
          </a:p>
          <a:p>
            <a:pPr lvl="1"/>
            <a:r>
              <a:rPr lang="es-ES" sz="1700"/>
              <a:t>Mitigación: forzar HTTPS, políticas de filtrado.</a:t>
            </a:r>
          </a:p>
        </p:txBody>
      </p:sp>
      <p:pic>
        <p:nvPicPr>
          <p:cNvPr id="5" name="Picture 4" descr="Cuerdas atadas en un barco en el mar">
            <a:extLst>
              <a:ext uri="{FF2B5EF4-FFF2-40B4-BE49-F238E27FC236}">
                <a16:creationId xmlns:a16="http://schemas.microsoft.com/office/drawing/2014/main" id="{692D1262-6984-A504-AEE4-9F6D6BEF50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07" r="47142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7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9768"/>
            <a:ext cx="9151630" cy="1519356"/>
            <a:chOff x="-1" y="-29768"/>
            <a:chExt cx="12202175" cy="1519356"/>
          </a:xfrm>
        </p:grpSpPr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8" y="301843"/>
            <a:ext cx="7857832" cy="1003532"/>
          </a:xfrm>
        </p:spPr>
        <p:txBody>
          <a:bodyPr anchor="ctr">
            <a:normAutofit/>
          </a:bodyPr>
          <a:lstStyle/>
          <a:p>
            <a:r>
              <a:rPr lang="es-ES" sz="2800">
                <a:solidFill>
                  <a:srgbClr val="FFFFFF"/>
                </a:solidFill>
              </a:rPr>
              <a:t>Brutus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1315" y="2308124"/>
            <a:ext cx="5790586" cy="3673576"/>
          </a:xfrm>
        </p:spPr>
        <p:txBody>
          <a:bodyPr>
            <a:normAutofit/>
          </a:bodyPr>
          <a:lstStyle/>
          <a:p>
            <a:r>
              <a:rPr lang="es-ES" sz="1700"/>
              <a:t>Herramienta antigua de fuerza bruta para servicios (uso controlado).</a:t>
            </a:r>
          </a:p>
          <a:p>
            <a:endParaRPr lang="es-ES" sz="1700"/>
          </a:p>
          <a:p>
            <a:pPr lvl="1"/>
            <a:r>
              <a:rPr lang="es-ES" sz="1700"/>
              <a:t>Uso: demostrar fuerza bruta contra cuenta de prueba.</a:t>
            </a:r>
          </a:p>
          <a:p>
            <a:pPr lvl="1"/>
            <a:r>
              <a:rPr lang="es-ES" sz="1700"/>
              <a:t>Demo: ataque con diccionario pequeño.</a:t>
            </a:r>
          </a:p>
          <a:p>
            <a:pPr lvl="1"/>
            <a:r>
              <a:rPr lang="es-ES" sz="1700"/>
              <a:t>Riesgos: bloqueo/DoS si se usa indiscriminadamente.</a:t>
            </a:r>
          </a:p>
          <a:p>
            <a:pPr lvl="1"/>
            <a:r>
              <a:rPr lang="es-ES" sz="1700"/>
              <a:t>Mitigación: bloqueo por intentos, MFA.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RainbowCrack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Uso de tablas arcoíris para acelerar cracking de hashes precomputados.</a:t>
            </a:r>
          </a:p>
          <a:p>
            <a:endParaRPr lang="es-ES" sz="1700"/>
          </a:p>
          <a:p>
            <a:pPr lvl="1"/>
            <a:r>
              <a:rPr lang="es-ES" sz="1700"/>
              <a:t>Uso: explicar tablas y limitaciones.</a:t>
            </a:r>
          </a:p>
          <a:p>
            <a:pPr lvl="1"/>
            <a:r>
              <a:rPr lang="es-ES" sz="1700"/>
              <a:t>Demo: pequeño ejemplo con mini-tabla.</a:t>
            </a:r>
          </a:p>
          <a:p>
            <a:pPr lvl="1"/>
            <a:r>
              <a:rPr lang="es-ES" sz="1700"/>
              <a:t>Riesgos: compromiso de contraseñas si no hay salts.</a:t>
            </a:r>
          </a:p>
          <a:p>
            <a:pPr lvl="1"/>
            <a:r>
              <a:rPr lang="es-ES" sz="1700"/>
              <a:t>Mitigación: salts únicos, funciones KDF (argon2).</a:t>
            </a:r>
          </a:p>
        </p:txBody>
      </p:sp>
      <p:pic>
        <p:nvPicPr>
          <p:cNvPr id="5" name="Picture 4" descr="Piezas de rompecabezas en 3D">
            <a:extLst>
              <a:ext uri="{FF2B5EF4-FFF2-40B4-BE49-F238E27FC236}">
                <a16:creationId xmlns:a16="http://schemas.microsoft.com/office/drawing/2014/main" id="{28EAC2DC-AF3C-3B20-B6DE-3BDE9079A8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69" r="25181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s-ES" sz="3500"/>
              <a:t>CrackStation (recursos)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s-ES" sz="1700"/>
              <a:t>Repositorios/dashboards que ayudan a crackear hashes mediante grandes bases/diccionarios.</a:t>
            </a:r>
          </a:p>
          <a:p>
            <a:endParaRPr lang="es-ES" sz="1700"/>
          </a:p>
          <a:p>
            <a:pPr lvl="1"/>
            <a:r>
              <a:rPr lang="es-ES" sz="1700"/>
              <a:t>Uso: consultar bases públicas en auditoría con consentimiento.</a:t>
            </a:r>
          </a:p>
          <a:p>
            <a:pPr lvl="1"/>
            <a:r>
              <a:rPr lang="es-ES" sz="1700"/>
              <a:t>Riesgos: uso indebido para recuperar credenciales.</a:t>
            </a:r>
          </a:p>
          <a:p>
            <a:pPr lvl="1"/>
            <a:r>
              <a:rPr lang="es-ES" sz="1700"/>
              <a:t>Mitigación: políticas de rotación y detección de credenciales filtradas.</a:t>
            </a:r>
          </a:p>
        </p:txBody>
      </p:sp>
      <p:pic>
        <p:nvPicPr>
          <p:cNvPr id="5" name="Picture 4" descr="Gráfico económico digital">
            <a:extLst>
              <a:ext uri="{FF2B5EF4-FFF2-40B4-BE49-F238E27FC236}">
                <a16:creationId xmlns:a16="http://schemas.microsoft.com/office/drawing/2014/main" id="{71C75292-012D-08ED-6CB1-BB68FB2F8B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263" r="25975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s-ES" sz="3500"/>
              <a:t>Hoja de ejercicios - Instrucciones generales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s-ES" sz="1700"/>
              <a:t>Condiciones del laboratorio:</a:t>
            </a:r>
          </a:p>
          <a:p>
            <a:pPr lvl="1"/>
            <a:r>
              <a:rPr lang="es-ES" sz="1700"/>
              <a:t>Usar red interna/host-only; snapshots antes de cada práctica.</a:t>
            </a:r>
          </a:p>
          <a:p>
            <a:pPr lvl="1"/>
            <a:r>
              <a:rPr lang="es-ES" sz="1700"/>
              <a:t>Nunca atacar redes fuera del laboratorio.</a:t>
            </a:r>
          </a:p>
          <a:p>
            <a:pPr lvl="1"/>
            <a:r>
              <a:rPr lang="es-ES" sz="1700"/>
              <a:t>Documentar evidencias: comandos usados, salida y capturas.</a:t>
            </a:r>
          </a:p>
          <a:p>
            <a:pPr lvl="1"/>
            <a:r>
              <a:rPr lang="es-ES" sz="1700"/>
              <a:t>Entregar informe corto por práctica.</a:t>
            </a:r>
          </a:p>
        </p:txBody>
      </p:sp>
      <p:pic>
        <p:nvPicPr>
          <p:cNvPr id="5" name="Picture 4" descr="Fondo abstracto">
            <a:extLst>
              <a:ext uri="{FF2B5EF4-FFF2-40B4-BE49-F238E27FC236}">
                <a16:creationId xmlns:a16="http://schemas.microsoft.com/office/drawing/2014/main" id="{486CE4D2-3152-028E-A290-096E8D0542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96" r="28826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s-ES" sz="3100"/>
              <a:t>Ejercicio: Netcat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99DD81-541F-3E25-65FA-4AAE07AB23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80" r="37862" b="-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BE7BDB-DB2F-2151-5717-42E1470CFC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6187012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s-ES" sz="3100"/>
              <a:t>Ejercicio: nbtscan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09B3B4-854F-2285-001B-91863CCA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62" r="22081" b="-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0E7D79-654D-49DD-9D3D-B4E45C8C1A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0086046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557190"/>
            <a:ext cx="3886133" cy="1671569"/>
          </a:xfrm>
        </p:spPr>
        <p:txBody>
          <a:bodyPr>
            <a:normAutofit/>
          </a:bodyPr>
          <a:lstStyle/>
          <a:p>
            <a:r>
              <a:rPr lang="es-ES" sz="3500"/>
              <a:t>Ejercicio: OpenVAS (Greenbone)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7" y="2406650"/>
            <a:ext cx="3886131" cy="37224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400"/>
              <a:t>Objetivo:</a:t>
            </a:r>
          </a:p>
          <a:p>
            <a:pPr lvl="1">
              <a:lnSpc>
                <a:spcPct val="90000"/>
              </a:lnSpc>
            </a:pPr>
            <a:r>
              <a:rPr lang="es-ES" sz="1400"/>
              <a:t>Entender y practicar: Escáner de vulnerabilidades para analizar servicios y generar informes.</a:t>
            </a:r>
          </a:p>
          <a:p>
            <a:pPr>
              <a:lnSpc>
                <a:spcPct val="90000"/>
              </a:lnSpc>
            </a:pPr>
            <a:r>
              <a:rPr lang="es-ES" sz="1400"/>
              <a:t>Preparación:</a:t>
            </a:r>
          </a:p>
          <a:p>
            <a:pPr lvl="1">
              <a:lnSpc>
                <a:spcPct val="90000"/>
              </a:lnSpc>
            </a:pPr>
            <a:r>
              <a:rPr lang="es-ES" sz="1400"/>
              <a:t>Pasos (resumidos):</a:t>
            </a:r>
          </a:p>
          <a:p>
            <a:pPr lvl="2">
              <a:lnSpc>
                <a:spcPct val="90000"/>
              </a:lnSpc>
            </a:pPr>
            <a:r>
              <a:rPr lang="es-ES" sz="1400"/>
              <a:t>1) Preparar el entorno según la preparación indicada.</a:t>
            </a:r>
          </a:p>
          <a:p>
            <a:pPr lvl="2">
              <a:lnSpc>
                <a:spcPct val="90000"/>
              </a:lnSpc>
            </a:pPr>
            <a:r>
              <a:rPr lang="es-ES" sz="1400"/>
              <a:t>2) Ejecutar la herramienta en modo no destructivo y documentar salida.</a:t>
            </a:r>
          </a:p>
          <a:p>
            <a:pPr lvl="2">
              <a:lnSpc>
                <a:spcPct val="90000"/>
              </a:lnSpc>
            </a:pPr>
            <a:r>
              <a:rPr lang="es-ES" sz="1400"/>
              <a:t>3) Analizar resultados y proponer mitigaciones.</a:t>
            </a:r>
          </a:p>
          <a:p>
            <a:pPr lvl="1">
              <a:lnSpc>
                <a:spcPct val="90000"/>
              </a:lnSpc>
            </a:pPr>
            <a:r>
              <a:rPr lang="es-ES" sz="1400"/>
              <a:t>Evaluación:</a:t>
            </a:r>
          </a:p>
          <a:p>
            <a:pPr lvl="2">
              <a:lnSpc>
                <a:spcPct val="90000"/>
              </a:lnSpc>
            </a:pPr>
            <a:r>
              <a:rPr lang="es-ES" sz="1400"/>
              <a:t>Informe: 1-2 páginas con objetivo, comandos, evidencias, hallazgos y mitigaciones.</a:t>
            </a:r>
          </a:p>
        </p:txBody>
      </p:sp>
      <p:pic>
        <p:nvPicPr>
          <p:cNvPr id="5" name="Picture 4" descr="Fabricación y almacenamiento de vacunas">
            <a:extLst>
              <a:ext uri="{FF2B5EF4-FFF2-40B4-BE49-F238E27FC236}">
                <a16:creationId xmlns:a16="http://schemas.microsoft.com/office/drawing/2014/main" id="{03B1A9EC-F213-F1DE-37DB-20ECEACA38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99" r="23680" b="-1"/>
          <a:stretch>
            <a:fillRect/>
          </a:stretch>
        </p:blipFill>
        <p:spPr>
          <a:xfrm>
            <a:off x="4641866" y="10"/>
            <a:ext cx="4502133" cy="685799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557190"/>
            <a:ext cx="3886133" cy="1671569"/>
          </a:xfrm>
        </p:spPr>
        <p:txBody>
          <a:bodyPr>
            <a:normAutofit/>
          </a:bodyPr>
          <a:lstStyle/>
          <a:p>
            <a:r>
              <a:rPr lang="es-ES" sz="3500"/>
              <a:t>Ejercicio: Nexpose / InsightVM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E3256-8071-0363-3822-1C141C136C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47" r="29426"/>
          <a:stretch>
            <a:fillRect/>
          </a:stretch>
        </p:blipFill>
        <p:spPr>
          <a:xfrm>
            <a:off x="4641866" y="10"/>
            <a:ext cx="4502133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CCDCF9-4F19-81BA-A706-20D897CF58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9275981"/>
              </p:ext>
            </p:extLst>
          </p:nvPr>
        </p:nvGraphicFramePr>
        <p:xfrm>
          <a:off x="486697" y="2406650"/>
          <a:ext cx="3886131" cy="372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s-ES" sz="3100"/>
              <a:t>Ejercicio: dsniff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7C80C8-7E96-E8AE-AA2A-9C65631DDB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62" r="22081" b="-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1D4EB8-BE89-F85F-F7EB-EEA5A08B46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081635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557190"/>
            <a:ext cx="3886133" cy="1671569"/>
          </a:xfrm>
        </p:spPr>
        <p:txBody>
          <a:bodyPr>
            <a:normAutofit/>
          </a:bodyPr>
          <a:lstStyle/>
          <a:p>
            <a:r>
              <a:rPr lang="es-ES" sz="3500"/>
              <a:t>Ejercicio: arpspoof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7" y="2406650"/>
            <a:ext cx="3886131" cy="37224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400"/>
              <a:t>Objetivo:</a:t>
            </a:r>
          </a:p>
          <a:p>
            <a:pPr lvl="1">
              <a:lnSpc>
                <a:spcPct val="90000"/>
              </a:lnSpc>
            </a:pPr>
            <a:r>
              <a:rPr lang="es-ES" sz="1400"/>
              <a:t>Entender y practicar: Herramienta para ARP spoofing (MitM) en LAN — sólo laboratorio.</a:t>
            </a:r>
          </a:p>
          <a:p>
            <a:pPr>
              <a:lnSpc>
                <a:spcPct val="90000"/>
              </a:lnSpc>
            </a:pPr>
            <a:r>
              <a:rPr lang="es-ES" sz="1400"/>
              <a:t>Preparación:</a:t>
            </a:r>
          </a:p>
          <a:p>
            <a:pPr lvl="1">
              <a:lnSpc>
                <a:spcPct val="90000"/>
              </a:lnSpc>
            </a:pPr>
            <a:r>
              <a:rPr lang="es-ES" sz="1400"/>
              <a:t>Pasos (resumidos):</a:t>
            </a:r>
          </a:p>
          <a:p>
            <a:pPr lvl="2">
              <a:lnSpc>
                <a:spcPct val="90000"/>
              </a:lnSpc>
            </a:pPr>
            <a:r>
              <a:rPr lang="es-ES" sz="1400"/>
              <a:t>1) Preparar el entorno según la preparación indicada.</a:t>
            </a:r>
          </a:p>
          <a:p>
            <a:pPr lvl="2">
              <a:lnSpc>
                <a:spcPct val="90000"/>
              </a:lnSpc>
            </a:pPr>
            <a:r>
              <a:rPr lang="es-ES" sz="1400"/>
              <a:t>2) Ejecutar la herramienta en modo no destructivo y documentar salida.</a:t>
            </a:r>
          </a:p>
          <a:p>
            <a:pPr lvl="2">
              <a:lnSpc>
                <a:spcPct val="90000"/>
              </a:lnSpc>
            </a:pPr>
            <a:r>
              <a:rPr lang="es-ES" sz="1400"/>
              <a:t>3) Analizar resultados y proponer mitigaciones.</a:t>
            </a:r>
          </a:p>
          <a:p>
            <a:pPr lvl="1">
              <a:lnSpc>
                <a:spcPct val="90000"/>
              </a:lnSpc>
            </a:pPr>
            <a:r>
              <a:rPr lang="es-ES" sz="1400"/>
              <a:t>Evaluación:</a:t>
            </a:r>
          </a:p>
          <a:p>
            <a:pPr lvl="2">
              <a:lnSpc>
                <a:spcPct val="90000"/>
              </a:lnSpc>
            </a:pPr>
            <a:r>
              <a:rPr lang="es-ES" sz="1400"/>
              <a:t>Informe: 1-2 páginas con objetivo, comandos, evidencias, hallazgos y mitigaciones.</a:t>
            </a:r>
          </a:p>
        </p:txBody>
      </p:sp>
      <p:pic>
        <p:nvPicPr>
          <p:cNvPr id="5" name="Picture 4" descr="Fabricación y almacenamiento de vacunas">
            <a:extLst>
              <a:ext uri="{FF2B5EF4-FFF2-40B4-BE49-F238E27FC236}">
                <a16:creationId xmlns:a16="http://schemas.microsoft.com/office/drawing/2014/main" id="{8DB86A52-8A0D-44C6-32A5-D08B559CA0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99" r="23680" b="-1"/>
          <a:stretch>
            <a:fillRect/>
          </a:stretch>
        </p:blipFill>
        <p:spPr>
          <a:xfrm>
            <a:off x="4641866" y="10"/>
            <a:ext cx="4502133" cy="685799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557190"/>
            <a:ext cx="3886133" cy="1671569"/>
          </a:xfrm>
        </p:spPr>
        <p:txBody>
          <a:bodyPr>
            <a:normAutofit/>
          </a:bodyPr>
          <a:lstStyle/>
          <a:p>
            <a:r>
              <a:rPr lang="es-ES" sz="3500"/>
              <a:t>Ejercicio: dnspoof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22CB20-172F-A09A-6B8D-C0166EA466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82" r="14571"/>
          <a:stretch>
            <a:fillRect/>
          </a:stretch>
        </p:blipFill>
        <p:spPr>
          <a:xfrm>
            <a:off x="4641866" y="10"/>
            <a:ext cx="4502133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8E6637-F915-3B2C-F040-73F070F714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2078045"/>
              </p:ext>
            </p:extLst>
          </p:nvPr>
        </p:nvGraphicFramePr>
        <p:xfrm>
          <a:off x="486697" y="2406650"/>
          <a:ext cx="3886131" cy="372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557190"/>
            <a:ext cx="3886133" cy="1671569"/>
          </a:xfrm>
        </p:spPr>
        <p:txBody>
          <a:bodyPr>
            <a:normAutofit/>
          </a:bodyPr>
          <a:lstStyle/>
          <a:p>
            <a:r>
              <a:rPr lang="es-ES" sz="3500"/>
              <a:t>Ejercicio: filesnarf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7" y="2406650"/>
            <a:ext cx="3886131" cy="37224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400"/>
              <a:t>Objetivo:</a:t>
            </a:r>
          </a:p>
          <a:p>
            <a:pPr lvl="1">
              <a:lnSpc>
                <a:spcPct val="90000"/>
              </a:lnSpc>
            </a:pPr>
            <a:r>
              <a:rPr lang="es-ES" sz="1400"/>
              <a:t>Entender y practicar: Captura nombres de archivos transferidos por la red (en texto claro).</a:t>
            </a:r>
          </a:p>
          <a:p>
            <a:pPr>
              <a:lnSpc>
                <a:spcPct val="90000"/>
              </a:lnSpc>
            </a:pPr>
            <a:r>
              <a:rPr lang="es-ES" sz="1400"/>
              <a:t>Preparación:</a:t>
            </a:r>
          </a:p>
          <a:p>
            <a:pPr lvl="1">
              <a:lnSpc>
                <a:spcPct val="90000"/>
              </a:lnSpc>
            </a:pPr>
            <a:r>
              <a:rPr lang="es-ES" sz="1400"/>
              <a:t>Pasos (resumidos):</a:t>
            </a:r>
          </a:p>
          <a:p>
            <a:pPr lvl="2">
              <a:lnSpc>
                <a:spcPct val="90000"/>
              </a:lnSpc>
            </a:pPr>
            <a:r>
              <a:rPr lang="es-ES" sz="1400"/>
              <a:t>1) Preparar el entorno según la preparación indicada.</a:t>
            </a:r>
          </a:p>
          <a:p>
            <a:pPr lvl="2">
              <a:lnSpc>
                <a:spcPct val="90000"/>
              </a:lnSpc>
            </a:pPr>
            <a:r>
              <a:rPr lang="es-ES" sz="1400"/>
              <a:t>2) Ejecutar la herramienta en modo no destructivo y documentar salida.</a:t>
            </a:r>
          </a:p>
          <a:p>
            <a:pPr lvl="2">
              <a:lnSpc>
                <a:spcPct val="90000"/>
              </a:lnSpc>
            </a:pPr>
            <a:r>
              <a:rPr lang="es-ES" sz="1400"/>
              <a:t>3) Analizar resultados y proponer mitigaciones.</a:t>
            </a:r>
          </a:p>
          <a:p>
            <a:pPr lvl="1">
              <a:lnSpc>
                <a:spcPct val="90000"/>
              </a:lnSpc>
            </a:pPr>
            <a:r>
              <a:rPr lang="es-ES" sz="1400"/>
              <a:t>Evaluación:</a:t>
            </a:r>
          </a:p>
          <a:p>
            <a:pPr lvl="2">
              <a:lnSpc>
                <a:spcPct val="90000"/>
              </a:lnSpc>
            </a:pPr>
            <a:r>
              <a:rPr lang="es-ES" sz="1400"/>
              <a:t>Informe: 1-2 páginas con objetivo, comandos, evidencias, hallazgos y mitigaciones.</a:t>
            </a:r>
          </a:p>
        </p:txBody>
      </p:sp>
      <p:pic>
        <p:nvPicPr>
          <p:cNvPr id="5" name="Picture 4" descr="Mano con cuerdas rojas">
            <a:extLst>
              <a:ext uri="{FF2B5EF4-FFF2-40B4-BE49-F238E27FC236}">
                <a16:creationId xmlns:a16="http://schemas.microsoft.com/office/drawing/2014/main" id="{74B21848-D509-400E-0D9B-54B77C0361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83" r="26097" b="-1"/>
          <a:stretch>
            <a:fillRect/>
          </a:stretch>
        </p:blipFill>
        <p:spPr>
          <a:xfrm>
            <a:off x="4641866" y="10"/>
            <a:ext cx="4502133" cy="685799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557190"/>
            <a:ext cx="3886133" cy="1671569"/>
          </a:xfrm>
        </p:spPr>
        <p:txBody>
          <a:bodyPr>
            <a:normAutofit/>
          </a:bodyPr>
          <a:lstStyle/>
          <a:p>
            <a:r>
              <a:rPr lang="es-ES" sz="3500"/>
              <a:t>Ejercicio: macof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C93C68-C531-C110-84C0-A1FEA737BC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34" r="17478"/>
          <a:stretch>
            <a:fillRect/>
          </a:stretch>
        </p:blipFill>
        <p:spPr>
          <a:xfrm>
            <a:off x="4641866" y="10"/>
            <a:ext cx="4502133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E115F5-CD95-3C57-18FF-B12C38A498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7778207"/>
              </p:ext>
            </p:extLst>
          </p:nvPr>
        </p:nvGraphicFramePr>
        <p:xfrm>
          <a:off x="486697" y="2406650"/>
          <a:ext cx="3886131" cy="372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557190"/>
            <a:ext cx="3886133" cy="1671569"/>
          </a:xfrm>
        </p:spPr>
        <p:txBody>
          <a:bodyPr>
            <a:normAutofit/>
          </a:bodyPr>
          <a:lstStyle/>
          <a:p>
            <a:r>
              <a:rPr lang="es-ES" sz="3500"/>
              <a:t>Ejercicio: mailsnarf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0A616B-816C-8E1E-D221-66F3514EA3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500" r="23573"/>
          <a:stretch>
            <a:fillRect/>
          </a:stretch>
        </p:blipFill>
        <p:spPr>
          <a:xfrm>
            <a:off x="4641866" y="10"/>
            <a:ext cx="4502133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5C9516-53D3-2977-4CAF-6AA5A1B36D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798668"/>
              </p:ext>
            </p:extLst>
          </p:nvPr>
        </p:nvGraphicFramePr>
        <p:xfrm>
          <a:off x="486697" y="2406650"/>
          <a:ext cx="3886131" cy="372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557190"/>
            <a:ext cx="3886133" cy="1671569"/>
          </a:xfrm>
        </p:spPr>
        <p:txBody>
          <a:bodyPr>
            <a:normAutofit/>
          </a:bodyPr>
          <a:lstStyle/>
          <a:p>
            <a:r>
              <a:rPr lang="es-ES" sz="3500"/>
              <a:t>Ejercicio: urlsnarf / urlenarf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B0B508-8784-928C-BADA-1562031FFC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11" r="16885" b="1"/>
          <a:stretch>
            <a:fillRect/>
          </a:stretch>
        </p:blipFill>
        <p:spPr>
          <a:xfrm>
            <a:off x="4641866" y="10"/>
            <a:ext cx="4502133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3822AC-56E7-9B86-FFB1-EDE0D47DCD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0016137"/>
              </p:ext>
            </p:extLst>
          </p:nvPr>
        </p:nvGraphicFramePr>
        <p:xfrm>
          <a:off x="486697" y="2406650"/>
          <a:ext cx="3886131" cy="372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557190"/>
            <a:ext cx="3886133" cy="1671569"/>
          </a:xfrm>
        </p:spPr>
        <p:txBody>
          <a:bodyPr>
            <a:normAutofit/>
          </a:bodyPr>
          <a:lstStyle/>
          <a:p>
            <a:r>
              <a:rPr lang="es-ES" sz="3500"/>
              <a:t>Ejercicio: Brutus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9436DF-A45F-AA79-7D78-EB723C03F4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452" r="11174"/>
          <a:stretch>
            <a:fillRect/>
          </a:stretch>
        </p:blipFill>
        <p:spPr>
          <a:xfrm>
            <a:off x="4641866" y="10"/>
            <a:ext cx="4502133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CA31AC-DF47-9E95-8F31-0DF2DAB251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652208"/>
              </p:ext>
            </p:extLst>
          </p:nvPr>
        </p:nvGraphicFramePr>
        <p:xfrm>
          <a:off x="486697" y="2406650"/>
          <a:ext cx="3886131" cy="372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557190"/>
            <a:ext cx="3886133" cy="1671569"/>
          </a:xfrm>
        </p:spPr>
        <p:txBody>
          <a:bodyPr>
            <a:normAutofit/>
          </a:bodyPr>
          <a:lstStyle/>
          <a:p>
            <a:r>
              <a:rPr lang="es-ES" sz="3500"/>
              <a:t>Ejercicio: RainbowCrack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7" y="2406650"/>
            <a:ext cx="3886131" cy="37224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400"/>
              <a:t>Objetivo:</a:t>
            </a:r>
          </a:p>
          <a:p>
            <a:pPr lvl="1">
              <a:lnSpc>
                <a:spcPct val="90000"/>
              </a:lnSpc>
            </a:pPr>
            <a:r>
              <a:rPr lang="es-ES" sz="1400"/>
              <a:t>Entender y practicar: Uso de tablas arcoíris para acelerar cracking de hashes precomputados.</a:t>
            </a:r>
          </a:p>
          <a:p>
            <a:pPr>
              <a:lnSpc>
                <a:spcPct val="90000"/>
              </a:lnSpc>
            </a:pPr>
            <a:r>
              <a:rPr lang="es-ES" sz="1400"/>
              <a:t>Preparación:</a:t>
            </a:r>
          </a:p>
          <a:p>
            <a:pPr lvl="1">
              <a:lnSpc>
                <a:spcPct val="90000"/>
              </a:lnSpc>
            </a:pPr>
            <a:r>
              <a:rPr lang="es-ES" sz="1400"/>
              <a:t>Pasos (resumidos):</a:t>
            </a:r>
          </a:p>
          <a:p>
            <a:pPr lvl="2">
              <a:lnSpc>
                <a:spcPct val="90000"/>
              </a:lnSpc>
            </a:pPr>
            <a:r>
              <a:rPr lang="es-ES" sz="1400"/>
              <a:t>1) Preparar el entorno según la preparación indicada.</a:t>
            </a:r>
          </a:p>
          <a:p>
            <a:pPr lvl="2">
              <a:lnSpc>
                <a:spcPct val="90000"/>
              </a:lnSpc>
            </a:pPr>
            <a:r>
              <a:rPr lang="es-ES" sz="1400"/>
              <a:t>2) Ejecutar la herramienta en modo no destructivo y documentar salida.</a:t>
            </a:r>
          </a:p>
          <a:p>
            <a:pPr lvl="2">
              <a:lnSpc>
                <a:spcPct val="90000"/>
              </a:lnSpc>
            </a:pPr>
            <a:r>
              <a:rPr lang="es-ES" sz="1400"/>
              <a:t>3) Analizar resultados y proponer mitigaciones.</a:t>
            </a:r>
          </a:p>
          <a:p>
            <a:pPr lvl="1">
              <a:lnSpc>
                <a:spcPct val="90000"/>
              </a:lnSpc>
            </a:pPr>
            <a:r>
              <a:rPr lang="es-ES" sz="1400"/>
              <a:t>Evaluación:</a:t>
            </a:r>
          </a:p>
          <a:p>
            <a:pPr lvl="2">
              <a:lnSpc>
                <a:spcPct val="90000"/>
              </a:lnSpc>
            </a:pPr>
            <a:r>
              <a:rPr lang="es-ES" sz="1400"/>
              <a:t>Informe: 1-2 páginas con objetivo, comandos, evidencias, hallazgos y mitigaciones.</a:t>
            </a:r>
          </a:p>
        </p:txBody>
      </p:sp>
      <p:pic>
        <p:nvPicPr>
          <p:cNvPr id="5" name="Picture 4" descr="Una vista superior de pelotas multicolores">
            <a:extLst>
              <a:ext uri="{FF2B5EF4-FFF2-40B4-BE49-F238E27FC236}">
                <a16:creationId xmlns:a16="http://schemas.microsoft.com/office/drawing/2014/main" id="{D36726B6-6ED7-6BF8-9C39-06BF24FD09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60" r="18704"/>
          <a:stretch>
            <a:fillRect/>
          </a:stretch>
        </p:blipFill>
        <p:spPr>
          <a:xfrm>
            <a:off x="4641866" y="10"/>
            <a:ext cx="4502133" cy="685799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557190"/>
            <a:ext cx="3886133" cy="16715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500"/>
              <a:t>Ejercicio: CrackStation (recursos)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71573D-F603-723B-031B-1BA291AE73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36" r="25344" b="-1"/>
          <a:stretch>
            <a:fillRect/>
          </a:stretch>
        </p:blipFill>
        <p:spPr>
          <a:xfrm>
            <a:off x="4641866" y="10"/>
            <a:ext cx="4502133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270646-EA41-CA7C-9DFF-608CCCB31B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8655705"/>
              </p:ext>
            </p:extLst>
          </p:nvPr>
        </p:nvGraphicFramePr>
        <p:xfrm>
          <a:off x="486697" y="2406650"/>
          <a:ext cx="3886131" cy="372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1807</Words>
  <Application>Microsoft Office PowerPoint</Application>
  <PresentationFormat>Presentación en pantalla (4:3)</PresentationFormat>
  <Paragraphs>246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Herramientas prácticas de laboratorio - Ciberseguridad</vt:lpstr>
      <vt:lpstr>Netcat</vt:lpstr>
      <vt:lpstr>nbtscan</vt:lpstr>
      <vt:lpstr>OpenVAS (Greenbone)</vt:lpstr>
      <vt:lpstr>Nexpose / InsightVM</vt:lpstr>
      <vt:lpstr>dsniff</vt:lpstr>
      <vt:lpstr>arpspoof</vt:lpstr>
      <vt:lpstr>dnspoof</vt:lpstr>
      <vt:lpstr>filesnarf</vt:lpstr>
      <vt:lpstr>macof</vt:lpstr>
      <vt:lpstr>mailsnarf</vt:lpstr>
      <vt:lpstr>urlsnarf / urlenarf</vt:lpstr>
      <vt:lpstr>Brutus</vt:lpstr>
      <vt:lpstr>RainbowCrack</vt:lpstr>
      <vt:lpstr>CrackStation (recursos)</vt:lpstr>
      <vt:lpstr>Hoja de ejercicios - Instrucciones generales</vt:lpstr>
      <vt:lpstr>Ejercicio: Netcat</vt:lpstr>
      <vt:lpstr>Ejercicio: nbtscan</vt:lpstr>
      <vt:lpstr>Ejercicio: OpenVAS (Greenbone)</vt:lpstr>
      <vt:lpstr>Ejercicio: Nexpose / InsightVM</vt:lpstr>
      <vt:lpstr>Ejercicio: dsniff</vt:lpstr>
      <vt:lpstr>Ejercicio: arpspoof</vt:lpstr>
      <vt:lpstr>Ejercicio: dnspoof</vt:lpstr>
      <vt:lpstr>Ejercicio: filesnarf</vt:lpstr>
      <vt:lpstr>Ejercicio: macof</vt:lpstr>
      <vt:lpstr>Ejercicio: mailsnarf</vt:lpstr>
      <vt:lpstr>Ejercicio: urlsnarf / urlenarf</vt:lpstr>
      <vt:lpstr>Ejercicio: Brutus</vt:lpstr>
      <vt:lpstr>Ejercicio: RainbowCrack</vt:lpstr>
      <vt:lpstr>Ejercicio: CrackStation (recursos)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2</cp:revision>
  <dcterms:created xsi:type="dcterms:W3CDTF">2013-01-27T09:14:16Z</dcterms:created>
  <dcterms:modified xsi:type="dcterms:W3CDTF">2025-10-20T17:20:19Z</dcterms:modified>
  <cp:category/>
</cp:coreProperties>
</file>