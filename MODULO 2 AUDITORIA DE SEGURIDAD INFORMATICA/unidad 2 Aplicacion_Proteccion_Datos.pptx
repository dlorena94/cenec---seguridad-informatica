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1728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9743E567-337F-4C21-A62A-0C7FCC4B4E77}"/>
    <pc:docChg chg="custSel modSld">
      <pc:chgData name="Alberto Ruiz" userId="47fa91d207cfb014" providerId="LiveId" clId="{9743E567-337F-4C21-A62A-0C7FCC4B4E77}" dt="2025-10-07T06:43:22.565" v="1" actId="478"/>
      <pc:docMkLst>
        <pc:docMk/>
      </pc:docMkLst>
      <pc:sldChg chg="addSp delSp modSp mod">
        <pc:chgData name="Alberto Ruiz" userId="47fa91d207cfb014" providerId="LiveId" clId="{9743E567-337F-4C21-A62A-0C7FCC4B4E77}" dt="2025-10-07T06:43:22.565" v="1" actId="478"/>
        <pc:sldMkLst>
          <pc:docMk/>
          <pc:sldMk cId="0" sldId="256"/>
        </pc:sldMkLst>
        <pc:spChg chg="del">
          <ac:chgData name="Alberto Ruiz" userId="47fa91d207cfb014" providerId="LiveId" clId="{9743E567-337F-4C21-A62A-0C7FCC4B4E77}" dt="2025-10-07T06:43:19.801" v="0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Alberto Ruiz" userId="47fa91d207cfb014" providerId="LiveId" clId="{9743E567-337F-4C21-A62A-0C7FCC4B4E77}" dt="2025-10-07T06:43:22.565" v="1" actId="478"/>
          <ac:spMkLst>
            <pc:docMk/>
            <pc:sldMk cId="0" sldId="256"/>
            <ac:spMk id="5" creationId="{7C6FB7CE-BC1D-A2E1-DB4B-A1E0B115E1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Aplicación de la normativa de protección de datos personales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Importancia de proteger los datos personales</a:t>
            </a:r>
          </a:p>
          <a:p>
            <a:r>
              <a:t>• Objetivos de la normativa</a:t>
            </a:r>
          </a:p>
          <a:p>
            <a:r>
              <a:t>• Ámbito de aplicación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Marco normativo europeo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Reglamento (UE) 2016/679 (RGPD)</a:t>
            </a:r>
          </a:p>
          <a:p>
            <a:r>
              <a:t>• Libre circulación de datos en la UE</a:t>
            </a:r>
          </a:p>
          <a:p>
            <a:r>
              <a:t>• Aplicación directa en los estados miembros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Legislación en España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Ley Orgánica 3/2018 (LOPDGDD)</a:t>
            </a:r>
          </a:p>
          <a:p>
            <a:r>
              <a:t>• Ley Orgánica 7/2021</a:t>
            </a:r>
          </a:p>
          <a:p>
            <a:r>
              <a:t>• Normativa sectorial aplicable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básicos del tratamiento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Licitud, lealtad y transparencia</a:t>
            </a:r>
          </a:p>
          <a:p>
            <a:r>
              <a:t>• Limitación de la finalidad</a:t>
            </a:r>
          </a:p>
          <a:p>
            <a:r>
              <a:t>• Minimización de datos</a:t>
            </a:r>
          </a:p>
          <a:p>
            <a:r>
              <a:t>• Exactitud</a:t>
            </a:r>
          </a:p>
          <a:p>
            <a:r>
              <a:t>• Limitación del plazo de conservación</a:t>
            </a:r>
          </a:p>
          <a:p>
            <a:r>
              <a:t>• Integridad y confidencialidad</a:t>
            </a:r>
          </a:p>
          <a:p>
            <a:r>
              <a:t>• Rendición de cuentas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Transparencia e información al afectado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Información clara y accesible</a:t>
            </a:r>
          </a:p>
          <a:p>
            <a:r>
              <a:t>• Identidad del responsable</a:t>
            </a:r>
          </a:p>
          <a:p>
            <a:r>
              <a:t>• Finalidad del tratamiento</a:t>
            </a:r>
          </a:p>
          <a:p>
            <a:r>
              <a:t>• Base legal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Bases jurídicas para el tratamiento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Consentimiento</a:t>
            </a:r>
          </a:p>
          <a:p>
            <a:r>
              <a:t>• Contrato</a:t>
            </a:r>
          </a:p>
          <a:p>
            <a:r>
              <a:t>• Obligación legal</a:t>
            </a:r>
          </a:p>
          <a:p>
            <a:r>
              <a:t>• Intereses legítimos</a:t>
            </a:r>
          </a:p>
          <a:p>
            <a:r>
              <a:t>• Interés público</a:t>
            </a:r>
          </a:p>
          <a:p>
            <a:r>
              <a:t>• Protección de intereses vitales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Derechos de los interesados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Acceso</a:t>
            </a:r>
          </a:p>
          <a:p>
            <a:r>
              <a:t>• Rectificación</a:t>
            </a:r>
          </a:p>
          <a:p>
            <a:r>
              <a:t>• Supresión (derecho al olvido)</a:t>
            </a:r>
          </a:p>
          <a:p>
            <a:r>
              <a:t>• Limitación del tratamiento</a:t>
            </a:r>
          </a:p>
          <a:p>
            <a:r>
              <a:t>• Portabilidad</a:t>
            </a:r>
          </a:p>
          <a:p>
            <a:r>
              <a:t>• Oposición</a:t>
            </a:r>
          </a:p>
          <a:p>
            <a:r>
              <a:t>• No ser objeto de decisiones automatizadas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Responsables y encargados del tratamiento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Responsable: decide sobre los datos</a:t>
            </a:r>
          </a:p>
          <a:p>
            <a:r>
              <a:t>• Encargado: trata datos por cuenta del responsable</a:t>
            </a:r>
          </a:p>
          <a:p>
            <a:r>
              <a:t>• Obligaciones de cada uno</a:t>
            </a:r>
          </a:p>
          <a:p>
            <a:r>
              <a:t>• Contratos reguladores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Delegado de Protección de Datos (DPD/DPO)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Obligatorio en ciertos casos</a:t>
            </a:r>
          </a:p>
          <a:p>
            <a:r>
              <a:t>• Funciones clave</a:t>
            </a:r>
          </a:p>
          <a:p>
            <a:r>
              <a:t>• Independencia en su actuación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Evaluaciones de impacto (EIPD/DPIA)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Cuándo hacerlas</a:t>
            </a:r>
          </a:p>
          <a:p>
            <a:r>
              <a:t>• Qué incluyen</a:t>
            </a:r>
          </a:p>
          <a:p>
            <a:r>
              <a:t>• Mitigación y seguimiento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de los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Medidas técnicas y organizativas</a:t>
            </a:r>
          </a:p>
          <a:p>
            <a:r>
              <a:t>• Cifrado, anonimización, pseudonimización</a:t>
            </a:r>
          </a:p>
          <a:p>
            <a:r>
              <a:t>• Control de accesos</a:t>
            </a:r>
          </a:p>
          <a:p>
            <a:r>
              <a:t>• Auditorías y backup</a:t>
            </a:r>
          </a:p>
          <a:p>
            <a:r>
              <a:t>• Gestión de incidentes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Notificación de brechas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Obligación de notificar a la autoridad</a:t>
            </a:r>
          </a:p>
          <a:p>
            <a:r>
              <a:t>• Comunicación a los afectados</a:t>
            </a:r>
          </a:p>
          <a:p>
            <a:r>
              <a:t>• Plazos y requisitos mínimos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Transferencias internacionales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Normas para transferir datos fuera de la UE</a:t>
            </a:r>
          </a:p>
          <a:p>
            <a:r>
              <a:t>• Cláusulas contractuales tipo</a:t>
            </a:r>
          </a:p>
          <a:p>
            <a:r>
              <a:t>• Decisiones de adecuación</a:t>
            </a:r>
          </a:p>
          <a:p>
            <a:r>
              <a:t>• Garantías adicionales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Transparencia y acceso público vs datos personales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Ley 19/2013 de transparencia</a:t>
            </a:r>
          </a:p>
          <a:p>
            <a:r>
              <a:t>• Compatibilidad entre transparencia y privacidad</a:t>
            </a:r>
          </a:p>
          <a:p>
            <a:r>
              <a:t>• Límites cuando hay datos sensibles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Sanciones y responsabilidad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Multas administrativas RGPD</a:t>
            </a:r>
          </a:p>
          <a:p>
            <a:r>
              <a:t>• Responsabilidad civil</a:t>
            </a:r>
          </a:p>
          <a:p>
            <a:r>
              <a:t>• Casos recientes en España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de cumplimiento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Auditorías periódicas</a:t>
            </a:r>
          </a:p>
          <a:p>
            <a:r>
              <a:t>• Formación</a:t>
            </a:r>
          </a:p>
          <a:p>
            <a:r>
              <a:t>• Políticas de privacidad</a:t>
            </a:r>
          </a:p>
          <a:p>
            <a:r>
              <a:t>• Registros de actividades</a:t>
            </a:r>
          </a:p>
          <a:p>
            <a:r>
              <a:t>• Revisión continua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Retos actuales y evolución normativa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IA, Big Data, IoT</a:t>
            </a:r>
          </a:p>
          <a:p>
            <a:r>
              <a:t>• Adaptación normativa futura</a:t>
            </a:r>
          </a:p>
          <a:p>
            <a:r>
              <a:t>• Coordinación internacional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Empresa X implanta CRM con datos personales</a:t>
            </a:r>
          </a:p>
          <a:p>
            <a:r>
              <a:t>• Pasos: consentimiento, evaluación, medidas de seguridad, derechos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Resumen de lo fundamental</a:t>
            </a:r>
          </a:p>
          <a:p>
            <a:r>
              <a:t>• Cultura de protección de datos</a:t>
            </a:r>
          </a:p>
          <a:p>
            <a:r>
              <a:t>• Preguntas y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441</Words>
  <Application>Microsoft Office PowerPoint</Application>
  <PresentationFormat>Presentación en pantalla (4:3)</PresentationFormat>
  <Paragraphs>94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Aplicación de la normativa de protección de datos personales</vt:lpstr>
      <vt:lpstr>Introducción</vt:lpstr>
      <vt:lpstr>Marco normativo europeo</vt:lpstr>
      <vt:lpstr>Legislación en España</vt:lpstr>
      <vt:lpstr>Principios básicos del tratamiento de datos</vt:lpstr>
      <vt:lpstr>Transparencia e información al afectado</vt:lpstr>
      <vt:lpstr>Bases jurídicas para el tratamiento</vt:lpstr>
      <vt:lpstr>Derechos de los interesados</vt:lpstr>
      <vt:lpstr>Responsables y encargados del tratamiento</vt:lpstr>
      <vt:lpstr>Delegado de Protección de Datos (DPD/DPO)</vt:lpstr>
      <vt:lpstr>Evaluaciones de impacto (EIPD/DPIA)</vt:lpstr>
      <vt:lpstr>Seguridad de los datos</vt:lpstr>
      <vt:lpstr>Notificación de brechas de seguridad</vt:lpstr>
      <vt:lpstr>Transferencias internacionales de datos</vt:lpstr>
      <vt:lpstr>Transparencia y acceso público vs datos personales</vt:lpstr>
      <vt:lpstr>Sanciones y responsabilidad</vt:lpstr>
      <vt:lpstr>Buenas prácticas de cumplimiento</vt:lpstr>
      <vt:lpstr>Retos actuales y evolución normativa</vt:lpstr>
      <vt:lpstr>Caso práctico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2025-10-07T06:43:31Z</dcterms:modified>
  <cp:category/>
</cp:coreProperties>
</file>