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8" r:id="rId9"/>
    <p:sldId id="261" r:id="rId10"/>
    <p:sldId id="264" r:id="rId11"/>
    <p:sldId id="265" r:id="rId12"/>
    <p:sldId id="266" r:id="rId13"/>
    <p:sldId id="267" r:id="rId14"/>
    <p:sldId id="269" r:id="rId15"/>
    <p:sldId id="270" r:id="rId16"/>
    <p:sldId id="274" r:id="rId17"/>
    <p:sldId id="271" r:id="rId18"/>
    <p:sldId id="272" r:id="rId19"/>
    <p:sldId id="273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EE405-C5F8-4D30-8AB7-C4C27898669C}" v="34" dt="2025-10-07T06:39:43.268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2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undo custSel addSld modSld sldOrd">
      <pc:chgData name="Alberto Ruiz" userId="47fa91d207cfb014" providerId="LiveId" clId="{9743E567-337F-4C21-A62A-0C7FCC4B4E77}" dt="2025-10-07T08:08:10.169" v="3816" actId="14100"/>
      <pc:docMkLst>
        <pc:docMk/>
      </pc:docMkLst>
      <pc:sldChg chg="addSp modSp new mod setBg">
        <pc:chgData name="Alberto Ruiz" userId="47fa91d207cfb014" providerId="LiveId" clId="{9743E567-337F-4C21-A62A-0C7FCC4B4E77}" dt="2025-10-03T07:49:19.385" v="525" actId="26606"/>
        <pc:sldMkLst>
          <pc:docMk/>
          <pc:sldMk cId="3740936510" sldId="256"/>
        </pc:sldMkLst>
        <pc:spChg chg="mo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2" creationId="{1532E580-7EA8-D6F4-EEFF-1DCAF5313A6D}"/>
          </ac:spMkLst>
        </pc:spChg>
        <pc:spChg chg="mo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3" creationId="{05B049EC-4DD3-F162-1E92-14482FE9103A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8" creationId="{1A3C89F8-0D2F-47FF-B903-151248265F47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10" creationId="{C5CB530E-515E-412C-9DF1-5F8FFBD6F383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12" creationId="{712D4376-A578-4FF1-94FC-245E7A6A489F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14" creationId="{AEA7509D-F04F-40CB-A0B3-EEF16499CC9F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18" creationId="{508BEF50-7B1E-49A4-BC19-5F4F1D755E64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20" creationId="{3FBAD350-5664-4811-A208-657FB882D350}"/>
          </ac:spMkLst>
        </pc:spChg>
        <pc:spChg chg="add">
          <ac:chgData name="Alberto Ruiz" userId="47fa91d207cfb014" providerId="LiveId" clId="{9743E567-337F-4C21-A62A-0C7FCC4B4E77}" dt="2025-10-03T07:49:19.385" v="525" actId="26606"/>
          <ac:spMkLst>
            <pc:docMk/>
            <pc:sldMk cId="3740936510" sldId="256"/>
            <ac:spMk id="22" creationId="{C39ADB8F-D187-49D7-BDCF-C1B6DC727068}"/>
          </ac:spMkLst>
        </pc:spChg>
        <pc:cxnChg chg="add">
          <ac:chgData name="Alberto Ruiz" userId="47fa91d207cfb014" providerId="LiveId" clId="{9743E567-337F-4C21-A62A-0C7FCC4B4E77}" dt="2025-10-03T07:49:19.385" v="525" actId="26606"/>
          <ac:cxnSpMkLst>
            <pc:docMk/>
            <pc:sldMk cId="3740936510" sldId="256"/>
            <ac:cxnSpMk id="16" creationId="{56020367-4FD5-4596-8E10-C5F095CD8DBF}"/>
          </ac:cxnSpMkLst>
        </pc:cxnChg>
      </pc:sldChg>
      <pc:sldChg chg="addSp delSp modSp new mod">
        <pc:chgData name="Alberto Ruiz" userId="47fa91d207cfb014" providerId="LiveId" clId="{9743E567-337F-4C21-A62A-0C7FCC4B4E77}" dt="2025-10-03T07:49:33.845" v="527" actId="14100"/>
        <pc:sldMkLst>
          <pc:docMk/>
          <pc:sldMk cId="4127751791" sldId="257"/>
        </pc:sldMkLst>
        <pc:spChg chg="mod">
          <ac:chgData name="Alberto Ruiz" userId="47fa91d207cfb014" providerId="LiveId" clId="{9743E567-337F-4C21-A62A-0C7FCC4B4E77}" dt="2025-10-03T06:48:33.726" v="103" actId="1076"/>
          <ac:spMkLst>
            <pc:docMk/>
            <pc:sldMk cId="4127751791" sldId="257"/>
            <ac:spMk id="2" creationId="{841FFC8A-2B5A-6101-D194-06C3491398C3}"/>
          </ac:spMkLst>
        </pc:spChg>
        <pc:graphicFrameChg chg="add mod">
          <ac:chgData name="Alberto Ruiz" userId="47fa91d207cfb014" providerId="LiveId" clId="{9743E567-337F-4C21-A62A-0C7FCC4B4E77}" dt="2025-10-03T07:49:33.845" v="527" actId="14100"/>
          <ac:graphicFrameMkLst>
            <pc:docMk/>
            <pc:sldMk cId="4127751791" sldId="257"/>
            <ac:graphicFrameMk id="5" creationId="{A947A647-F30C-9B9B-993D-E850A30F5EA2}"/>
          </ac:graphicFrameMkLst>
        </pc:graphicFrameChg>
      </pc:sldChg>
      <pc:sldChg chg="addSp delSp modSp new mod setBg">
        <pc:chgData name="Alberto Ruiz" userId="47fa91d207cfb014" providerId="LiveId" clId="{9743E567-337F-4C21-A62A-0C7FCC4B4E77}" dt="2025-10-03T07:49:55.421" v="538" actId="27636"/>
        <pc:sldMkLst>
          <pc:docMk/>
          <pc:sldMk cId="3344440088" sldId="258"/>
        </pc:sldMkLst>
        <pc:spChg chg="mo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2" creationId="{84142A1D-A74E-BC99-9AB6-4A05AB444604}"/>
          </ac:spMkLst>
        </pc:spChg>
        <pc:spChg chg="mod">
          <ac:chgData name="Alberto Ruiz" userId="47fa91d207cfb014" providerId="LiveId" clId="{9743E567-337F-4C21-A62A-0C7FCC4B4E77}" dt="2025-10-03T07:49:55.421" v="538" actId="27636"/>
          <ac:spMkLst>
            <pc:docMk/>
            <pc:sldMk cId="3344440088" sldId="258"/>
            <ac:spMk id="3" creationId="{11D420BB-94B4-0548-1D77-9C79A57FB9E8}"/>
          </ac:spMkLst>
        </pc:spChg>
        <pc:spChg chg="ad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12" creationId="{6CB927A4-E432-4310-9CD5-E89FF5063179}"/>
          </ac:spMkLst>
        </pc:spChg>
        <pc:spChg chg="ad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23" creationId="{327D73B4-9F5C-4A64-A179-51B9500CB8B5}"/>
          </ac:spMkLst>
        </pc:spChg>
        <pc:spChg chg="ad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24" creationId="{C1F06963-6374-4B48-844F-071A9BAAAE02}"/>
          </ac:spMkLst>
        </pc:spChg>
        <pc:spChg chg="ad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25" creationId="{1453BF6C-B012-48B7-B4E8-6D7AC7C27D02}"/>
          </ac:spMkLst>
        </pc:spChg>
        <pc:spChg chg="add">
          <ac:chgData name="Alberto Ruiz" userId="47fa91d207cfb014" providerId="LiveId" clId="{9743E567-337F-4C21-A62A-0C7FCC4B4E77}" dt="2025-10-03T07:49:46.649" v="532" actId="26606"/>
          <ac:spMkLst>
            <pc:docMk/>
            <pc:sldMk cId="3344440088" sldId="258"/>
            <ac:spMk id="26" creationId="{E3020543-B24B-4EC4-8FFC-8DD88EEA91A8}"/>
          </ac:spMkLst>
        </pc:spChg>
        <pc:cxnChg chg="add">
          <ac:chgData name="Alberto Ruiz" userId="47fa91d207cfb014" providerId="LiveId" clId="{9743E567-337F-4C21-A62A-0C7FCC4B4E77}" dt="2025-10-03T07:49:46.649" v="532" actId="26606"/>
          <ac:cxnSpMkLst>
            <pc:docMk/>
            <pc:sldMk cId="3344440088" sldId="258"/>
            <ac:cxnSpMk id="27" creationId="{C49DA8F6-BCC1-4447-B54C-57856834B94B}"/>
          </ac:cxnSpMkLst>
        </pc:cxnChg>
      </pc:sldChg>
      <pc:sldChg chg="addSp delSp modSp new mod setBg">
        <pc:chgData name="Alberto Ruiz" userId="47fa91d207cfb014" providerId="LiveId" clId="{9743E567-337F-4C21-A62A-0C7FCC4B4E77}" dt="2025-10-03T07:59:41.945" v="1365" actId="26606"/>
        <pc:sldMkLst>
          <pc:docMk/>
          <pc:sldMk cId="3919420105" sldId="259"/>
        </pc:sldMkLst>
        <pc:spChg chg="mod">
          <ac:chgData name="Alberto Ruiz" userId="47fa91d207cfb014" providerId="LiveId" clId="{9743E567-337F-4C21-A62A-0C7FCC4B4E77}" dt="2025-10-03T07:59:41.945" v="1365" actId="26606"/>
          <ac:spMkLst>
            <pc:docMk/>
            <pc:sldMk cId="3919420105" sldId="259"/>
            <ac:spMk id="2" creationId="{AF011EFA-CC92-F588-DC5A-C32343E09B85}"/>
          </ac:spMkLst>
        </pc:spChg>
        <pc:spChg chg="add">
          <ac:chgData name="Alberto Ruiz" userId="47fa91d207cfb014" providerId="LiveId" clId="{9743E567-337F-4C21-A62A-0C7FCC4B4E77}" dt="2025-10-03T07:59:41.945" v="1365" actId="26606"/>
          <ac:spMkLst>
            <pc:docMk/>
            <pc:sldMk cId="3919420105" sldId="259"/>
            <ac:spMk id="9" creationId="{C05CBC3C-2E5A-4839-8B9B-2E5A6ADF0F58}"/>
          </ac:spMkLst>
        </pc:spChg>
        <pc:spChg chg="add">
          <ac:chgData name="Alberto Ruiz" userId="47fa91d207cfb014" providerId="LiveId" clId="{9743E567-337F-4C21-A62A-0C7FCC4B4E77}" dt="2025-10-03T07:59:41.945" v="1365" actId="26606"/>
          <ac:spMkLst>
            <pc:docMk/>
            <pc:sldMk cId="3919420105" sldId="259"/>
            <ac:spMk id="11" creationId="{DB5B423A-57CC-4C58-AA26-8E2E862B03A0}"/>
          </ac:spMkLst>
        </pc:spChg>
        <pc:graphicFrameChg chg="add">
          <ac:chgData name="Alberto Ruiz" userId="47fa91d207cfb014" providerId="LiveId" clId="{9743E567-337F-4C21-A62A-0C7FCC4B4E77}" dt="2025-10-03T07:59:41.945" v="1365" actId="26606"/>
          <ac:graphicFrameMkLst>
            <pc:docMk/>
            <pc:sldMk cId="3919420105" sldId="259"/>
            <ac:graphicFrameMk id="5" creationId="{90090FC5-229A-985E-0210-9641353D7A35}"/>
          </ac:graphicFrameMkLst>
        </pc:graphicFrameChg>
      </pc:sldChg>
      <pc:sldChg chg="addSp modSp new mod setBg">
        <pc:chgData name="Alberto Ruiz" userId="47fa91d207cfb014" providerId="LiveId" clId="{9743E567-337F-4C21-A62A-0C7FCC4B4E77}" dt="2025-10-03T07:59:51.346" v="1367" actId="26606"/>
        <pc:sldMkLst>
          <pc:docMk/>
          <pc:sldMk cId="2285234375" sldId="260"/>
        </pc:sldMkLst>
        <pc:spChg chg="mod">
          <ac:chgData name="Alberto Ruiz" userId="47fa91d207cfb014" providerId="LiveId" clId="{9743E567-337F-4C21-A62A-0C7FCC4B4E77}" dt="2025-10-03T07:59:51.346" v="1367" actId="26606"/>
          <ac:spMkLst>
            <pc:docMk/>
            <pc:sldMk cId="2285234375" sldId="260"/>
            <ac:spMk id="2" creationId="{63488EE4-B88D-8F3A-AA21-4E8CFF6F2323}"/>
          </ac:spMkLst>
        </pc:spChg>
        <pc:spChg chg="mod">
          <ac:chgData name="Alberto Ruiz" userId="47fa91d207cfb014" providerId="LiveId" clId="{9743E567-337F-4C21-A62A-0C7FCC4B4E77}" dt="2025-10-03T07:59:51.346" v="1367" actId="26606"/>
          <ac:spMkLst>
            <pc:docMk/>
            <pc:sldMk cId="2285234375" sldId="260"/>
            <ac:spMk id="3" creationId="{1A34F79B-EBCC-7A92-739E-B79ED2AC24F6}"/>
          </ac:spMkLst>
        </pc:spChg>
        <pc:spChg chg="add">
          <ac:chgData name="Alberto Ruiz" userId="47fa91d207cfb014" providerId="LiveId" clId="{9743E567-337F-4C21-A62A-0C7FCC4B4E77}" dt="2025-10-03T07:59:51.346" v="1367" actId="26606"/>
          <ac:spMkLst>
            <pc:docMk/>
            <pc:sldMk cId="2285234375" sldId="260"/>
            <ac:spMk id="8" creationId="{AC17DE74-01C9-4859-B65A-85CF999E8580}"/>
          </ac:spMkLst>
        </pc:spChg>
        <pc:spChg chg="add">
          <ac:chgData name="Alberto Ruiz" userId="47fa91d207cfb014" providerId="LiveId" clId="{9743E567-337F-4C21-A62A-0C7FCC4B4E77}" dt="2025-10-03T07:59:51.346" v="1367" actId="26606"/>
          <ac:spMkLst>
            <pc:docMk/>
            <pc:sldMk cId="2285234375" sldId="260"/>
            <ac:spMk id="10" creationId="{068C0432-0E90-4CC1-8CD3-D44A90DF07EF}"/>
          </ac:spMkLst>
        </pc:spChg>
      </pc:sldChg>
      <pc:sldChg chg="addSp modSp new mod setBg">
        <pc:chgData name="Alberto Ruiz" userId="47fa91d207cfb014" providerId="LiveId" clId="{9743E567-337F-4C21-A62A-0C7FCC4B4E77}" dt="2025-10-07T06:38:37.109" v="3757" actId="26606"/>
        <pc:sldMkLst>
          <pc:docMk/>
          <pc:sldMk cId="3436983415" sldId="261"/>
        </pc:sldMkLst>
        <pc:spChg chg="mo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2" creationId="{2E024D2A-CAC9-6C8D-17C3-19BD1BEF7022}"/>
          </ac:spMkLst>
        </pc:spChg>
        <pc:spChg chg="mo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3" creationId="{211481B2-73A7-C1E0-5C99-4BF7BF591355}"/>
          </ac:spMkLst>
        </pc:spChg>
        <pc:spChg chg="ad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8" creationId="{5112AC23-F046-4DC5-9B92-07CA6CC7C580}"/>
          </ac:spMkLst>
        </pc:spChg>
        <pc:spChg chg="ad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10" creationId="{175AAFE7-143D-45AC-B616-09521E0F5597}"/>
          </ac:spMkLst>
        </pc:spChg>
        <pc:spChg chg="ad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12" creationId="{0BA5DB72-E109-4D37-B6DD-C328D539705B}"/>
          </ac:spMkLst>
        </pc:spChg>
        <pc:spChg chg="ad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22" creationId="{EB2D1A1F-B200-4444-AE01-EFC97AF7B51F}"/>
          </ac:spMkLst>
        </pc:spChg>
        <pc:spChg chg="add">
          <ac:chgData name="Alberto Ruiz" userId="47fa91d207cfb014" providerId="LiveId" clId="{9743E567-337F-4C21-A62A-0C7FCC4B4E77}" dt="2025-10-07T06:38:37.109" v="3757" actId="26606"/>
          <ac:spMkLst>
            <pc:docMk/>
            <pc:sldMk cId="3436983415" sldId="261"/>
            <ac:spMk id="36" creationId="{C8D9C5DD-B8B3-46A0-8FBC-EE462F96C4E5}"/>
          </ac:spMkLst>
        </pc:spChg>
        <pc:grpChg chg="add">
          <ac:chgData name="Alberto Ruiz" userId="47fa91d207cfb014" providerId="LiveId" clId="{9743E567-337F-4C21-A62A-0C7FCC4B4E77}" dt="2025-10-07T06:38:37.109" v="3757" actId="26606"/>
          <ac:grpSpMkLst>
            <pc:docMk/>
            <pc:sldMk cId="3436983415" sldId="261"/>
            <ac:grpSpMk id="14" creationId="{7C34EE77-74D1-42B4-801B-40B35A68C127}"/>
          </ac:grpSpMkLst>
        </pc:grpChg>
        <pc:grpChg chg="add">
          <ac:chgData name="Alberto Ruiz" userId="47fa91d207cfb014" providerId="LiveId" clId="{9743E567-337F-4C21-A62A-0C7FCC4B4E77}" dt="2025-10-07T06:38:37.109" v="3757" actId="26606"/>
          <ac:grpSpMkLst>
            <pc:docMk/>
            <pc:sldMk cId="3436983415" sldId="261"/>
            <ac:grpSpMk id="24" creationId="{70E4CB9D-2256-4786-8DDF-ADFBF3533745}"/>
          </ac:grpSpMkLst>
        </pc:grpChg>
        <pc:grpChg chg="add">
          <ac:chgData name="Alberto Ruiz" userId="47fa91d207cfb014" providerId="LiveId" clId="{9743E567-337F-4C21-A62A-0C7FCC4B4E77}" dt="2025-10-07T06:38:37.109" v="3757" actId="26606"/>
          <ac:grpSpMkLst>
            <pc:docMk/>
            <pc:sldMk cId="3436983415" sldId="261"/>
            <ac:grpSpMk id="30" creationId="{568E6F37-AE05-46BF-A77F-5505926E92C6}"/>
          </ac:grpSpMkLst>
        </pc:grpChg>
      </pc:sldChg>
      <pc:sldChg chg="addSp delSp modSp add mod setBg">
        <pc:chgData name="Alberto Ruiz" userId="47fa91d207cfb014" providerId="LiveId" clId="{9743E567-337F-4C21-A62A-0C7FCC4B4E77}" dt="2025-10-03T07:59:46.597" v="1366" actId="26606"/>
        <pc:sldMkLst>
          <pc:docMk/>
          <pc:sldMk cId="3227320030" sldId="262"/>
        </pc:sldMkLst>
        <pc:spChg chg="mod">
          <ac:chgData name="Alberto Ruiz" userId="47fa91d207cfb014" providerId="LiveId" clId="{9743E567-337F-4C21-A62A-0C7FCC4B4E77}" dt="2025-10-03T07:59:46.597" v="1366" actId="26606"/>
          <ac:spMkLst>
            <pc:docMk/>
            <pc:sldMk cId="3227320030" sldId="262"/>
            <ac:spMk id="2" creationId="{CCA73A50-C359-CB46-98F1-EB87EE4DB2D4}"/>
          </ac:spMkLst>
        </pc:spChg>
        <pc:spChg chg="add">
          <ac:chgData name="Alberto Ruiz" userId="47fa91d207cfb014" providerId="LiveId" clId="{9743E567-337F-4C21-A62A-0C7FCC4B4E77}" dt="2025-10-03T07:59:46.597" v="1366" actId="26606"/>
          <ac:spMkLst>
            <pc:docMk/>
            <pc:sldMk cId="3227320030" sldId="262"/>
            <ac:spMk id="9" creationId="{C05CBC3C-2E5A-4839-8B9B-2E5A6ADF0F58}"/>
          </ac:spMkLst>
        </pc:spChg>
        <pc:spChg chg="add">
          <ac:chgData name="Alberto Ruiz" userId="47fa91d207cfb014" providerId="LiveId" clId="{9743E567-337F-4C21-A62A-0C7FCC4B4E77}" dt="2025-10-03T07:59:46.597" v="1366" actId="26606"/>
          <ac:spMkLst>
            <pc:docMk/>
            <pc:sldMk cId="3227320030" sldId="262"/>
            <ac:spMk id="11" creationId="{DB5B423A-57CC-4C58-AA26-8E2E862B03A0}"/>
          </ac:spMkLst>
        </pc:spChg>
        <pc:graphicFrameChg chg="add">
          <ac:chgData name="Alberto Ruiz" userId="47fa91d207cfb014" providerId="LiveId" clId="{9743E567-337F-4C21-A62A-0C7FCC4B4E77}" dt="2025-10-03T07:59:46.597" v="1366" actId="26606"/>
          <ac:graphicFrameMkLst>
            <pc:docMk/>
            <pc:sldMk cId="3227320030" sldId="262"/>
            <ac:graphicFrameMk id="5" creationId="{5B0EE76B-1BD4-4216-0C76-36E1590333F0}"/>
          </ac:graphicFrameMkLst>
        </pc:graphicFrameChg>
      </pc:sldChg>
      <pc:sldChg chg="addSp delSp modSp new mod setBg">
        <pc:chgData name="Alberto Ruiz" userId="47fa91d207cfb014" providerId="LiveId" clId="{9743E567-337F-4C21-A62A-0C7FCC4B4E77}" dt="2025-10-03T07:59:57.781" v="1368" actId="26606"/>
        <pc:sldMkLst>
          <pc:docMk/>
          <pc:sldMk cId="3886602840" sldId="263"/>
        </pc:sldMkLst>
        <pc:spChg chg="mod">
          <ac:chgData name="Alberto Ruiz" userId="47fa91d207cfb014" providerId="LiveId" clId="{9743E567-337F-4C21-A62A-0C7FCC4B4E77}" dt="2025-10-03T07:59:57.781" v="1368" actId="26606"/>
          <ac:spMkLst>
            <pc:docMk/>
            <pc:sldMk cId="3886602840" sldId="263"/>
            <ac:spMk id="2" creationId="{BC4B1B0C-9BDD-83AC-9DA9-D9B9462C7558}"/>
          </ac:spMkLst>
        </pc:spChg>
        <pc:spChg chg="add">
          <ac:chgData name="Alberto Ruiz" userId="47fa91d207cfb014" providerId="LiveId" clId="{9743E567-337F-4C21-A62A-0C7FCC4B4E77}" dt="2025-10-03T07:59:57.781" v="1368" actId="26606"/>
          <ac:spMkLst>
            <pc:docMk/>
            <pc:sldMk cId="3886602840" sldId="263"/>
            <ac:spMk id="9" creationId="{738F59A4-4431-460D-8E49-6E65C189A566}"/>
          </ac:spMkLst>
        </pc:spChg>
        <pc:grpChg chg="add">
          <ac:chgData name="Alberto Ruiz" userId="47fa91d207cfb014" providerId="LiveId" clId="{9743E567-337F-4C21-A62A-0C7FCC4B4E77}" dt="2025-10-03T07:59:57.781" v="1368" actId="26606"/>
          <ac:grpSpMkLst>
            <pc:docMk/>
            <pc:sldMk cId="3886602840" sldId="263"/>
            <ac:grpSpMk id="11" creationId="{8A919B9C-5C01-47E4-B2F2-45F589208ABF}"/>
          </ac:grpSpMkLst>
        </pc:grpChg>
        <pc:graphicFrameChg chg="add">
          <ac:chgData name="Alberto Ruiz" userId="47fa91d207cfb014" providerId="LiveId" clId="{9743E567-337F-4C21-A62A-0C7FCC4B4E77}" dt="2025-10-03T07:59:57.781" v="1368" actId="26606"/>
          <ac:graphicFrameMkLst>
            <pc:docMk/>
            <pc:sldMk cId="3886602840" sldId="263"/>
            <ac:graphicFrameMk id="5" creationId="{B68AC98F-53A2-BA0F-DB12-0BEC40861553}"/>
          </ac:graphicFrameMkLst>
        </pc:graphicFrameChg>
      </pc:sldChg>
      <pc:sldChg chg="addSp modSp new mod setBg">
        <pc:chgData name="Alberto Ruiz" userId="47fa91d207cfb014" providerId="LiveId" clId="{9743E567-337F-4C21-A62A-0C7FCC4B4E77}" dt="2025-10-07T06:38:41.076" v="3758" actId="26606"/>
        <pc:sldMkLst>
          <pc:docMk/>
          <pc:sldMk cId="3898673119" sldId="264"/>
        </pc:sldMkLst>
        <pc:spChg chg="mo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2" creationId="{9713606D-04CB-C49F-6859-0F56639F8583}"/>
          </ac:spMkLst>
        </pc:spChg>
        <pc:spChg chg="mo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3" creationId="{EF319EEB-D79E-7C6C-63BF-A495678586BD}"/>
          </ac:spMkLst>
        </pc:spChg>
        <pc:spChg chg="ad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8" creationId="{5112AC23-F046-4DC5-9B92-07CA6CC7C580}"/>
          </ac:spMkLst>
        </pc:spChg>
        <pc:spChg chg="ad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10" creationId="{175AAFE7-143D-45AC-B616-09521E0F5597}"/>
          </ac:spMkLst>
        </pc:spChg>
        <pc:spChg chg="ad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12" creationId="{0BA5DB72-E109-4D37-B6DD-C328D539705B}"/>
          </ac:spMkLst>
        </pc:spChg>
        <pc:spChg chg="ad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22" creationId="{EB2D1A1F-B200-4444-AE01-EFC97AF7B51F}"/>
          </ac:spMkLst>
        </pc:spChg>
        <pc:spChg chg="add">
          <ac:chgData name="Alberto Ruiz" userId="47fa91d207cfb014" providerId="LiveId" clId="{9743E567-337F-4C21-A62A-0C7FCC4B4E77}" dt="2025-10-07T06:38:41.076" v="3758" actId="26606"/>
          <ac:spMkLst>
            <pc:docMk/>
            <pc:sldMk cId="3898673119" sldId="264"/>
            <ac:spMk id="36" creationId="{C8D9C5DD-B8B3-46A0-8FBC-EE462F96C4E5}"/>
          </ac:spMkLst>
        </pc:spChg>
        <pc:grpChg chg="add">
          <ac:chgData name="Alberto Ruiz" userId="47fa91d207cfb014" providerId="LiveId" clId="{9743E567-337F-4C21-A62A-0C7FCC4B4E77}" dt="2025-10-07T06:38:41.076" v="3758" actId="26606"/>
          <ac:grpSpMkLst>
            <pc:docMk/>
            <pc:sldMk cId="3898673119" sldId="264"/>
            <ac:grpSpMk id="14" creationId="{7C34EE77-74D1-42B4-801B-40B35A68C127}"/>
          </ac:grpSpMkLst>
        </pc:grpChg>
        <pc:grpChg chg="add">
          <ac:chgData name="Alberto Ruiz" userId="47fa91d207cfb014" providerId="LiveId" clId="{9743E567-337F-4C21-A62A-0C7FCC4B4E77}" dt="2025-10-07T06:38:41.076" v="3758" actId="26606"/>
          <ac:grpSpMkLst>
            <pc:docMk/>
            <pc:sldMk cId="3898673119" sldId="264"/>
            <ac:grpSpMk id="24" creationId="{70E4CB9D-2256-4786-8DDF-ADFBF3533745}"/>
          </ac:grpSpMkLst>
        </pc:grpChg>
        <pc:grpChg chg="add">
          <ac:chgData name="Alberto Ruiz" userId="47fa91d207cfb014" providerId="LiveId" clId="{9743E567-337F-4C21-A62A-0C7FCC4B4E77}" dt="2025-10-07T06:38:41.076" v="3758" actId="26606"/>
          <ac:grpSpMkLst>
            <pc:docMk/>
            <pc:sldMk cId="3898673119" sldId="264"/>
            <ac:grpSpMk id="30" creationId="{568E6F37-AE05-46BF-A77F-5505926E92C6}"/>
          </ac:grpSpMkLst>
        </pc:grpChg>
      </pc:sldChg>
      <pc:sldChg chg="addSp modSp new mod">
        <pc:chgData name="Alberto Ruiz" userId="47fa91d207cfb014" providerId="LiveId" clId="{9743E567-337F-4C21-A62A-0C7FCC4B4E77}" dt="2025-10-07T06:39:50.211" v="3765" actId="207"/>
        <pc:sldMkLst>
          <pc:docMk/>
          <pc:sldMk cId="4124519665" sldId="265"/>
        </pc:sldMkLst>
        <pc:spChg chg="mod">
          <ac:chgData name="Alberto Ruiz" userId="47fa91d207cfb014" providerId="LiveId" clId="{9743E567-337F-4C21-A62A-0C7FCC4B4E77}" dt="2025-10-07T06:39:23.093" v="3761" actId="14100"/>
          <ac:spMkLst>
            <pc:docMk/>
            <pc:sldMk cId="4124519665" sldId="265"/>
            <ac:spMk id="2" creationId="{304480B5-1CD9-4FDB-0E00-FE01CA4BB2F9}"/>
          </ac:spMkLst>
        </pc:spChg>
        <pc:spChg chg="mod">
          <ac:chgData name="Alberto Ruiz" userId="47fa91d207cfb014" providerId="LiveId" clId="{9743E567-337F-4C21-A62A-0C7FCC4B4E77}" dt="2025-10-07T06:39:26.915" v="3763" actId="27636"/>
          <ac:spMkLst>
            <pc:docMk/>
            <pc:sldMk cId="4124519665" sldId="265"/>
            <ac:spMk id="3" creationId="{4B9D8493-38A2-27A8-3A9C-B574CAC330BC}"/>
          </ac:spMkLst>
        </pc:spChg>
        <pc:spChg chg="add mod">
          <ac:chgData name="Alberto Ruiz" userId="47fa91d207cfb014" providerId="LiveId" clId="{9743E567-337F-4C21-A62A-0C7FCC4B4E77}" dt="2025-10-07T06:39:50.211" v="3765" actId="207"/>
          <ac:spMkLst>
            <pc:docMk/>
            <pc:sldMk cId="4124519665" sldId="265"/>
            <ac:spMk id="6" creationId="{4F02744F-4AF9-D9E5-F956-EA2627382D5F}"/>
          </ac:spMkLst>
        </pc:spChg>
      </pc:sldChg>
      <pc:sldChg chg="addSp modSp new mod setBg">
        <pc:chgData name="Alberto Ruiz" userId="47fa91d207cfb014" providerId="LiveId" clId="{9743E567-337F-4C21-A62A-0C7FCC4B4E77}" dt="2025-10-07T06:39:56.836" v="3766" actId="26606"/>
        <pc:sldMkLst>
          <pc:docMk/>
          <pc:sldMk cId="628268505" sldId="266"/>
        </pc:sldMkLst>
        <pc:spChg chg="mo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2" creationId="{0FEC05CF-1456-C1F9-60AD-FB71D7065BCC}"/>
          </ac:spMkLst>
        </pc:spChg>
        <pc:spChg chg="mo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3" creationId="{CB8FB942-99CC-92EB-4D91-4CA64D5BEB0C}"/>
          </ac:spMkLst>
        </pc:spChg>
        <pc:spChg chg="ad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8" creationId="{5112AC23-F046-4DC5-9B92-07CA6CC7C580}"/>
          </ac:spMkLst>
        </pc:spChg>
        <pc:spChg chg="ad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10" creationId="{175AAFE7-143D-45AC-B616-09521E0F5597}"/>
          </ac:spMkLst>
        </pc:spChg>
        <pc:spChg chg="ad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12" creationId="{0BA5DB72-E109-4D37-B6DD-C328D539705B}"/>
          </ac:spMkLst>
        </pc:spChg>
        <pc:spChg chg="ad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22" creationId="{EB2D1A1F-B200-4444-AE01-EFC97AF7B51F}"/>
          </ac:spMkLst>
        </pc:spChg>
        <pc:spChg chg="add">
          <ac:chgData name="Alberto Ruiz" userId="47fa91d207cfb014" providerId="LiveId" clId="{9743E567-337F-4C21-A62A-0C7FCC4B4E77}" dt="2025-10-07T06:39:56.836" v="3766" actId="26606"/>
          <ac:spMkLst>
            <pc:docMk/>
            <pc:sldMk cId="628268505" sldId="266"/>
            <ac:spMk id="36" creationId="{C8D9C5DD-B8B3-46A0-8FBC-EE462F96C4E5}"/>
          </ac:spMkLst>
        </pc:spChg>
        <pc:grpChg chg="add">
          <ac:chgData name="Alberto Ruiz" userId="47fa91d207cfb014" providerId="LiveId" clId="{9743E567-337F-4C21-A62A-0C7FCC4B4E77}" dt="2025-10-07T06:39:56.836" v="3766" actId="26606"/>
          <ac:grpSpMkLst>
            <pc:docMk/>
            <pc:sldMk cId="628268505" sldId="266"/>
            <ac:grpSpMk id="14" creationId="{7C34EE77-74D1-42B4-801B-40B35A68C127}"/>
          </ac:grpSpMkLst>
        </pc:grpChg>
        <pc:grpChg chg="add">
          <ac:chgData name="Alberto Ruiz" userId="47fa91d207cfb014" providerId="LiveId" clId="{9743E567-337F-4C21-A62A-0C7FCC4B4E77}" dt="2025-10-07T06:39:56.836" v="3766" actId="26606"/>
          <ac:grpSpMkLst>
            <pc:docMk/>
            <pc:sldMk cId="628268505" sldId="266"/>
            <ac:grpSpMk id="24" creationId="{70E4CB9D-2256-4786-8DDF-ADFBF3533745}"/>
          </ac:grpSpMkLst>
        </pc:grpChg>
        <pc:grpChg chg="add">
          <ac:chgData name="Alberto Ruiz" userId="47fa91d207cfb014" providerId="LiveId" clId="{9743E567-337F-4C21-A62A-0C7FCC4B4E77}" dt="2025-10-07T06:39:56.836" v="3766" actId="26606"/>
          <ac:grpSpMkLst>
            <pc:docMk/>
            <pc:sldMk cId="628268505" sldId="266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9743E567-337F-4C21-A62A-0C7FCC4B4E77}" dt="2025-10-07T06:40:15.714" v="3778" actId="27636"/>
        <pc:sldMkLst>
          <pc:docMk/>
          <pc:sldMk cId="3732610803" sldId="267"/>
        </pc:sldMkLst>
        <pc:spChg chg="mod">
          <ac:chgData name="Alberto Ruiz" userId="47fa91d207cfb014" providerId="LiveId" clId="{9743E567-337F-4C21-A62A-0C7FCC4B4E77}" dt="2025-10-07T06:40:00.624" v="3767" actId="26606"/>
          <ac:spMkLst>
            <pc:docMk/>
            <pc:sldMk cId="3732610803" sldId="267"/>
            <ac:spMk id="2" creationId="{0CB6EDE1-5E76-3395-CCF6-EB0CCF0F9BA2}"/>
          </ac:spMkLst>
        </pc:spChg>
        <pc:spChg chg="mod">
          <ac:chgData name="Alberto Ruiz" userId="47fa91d207cfb014" providerId="LiveId" clId="{9743E567-337F-4C21-A62A-0C7FCC4B4E77}" dt="2025-10-07T06:40:15.714" v="3778" actId="27636"/>
          <ac:spMkLst>
            <pc:docMk/>
            <pc:sldMk cId="3732610803" sldId="267"/>
            <ac:spMk id="3" creationId="{FE516B2F-AE0C-4071-3D61-FB62ACBE2F0D}"/>
          </ac:spMkLst>
        </pc:spChg>
        <pc:spChg chg="add">
          <ac:chgData name="Alberto Ruiz" userId="47fa91d207cfb014" providerId="LiveId" clId="{9743E567-337F-4C21-A62A-0C7FCC4B4E77}" dt="2025-10-07T06:40:00.624" v="3767" actId="26606"/>
          <ac:spMkLst>
            <pc:docMk/>
            <pc:sldMk cId="3732610803" sldId="267"/>
            <ac:spMk id="8" creationId="{E38F5530-DA31-4B62-8DF9-56A1A3B6B614}"/>
          </ac:spMkLst>
        </pc:spChg>
        <pc:spChg chg="add">
          <ac:chgData name="Alberto Ruiz" userId="47fa91d207cfb014" providerId="LiveId" clId="{9743E567-337F-4C21-A62A-0C7FCC4B4E77}" dt="2025-10-07T06:40:00.624" v="3767" actId="26606"/>
          <ac:spMkLst>
            <pc:docMk/>
            <pc:sldMk cId="3732610803" sldId="267"/>
            <ac:spMk id="10" creationId="{4AEFAF95-013F-4375-AAF4-033AC93F5550}"/>
          </ac:spMkLst>
        </pc:spChg>
        <pc:spChg chg="add">
          <ac:chgData name="Alberto Ruiz" userId="47fa91d207cfb014" providerId="LiveId" clId="{9743E567-337F-4C21-A62A-0C7FCC4B4E77}" dt="2025-10-07T06:40:00.624" v="3767" actId="26606"/>
          <ac:spMkLst>
            <pc:docMk/>
            <pc:sldMk cId="3732610803" sldId="267"/>
            <ac:spMk id="20" creationId="{FBB336D1-2562-4680-B29B-E22C603C0ED9}"/>
          </ac:spMkLst>
        </pc:spChg>
        <pc:spChg chg="add">
          <ac:chgData name="Alberto Ruiz" userId="47fa91d207cfb014" providerId="LiveId" clId="{9743E567-337F-4C21-A62A-0C7FCC4B4E77}" dt="2025-10-07T06:40:00.624" v="3767" actId="26606"/>
          <ac:spMkLst>
            <pc:docMk/>
            <pc:sldMk cId="3732610803" sldId="267"/>
            <ac:spMk id="28" creationId="{B4806F9C-3233-4FC3-B300-D5AA58A5CD8F}"/>
          </ac:spMkLst>
        </pc:spChg>
        <pc:grpChg chg="add">
          <ac:chgData name="Alberto Ruiz" userId="47fa91d207cfb014" providerId="LiveId" clId="{9743E567-337F-4C21-A62A-0C7FCC4B4E77}" dt="2025-10-07T06:40:00.624" v="3767" actId="26606"/>
          <ac:grpSpMkLst>
            <pc:docMk/>
            <pc:sldMk cId="3732610803" sldId="267"/>
            <ac:grpSpMk id="12" creationId="{68735E28-7236-42D8-A5E1-A0F302FE879A}"/>
          </ac:grpSpMkLst>
        </pc:grpChg>
        <pc:grpChg chg="add">
          <ac:chgData name="Alberto Ruiz" userId="47fa91d207cfb014" providerId="LiveId" clId="{9743E567-337F-4C21-A62A-0C7FCC4B4E77}" dt="2025-10-07T06:40:00.624" v="3767" actId="26606"/>
          <ac:grpSpMkLst>
            <pc:docMk/>
            <pc:sldMk cId="3732610803" sldId="267"/>
            <ac:grpSpMk id="22" creationId="{9EED3885-4010-4FBE-A045-DC59CAE78290}"/>
          </ac:grpSpMkLst>
        </pc:grpChg>
        <pc:grpChg chg="add">
          <ac:chgData name="Alberto Ruiz" userId="47fa91d207cfb014" providerId="LiveId" clId="{9743E567-337F-4C21-A62A-0C7FCC4B4E77}" dt="2025-10-07T06:40:00.624" v="3767" actId="26606"/>
          <ac:grpSpMkLst>
            <pc:docMk/>
            <pc:sldMk cId="3732610803" sldId="267"/>
            <ac:grpSpMk id="30" creationId="{70E3F9FC-BB7B-433D-8A4F-1BCFA582E019}"/>
          </ac:grpSpMkLst>
        </pc:grpChg>
      </pc:sldChg>
      <pc:sldChg chg="addSp modSp new mod ord setBg">
        <pc:chgData name="Alberto Ruiz" userId="47fa91d207cfb014" providerId="LiveId" clId="{9743E567-337F-4C21-A62A-0C7FCC4B4E77}" dt="2025-10-07T08:08:10.169" v="3816" actId="14100"/>
        <pc:sldMkLst>
          <pc:docMk/>
          <pc:sldMk cId="4120582863" sldId="268"/>
        </pc:sldMkLst>
        <pc:spChg chg="mod">
          <ac:chgData name="Alberto Ruiz" userId="47fa91d207cfb014" providerId="LiveId" clId="{9743E567-337F-4C21-A62A-0C7FCC4B4E77}" dt="2025-10-07T06:38:32.796" v="3756" actId="26606"/>
          <ac:spMkLst>
            <pc:docMk/>
            <pc:sldMk cId="4120582863" sldId="268"/>
            <ac:spMk id="2" creationId="{FD828475-1063-6310-ED30-56E5F9DC473C}"/>
          </ac:spMkLst>
        </pc:spChg>
        <pc:spChg chg="mod">
          <ac:chgData name="Alberto Ruiz" userId="47fa91d207cfb014" providerId="LiveId" clId="{9743E567-337F-4C21-A62A-0C7FCC4B4E77}" dt="2025-10-07T08:08:10.169" v="3816" actId="14100"/>
          <ac:spMkLst>
            <pc:docMk/>
            <pc:sldMk cId="4120582863" sldId="268"/>
            <ac:spMk id="3" creationId="{79456679-C2FC-B507-699A-D333076EA572}"/>
          </ac:spMkLst>
        </pc:spChg>
        <pc:spChg chg="add">
          <ac:chgData name="Alberto Ruiz" userId="47fa91d207cfb014" providerId="LiveId" clId="{9743E567-337F-4C21-A62A-0C7FCC4B4E77}" dt="2025-10-07T06:38:32.796" v="3756" actId="26606"/>
          <ac:spMkLst>
            <pc:docMk/>
            <pc:sldMk cId="4120582863" sldId="268"/>
            <ac:spMk id="8" creationId="{907EF6B7-1338-4443-8C46-6A318D952DFD}"/>
          </ac:spMkLst>
        </pc:spChg>
        <pc:spChg chg="add">
          <ac:chgData name="Alberto Ruiz" userId="47fa91d207cfb014" providerId="LiveId" clId="{9743E567-337F-4C21-A62A-0C7FCC4B4E77}" dt="2025-10-07T06:38:32.796" v="3756" actId="26606"/>
          <ac:spMkLst>
            <pc:docMk/>
            <pc:sldMk cId="4120582863" sldId="268"/>
            <ac:spMk id="10" creationId="{DAAE4CDD-124C-4DCF-9584-B6033B545DD5}"/>
          </ac:spMkLst>
        </pc:spChg>
        <pc:spChg chg="add">
          <ac:chgData name="Alberto Ruiz" userId="47fa91d207cfb014" providerId="LiveId" clId="{9743E567-337F-4C21-A62A-0C7FCC4B4E77}" dt="2025-10-07T06:38:32.796" v="3756" actId="26606"/>
          <ac:spMkLst>
            <pc:docMk/>
            <pc:sldMk cId="4120582863" sldId="268"/>
            <ac:spMk id="12" creationId="{081E4A58-353D-44AE-B2FC-2A74E2E400F7}"/>
          </ac:spMkLst>
        </pc:spChg>
      </pc:sldChg>
      <pc:sldChg chg="addSp modSp new mod setBg">
        <pc:chgData name="Alberto Ruiz" userId="47fa91d207cfb014" providerId="LiveId" clId="{9743E567-337F-4C21-A62A-0C7FCC4B4E77}" dt="2025-10-07T06:40:19.166" v="3779" actId="26606"/>
        <pc:sldMkLst>
          <pc:docMk/>
          <pc:sldMk cId="1024875653" sldId="269"/>
        </pc:sldMkLst>
        <pc:spChg chg="mo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2" creationId="{603209F9-52A8-3C64-0790-CD106A381644}"/>
          </ac:spMkLst>
        </pc:spChg>
        <pc:spChg chg="mo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3" creationId="{E294F986-3FA7-C489-7AFC-02E57386462E}"/>
          </ac:spMkLst>
        </pc:spChg>
        <pc:spChg chg="ad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8" creationId="{5112AC23-F046-4DC5-9B92-07CA6CC7C580}"/>
          </ac:spMkLst>
        </pc:spChg>
        <pc:spChg chg="ad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10" creationId="{175AAFE7-143D-45AC-B616-09521E0F5597}"/>
          </ac:spMkLst>
        </pc:spChg>
        <pc:spChg chg="ad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12" creationId="{0BA5DB72-E109-4D37-B6DD-C328D539705B}"/>
          </ac:spMkLst>
        </pc:spChg>
        <pc:spChg chg="ad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22" creationId="{EB2D1A1F-B200-4444-AE01-EFC97AF7B51F}"/>
          </ac:spMkLst>
        </pc:spChg>
        <pc:spChg chg="add">
          <ac:chgData name="Alberto Ruiz" userId="47fa91d207cfb014" providerId="LiveId" clId="{9743E567-337F-4C21-A62A-0C7FCC4B4E77}" dt="2025-10-07T06:40:19.166" v="3779" actId="26606"/>
          <ac:spMkLst>
            <pc:docMk/>
            <pc:sldMk cId="1024875653" sldId="269"/>
            <ac:spMk id="36" creationId="{C8D9C5DD-B8B3-46A0-8FBC-EE462F96C4E5}"/>
          </ac:spMkLst>
        </pc:spChg>
        <pc:grpChg chg="add">
          <ac:chgData name="Alberto Ruiz" userId="47fa91d207cfb014" providerId="LiveId" clId="{9743E567-337F-4C21-A62A-0C7FCC4B4E77}" dt="2025-10-07T06:40:19.166" v="3779" actId="26606"/>
          <ac:grpSpMkLst>
            <pc:docMk/>
            <pc:sldMk cId="1024875653" sldId="269"/>
            <ac:grpSpMk id="14" creationId="{7C34EE77-74D1-42B4-801B-40B35A68C127}"/>
          </ac:grpSpMkLst>
        </pc:grpChg>
        <pc:grpChg chg="add">
          <ac:chgData name="Alberto Ruiz" userId="47fa91d207cfb014" providerId="LiveId" clId="{9743E567-337F-4C21-A62A-0C7FCC4B4E77}" dt="2025-10-07T06:40:19.166" v="3779" actId="26606"/>
          <ac:grpSpMkLst>
            <pc:docMk/>
            <pc:sldMk cId="1024875653" sldId="269"/>
            <ac:grpSpMk id="24" creationId="{70E4CB9D-2256-4786-8DDF-ADFBF3533745}"/>
          </ac:grpSpMkLst>
        </pc:grpChg>
        <pc:grpChg chg="add">
          <ac:chgData name="Alberto Ruiz" userId="47fa91d207cfb014" providerId="LiveId" clId="{9743E567-337F-4C21-A62A-0C7FCC4B4E77}" dt="2025-10-07T06:40:19.166" v="3779" actId="26606"/>
          <ac:grpSpMkLst>
            <pc:docMk/>
            <pc:sldMk cId="1024875653" sldId="269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9743E567-337F-4C21-A62A-0C7FCC4B4E77}" dt="2025-10-07T06:40:25.261" v="3780" actId="26606"/>
        <pc:sldMkLst>
          <pc:docMk/>
          <pc:sldMk cId="122672722" sldId="270"/>
        </pc:sldMkLst>
        <pc:spChg chg="mod">
          <ac:chgData name="Alberto Ruiz" userId="47fa91d207cfb014" providerId="LiveId" clId="{9743E567-337F-4C21-A62A-0C7FCC4B4E77}" dt="2025-10-07T06:40:25.261" v="3780" actId="26606"/>
          <ac:spMkLst>
            <pc:docMk/>
            <pc:sldMk cId="122672722" sldId="270"/>
            <ac:spMk id="2" creationId="{F7C1F4F6-4178-BA9B-FB75-A34BE5D7DAF7}"/>
          </ac:spMkLst>
        </pc:spChg>
        <pc:spChg chg="mod">
          <ac:chgData name="Alberto Ruiz" userId="47fa91d207cfb014" providerId="LiveId" clId="{9743E567-337F-4C21-A62A-0C7FCC4B4E77}" dt="2025-10-07T06:40:25.261" v="3780" actId="26606"/>
          <ac:spMkLst>
            <pc:docMk/>
            <pc:sldMk cId="122672722" sldId="270"/>
            <ac:spMk id="3" creationId="{6F8CBDD0-1A51-91EC-E92F-154D12DEC666}"/>
          </ac:spMkLst>
        </pc:spChg>
        <pc:spChg chg="add">
          <ac:chgData name="Alberto Ruiz" userId="47fa91d207cfb014" providerId="LiveId" clId="{9743E567-337F-4C21-A62A-0C7FCC4B4E77}" dt="2025-10-07T06:40:25.261" v="3780" actId="26606"/>
          <ac:spMkLst>
            <pc:docMk/>
            <pc:sldMk cId="122672722" sldId="270"/>
            <ac:spMk id="8" creationId="{A7AE9375-4664-4DB2-922D-2782A6E439AC}"/>
          </ac:spMkLst>
        </pc:spChg>
        <pc:spChg chg="add">
          <ac:chgData name="Alberto Ruiz" userId="47fa91d207cfb014" providerId="LiveId" clId="{9743E567-337F-4C21-A62A-0C7FCC4B4E77}" dt="2025-10-07T06:40:25.261" v="3780" actId="26606"/>
          <ac:spMkLst>
            <pc:docMk/>
            <pc:sldMk cId="122672722" sldId="270"/>
            <ac:spMk id="12" creationId="{9DD005C1-8C51-42D6-9BEE-B9B83849743D}"/>
          </ac:spMkLst>
        </pc:spChg>
        <pc:cxnChg chg="add">
          <ac:chgData name="Alberto Ruiz" userId="47fa91d207cfb014" providerId="LiveId" clId="{9743E567-337F-4C21-A62A-0C7FCC4B4E77}" dt="2025-10-07T06:40:25.261" v="3780" actId="26606"/>
          <ac:cxnSpMkLst>
            <pc:docMk/>
            <pc:sldMk cId="122672722" sldId="270"/>
            <ac:cxnSpMk id="10" creationId="{EE504C98-6397-41C1-A8D8-2D9C4ED307E0}"/>
          </ac:cxnSpMkLst>
        </pc:cxnChg>
      </pc:sldChg>
      <pc:sldChg chg="addSp delSp modSp new mod setBg">
        <pc:chgData name="Alberto Ruiz" userId="47fa91d207cfb014" providerId="LiveId" clId="{9743E567-337F-4C21-A62A-0C7FCC4B4E77}" dt="2025-10-07T06:40:51.651" v="3789" actId="403"/>
        <pc:sldMkLst>
          <pc:docMk/>
          <pc:sldMk cId="3614934791" sldId="271"/>
        </pc:sldMkLst>
        <pc:spChg chg="mod">
          <ac:chgData name="Alberto Ruiz" userId="47fa91d207cfb014" providerId="LiveId" clId="{9743E567-337F-4C21-A62A-0C7FCC4B4E77}" dt="2025-10-07T06:40:47.417" v="3787" actId="1076"/>
          <ac:spMkLst>
            <pc:docMk/>
            <pc:sldMk cId="3614934791" sldId="271"/>
            <ac:spMk id="2" creationId="{269D2E7D-5075-0759-1241-994DD7AEB5E2}"/>
          </ac:spMkLst>
        </pc:spChg>
        <pc:spChg chg="add">
          <ac:chgData name="Alberto Ruiz" userId="47fa91d207cfb014" providerId="LiveId" clId="{9743E567-337F-4C21-A62A-0C7FCC4B4E77}" dt="2025-10-07T06:40:33.054" v="3782" actId="26606"/>
          <ac:spMkLst>
            <pc:docMk/>
            <pc:sldMk cId="3614934791" sldId="271"/>
            <ac:spMk id="9" creationId="{5E395AE0-8789-FAD6-A987-32E65C185100}"/>
          </ac:spMkLst>
        </pc:spChg>
        <pc:graphicFrameChg chg="add mod modGraphic">
          <ac:chgData name="Alberto Ruiz" userId="47fa91d207cfb014" providerId="LiveId" clId="{9743E567-337F-4C21-A62A-0C7FCC4B4E77}" dt="2025-10-07T06:40:51.651" v="3789" actId="403"/>
          <ac:graphicFrameMkLst>
            <pc:docMk/>
            <pc:sldMk cId="3614934791" sldId="271"/>
            <ac:graphicFrameMk id="4" creationId="{9DC6CF62-347A-6FF7-E2FE-459AB54885D3}"/>
          </ac:graphicFrameMkLst>
        </pc:graphicFrameChg>
        <pc:cxnChg chg="add">
          <ac:chgData name="Alberto Ruiz" userId="47fa91d207cfb014" providerId="LiveId" clId="{9743E567-337F-4C21-A62A-0C7FCC4B4E77}" dt="2025-10-07T06:40:33.054" v="3782" actId="26606"/>
          <ac:cxnSpMkLst>
            <pc:docMk/>
            <pc:sldMk cId="3614934791" sldId="271"/>
            <ac:cxnSpMk id="11" creationId="{7667AA61-5C27-F30F-D229-06CBE5709F33}"/>
          </ac:cxnSpMkLst>
        </pc:cxnChg>
      </pc:sldChg>
      <pc:sldChg chg="addSp delSp modSp new mod setBg">
        <pc:chgData name="Alberto Ruiz" userId="47fa91d207cfb014" providerId="LiveId" clId="{9743E567-337F-4C21-A62A-0C7FCC4B4E77}" dt="2025-10-07T06:41:08.114" v="3796" actId="403"/>
        <pc:sldMkLst>
          <pc:docMk/>
          <pc:sldMk cId="1861935462" sldId="272"/>
        </pc:sldMkLst>
        <pc:spChg chg="mod">
          <ac:chgData name="Alberto Ruiz" userId="47fa91d207cfb014" providerId="LiveId" clId="{9743E567-337F-4C21-A62A-0C7FCC4B4E77}" dt="2025-10-07T06:40:57.771" v="3790" actId="26606"/>
          <ac:spMkLst>
            <pc:docMk/>
            <pc:sldMk cId="1861935462" sldId="272"/>
            <ac:spMk id="2" creationId="{89DFA135-A1A6-1A3A-789A-9CFA81CCC061}"/>
          </ac:spMkLst>
        </pc:spChg>
        <pc:spChg chg="add">
          <ac:chgData name="Alberto Ruiz" userId="47fa91d207cfb014" providerId="LiveId" clId="{9743E567-337F-4C21-A62A-0C7FCC4B4E77}" dt="2025-10-07T06:40:57.771" v="3790" actId="26606"/>
          <ac:spMkLst>
            <pc:docMk/>
            <pc:sldMk cId="1861935462" sldId="272"/>
            <ac:spMk id="9" creationId="{A7AE9375-4664-4DB2-922D-2782A6E439AC}"/>
          </ac:spMkLst>
        </pc:spChg>
        <pc:spChg chg="add">
          <ac:chgData name="Alberto Ruiz" userId="47fa91d207cfb014" providerId="LiveId" clId="{9743E567-337F-4C21-A62A-0C7FCC4B4E77}" dt="2025-10-07T06:40:57.771" v="3790" actId="26606"/>
          <ac:spMkLst>
            <pc:docMk/>
            <pc:sldMk cId="1861935462" sldId="272"/>
            <ac:spMk id="13" creationId="{9DD005C1-8C51-42D6-9BEE-B9B83849743D}"/>
          </ac:spMkLst>
        </pc:spChg>
        <pc:graphicFrameChg chg="add mod modGraphic">
          <ac:chgData name="Alberto Ruiz" userId="47fa91d207cfb014" providerId="LiveId" clId="{9743E567-337F-4C21-A62A-0C7FCC4B4E77}" dt="2025-10-07T06:41:08.114" v="3796" actId="403"/>
          <ac:graphicFrameMkLst>
            <pc:docMk/>
            <pc:sldMk cId="1861935462" sldId="272"/>
            <ac:graphicFrameMk id="4" creationId="{6D3FBE5D-79CA-C26E-D4D5-2CD3CB3C5B86}"/>
          </ac:graphicFrameMkLst>
        </pc:graphicFrameChg>
        <pc:cxnChg chg="add">
          <ac:chgData name="Alberto Ruiz" userId="47fa91d207cfb014" providerId="LiveId" clId="{9743E567-337F-4C21-A62A-0C7FCC4B4E77}" dt="2025-10-07T06:40:57.771" v="3790" actId="26606"/>
          <ac:cxnSpMkLst>
            <pc:docMk/>
            <pc:sldMk cId="1861935462" sldId="272"/>
            <ac:cxnSpMk id="11" creationId="{EE504C98-6397-41C1-A8D8-2D9C4ED307E0}"/>
          </ac:cxnSpMkLst>
        </pc:cxnChg>
      </pc:sldChg>
      <pc:sldChg chg="addSp delSp modSp new mod setBg">
        <pc:chgData name="Alberto Ruiz" userId="47fa91d207cfb014" providerId="LiveId" clId="{9743E567-337F-4C21-A62A-0C7FCC4B4E77}" dt="2025-10-07T06:41:14.265" v="3797" actId="26606"/>
        <pc:sldMkLst>
          <pc:docMk/>
          <pc:sldMk cId="113692564" sldId="273"/>
        </pc:sldMkLst>
        <pc:spChg chg="mod">
          <ac:chgData name="Alberto Ruiz" userId="47fa91d207cfb014" providerId="LiveId" clId="{9743E567-337F-4C21-A62A-0C7FCC4B4E77}" dt="2025-10-07T06:41:14.265" v="3797" actId="26606"/>
          <ac:spMkLst>
            <pc:docMk/>
            <pc:sldMk cId="113692564" sldId="273"/>
            <ac:spMk id="2" creationId="{B1736C16-B1A8-7694-031C-CA19A589AA15}"/>
          </ac:spMkLst>
        </pc:spChg>
        <pc:spChg chg="add">
          <ac:chgData name="Alberto Ruiz" userId="47fa91d207cfb014" providerId="LiveId" clId="{9743E567-337F-4C21-A62A-0C7FCC4B4E77}" dt="2025-10-07T06:41:14.265" v="3797" actId="26606"/>
          <ac:spMkLst>
            <pc:docMk/>
            <pc:sldMk cId="113692564" sldId="273"/>
            <ac:spMk id="9" creationId="{A8384FB5-9ADC-4DDC-881B-597D56F5B15D}"/>
          </ac:spMkLst>
        </pc:spChg>
        <pc:spChg chg="add">
          <ac:chgData name="Alberto Ruiz" userId="47fa91d207cfb014" providerId="LiveId" clId="{9743E567-337F-4C21-A62A-0C7FCC4B4E77}" dt="2025-10-07T06:41:14.265" v="3797" actId="26606"/>
          <ac:spMkLst>
            <pc:docMk/>
            <pc:sldMk cId="113692564" sldId="273"/>
            <ac:spMk id="11" creationId="{1199E1B1-A8C0-4FE8-A5A8-1CB41D69F857}"/>
          </ac:spMkLst>
        </pc:spChg>
        <pc:spChg chg="add">
          <ac:chgData name="Alberto Ruiz" userId="47fa91d207cfb014" providerId="LiveId" clId="{9743E567-337F-4C21-A62A-0C7FCC4B4E77}" dt="2025-10-07T06:41:14.265" v="3797" actId="26606"/>
          <ac:spMkLst>
            <pc:docMk/>
            <pc:sldMk cId="113692564" sldId="273"/>
            <ac:spMk id="13" creationId="{84A8DE83-DE75-4B41-9DB4-A7EC0B0DEC0B}"/>
          </ac:spMkLst>
        </pc:spChg>
        <pc:spChg chg="add">
          <ac:chgData name="Alberto Ruiz" userId="47fa91d207cfb014" providerId="LiveId" clId="{9743E567-337F-4C21-A62A-0C7FCC4B4E77}" dt="2025-10-07T06:41:14.265" v="3797" actId="26606"/>
          <ac:spMkLst>
            <pc:docMk/>
            <pc:sldMk cId="113692564" sldId="273"/>
            <ac:spMk id="15" creationId="{A7009A0A-BEF5-4EAC-AF15-E4F9F002E239}"/>
          </ac:spMkLst>
        </pc:spChg>
        <pc:graphicFrameChg chg="add mod modGraphic">
          <ac:chgData name="Alberto Ruiz" userId="47fa91d207cfb014" providerId="LiveId" clId="{9743E567-337F-4C21-A62A-0C7FCC4B4E77}" dt="2025-10-07T06:41:14.265" v="3797" actId="26606"/>
          <ac:graphicFrameMkLst>
            <pc:docMk/>
            <pc:sldMk cId="113692564" sldId="273"/>
            <ac:graphicFrameMk id="4" creationId="{25B436ED-EFC0-FB27-1782-C4085B213A35}"/>
          </ac:graphicFrameMkLst>
        </pc:graphicFrameChg>
      </pc:sldChg>
      <pc:sldChg chg="addSp modSp new mod setBg">
        <pc:chgData name="Alberto Ruiz" userId="47fa91d207cfb014" providerId="LiveId" clId="{9743E567-337F-4C21-A62A-0C7FCC4B4E77}" dt="2025-10-07T06:40:29.813" v="3781" actId="26606"/>
        <pc:sldMkLst>
          <pc:docMk/>
          <pc:sldMk cId="4111009242" sldId="274"/>
        </pc:sldMkLst>
        <pc:spChg chg="mo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2" creationId="{38D979F4-C207-3BAE-72E0-8A6BBE90FC06}"/>
          </ac:spMkLst>
        </pc:spChg>
        <pc:spChg chg="mo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3" creationId="{D2CF5CA0-F478-A2A5-1B3B-6F2CD91CDB67}"/>
          </ac:spMkLst>
        </pc:spChg>
        <pc:spChg chg="ad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8" creationId="{5112AC23-F046-4DC5-9B92-07CA6CC7C580}"/>
          </ac:spMkLst>
        </pc:spChg>
        <pc:spChg chg="ad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10" creationId="{175AAFE7-143D-45AC-B616-09521E0F5597}"/>
          </ac:spMkLst>
        </pc:spChg>
        <pc:spChg chg="ad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12" creationId="{0BA5DB72-E109-4D37-B6DD-C328D539705B}"/>
          </ac:spMkLst>
        </pc:spChg>
        <pc:spChg chg="ad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22" creationId="{EB2D1A1F-B200-4444-AE01-EFC97AF7B51F}"/>
          </ac:spMkLst>
        </pc:spChg>
        <pc:spChg chg="add">
          <ac:chgData name="Alberto Ruiz" userId="47fa91d207cfb014" providerId="LiveId" clId="{9743E567-337F-4C21-A62A-0C7FCC4B4E77}" dt="2025-10-07T06:40:29.813" v="3781" actId="26606"/>
          <ac:spMkLst>
            <pc:docMk/>
            <pc:sldMk cId="4111009242" sldId="274"/>
            <ac:spMk id="36" creationId="{C8D9C5DD-B8B3-46A0-8FBC-EE462F96C4E5}"/>
          </ac:spMkLst>
        </pc:spChg>
        <pc:grpChg chg="add">
          <ac:chgData name="Alberto Ruiz" userId="47fa91d207cfb014" providerId="LiveId" clId="{9743E567-337F-4C21-A62A-0C7FCC4B4E77}" dt="2025-10-07T06:40:29.813" v="3781" actId="26606"/>
          <ac:grpSpMkLst>
            <pc:docMk/>
            <pc:sldMk cId="4111009242" sldId="274"/>
            <ac:grpSpMk id="14" creationId="{7C34EE77-74D1-42B4-801B-40B35A68C127}"/>
          </ac:grpSpMkLst>
        </pc:grpChg>
        <pc:grpChg chg="add">
          <ac:chgData name="Alberto Ruiz" userId="47fa91d207cfb014" providerId="LiveId" clId="{9743E567-337F-4C21-A62A-0C7FCC4B4E77}" dt="2025-10-07T06:40:29.813" v="3781" actId="26606"/>
          <ac:grpSpMkLst>
            <pc:docMk/>
            <pc:sldMk cId="4111009242" sldId="274"/>
            <ac:grpSpMk id="24" creationId="{70E4CB9D-2256-4786-8DDF-ADFBF3533745}"/>
          </ac:grpSpMkLst>
        </pc:grpChg>
        <pc:grpChg chg="add">
          <ac:chgData name="Alberto Ruiz" userId="47fa91d207cfb014" providerId="LiveId" clId="{9743E567-337F-4C21-A62A-0C7FCC4B4E77}" dt="2025-10-07T06:40:29.813" v="3781" actId="26606"/>
          <ac:grpSpMkLst>
            <pc:docMk/>
            <pc:sldMk cId="4111009242" sldId="274"/>
            <ac:grpSpMk id="30" creationId="{568E6F37-AE05-46BF-A77F-5505926E92C6}"/>
          </ac:grpSpMkLst>
        </pc:grpChg>
      </pc:sldChg>
      <pc:sldChg chg="addSp delSp modSp new mod setBg">
        <pc:chgData name="Alberto Ruiz" userId="47fa91d207cfb014" providerId="LiveId" clId="{9743E567-337F-4C21-A62A-0C7FCC4B4E77}" dt="2025-10-07T06:41:18.740" v="3798" actId="26606"/>
        <pc:sldMkLst>
          <pc:docMk/>
          <pc:sldMk cId="264635526" sldId="275"/>
        </pc:sldMkLst>
        <pc:spChg chg="mod">
          <ac:chgData name="Alberto Ruiz" userId="47fa91d207cfb014" providerId="LiveId" clId="{9743E567-337F-4C21-A62A-0C7FCC4B4E77}" dt="2025-10-07T06:41:18.740" v="3798" actId="26606"/>
          <ac:spMkLst>
            <pc:docMk/>
            <pc:sldMk cId="264635526" sldId="275"/>
            <ac:spMk id="2" creationId="{A4EC3C90-07A6-1E70-DD1E-75C331B366BD}"/>
          </ac:spMkLst>
        </pc:spChg>
        <pc:spChg chg="add">
          <ac:chgData name="Alberto Ruiz" userId="47fa91d207cfb014" providerId="LiveId" clId="{9743E567-337F-4C21-A62A-0C7FCC4B4E77}" dt="2025-10-07T06:41:18.740" v="3798" actId="26606"/>
          <ac:spMkLst>
            <pc:docMk/>
            <pc:sldMk cId="264635526" sldId="275"/>
            <ac:spMk id="9" creationId="{A8384FB5-9ADC-4DDC-881B-597D56F5B15D}"/>
          </ac:spMkLst>
        </pc:spChg>
        <pc:spChg chg="add">
          <ac:chgData name="Alberto Ruiz" userId="47fa91d207cfb014" providerId="LiveId" clId="{9743E567-337F-4C21-A62A-0C7FCC4B4E77}" dt="2025-10-07T06:41:18.740" v="3798" actId="26606"/>
          <ac:spMkLst>
            <pc:docMk/>
            <pc:sldMk cId="264635526" sldId="275"/>
            <ac:spMk id="11" creationId="{1199E1B1-A8C0-4FE8-A5A8-1CB41D69F857}"/>
          </ac:spMkLst>
        </pc:spChg>
        <pc:spChg chg="add">
          <ac:chgData name="Alberto Ruiz" userId="47fa91d207cfb014" providerId="LiveId" clId="{9743E567-337F-4C21-A62A-0C7FCC4B4E77}" dt="2025-10-07T06:41:18.740" v="3798" actId="26606"/>
          <ac:spMkLst>
            <pc:docMk/>
            <pc:sldMk cId="264635526" sldId="275"/>
            <ac:spMk id="13" creationId="{84A8DE83-DE75-4B41-9DB4-A7EC0B0DEC0B}"/>
          </ac:spMkLst>
        </pc:spChg>
        <pc:spChg chg="add">
          <ac:chgData name="Alberto Ruiz" userId="47fa91d207cfb014" providerId="LiveId" clId="{9743E567-337F-4C21-A62A-0C7FCC4B4E77}" dt="2025-10-07T06:41:18.740" v="3798" actId="26606"/>
          <ac:spMkLst>
            <pc:docMk/>
            <pc:sldMk cId="264635526" sldId="275"/>
            <ac:spMk id="15" creationId="{A7009A0A-BEF5-4EAC-AF15-E4F9F002E239}"/>
          </ac:spMkLst>
        </pc:spChg>
        <pc:graphicFrameChg chg="add mod modGraphic">
          <ac:chgData name="Alberto Ruiz" userId="47fa91d207cfb014" providerId="LiveId" clId="{9743E567-337F-4C21-A62A-0C7FCC4B4E77}" dt="2025-10-07T06:41:18.740" v="3798" actId="26606"/>
          <ac:graphicFrameMkLst>
            <pc:docMk/>
            <pc:sldMk cId="264635526" sldId="275"/>
            <ac:graphicFrameMk id="4" creationId="{52416766-D9ED-CFDE-0300-37BC69FE5AD3}"/>
          </ac:graphicFrameMkLst>
        </pc:graphicFrameChg>
      </pc:sldChg>
      <pc:sldChg chg="addSp modSp new mod setBg">
        <pc:chgData name="Alberto Ruiz" userId="47fa91d207cfb014" providerId="LiveId" clId="{9743E567-337F-4C21-A62A-0C7FCC4B4E77}" dt="2025-10-07T06:41:22.233" v="3799" actId="26606"/>
        <pc:sldMkLst>
          <pc:docMk/>
          <pc:sldMk cId="259594218" sldId="276"/>
        </pc:sldMkLst>
        <pc:spChg chg="mod">
          <ac:chgData name="Alberto Ruiz" userId="47fa91d207cfb014" providerId="LiveId" clId="{9743E567-337F-4C21-A62A-0C7FCC4B4E77}" dt="2025-10-07T06:41:22.233" v="3799" actId="26606"/>
          <ac:spMkLst>
            <pc:docMk/>
            <pc:sldMk cId="259594218" sldId="276"/>
            <ac:spMk id="2" creationId="{B07945D7-5438-A0C4-1A11-1989574E59F9}"/>
          </ac:spMkLst>
        </pc:spChg>
        <pc:spChg chg="mod">
          <ac:chgData name="Alberto Ruiz" userId="47fa91d207cfb014" providerId="LiveId" clId="{9743E567-337F-4C21-A62A-0C7FCC4B4E77}" dt="2025-10-07T06:41:22.233" v="3799" actId="26606"/>
          <ac:spMkLst>
            <pc:docMk/>
            <pc:sldMk cId="259594218" sldId="276"/>
            <ac:spMk id="3" creationId="{FDB14922-E146-E790-EBDA-8A99747FBDF9}"/>
          </ac:spMkLst>
        </pc:spChg>
        <pc:spChg chg="add">
          <ac:chgData name="Alberto Ruiz" userId="47fa91d207cfb014" providerId="LiveId" clId="{9743E567-337F-4C21-A62A-0C7FCC4B4E77}" dt="2025-10-07T06:41:22.233" v="3799" actId="26606"/>
          <ac:spMkLst>
            <pc:docMk/>
            <pc:sldMk cId="259594218" sldId="276"/>
            <ac:spMk id="8" creationId="{A7AE9375-4664-4DB2-922D-2782A6E439AC}"/>
          </ac:spMkLst>
        </pc:spChg>
        <pc:spChg chg="add">
          <ac:chgData name="Alberto Ruiz" userId="47fa91d207cfb014" providerId="LiveId" clId="{9743E567-337F-4C21-A62A-0C7FCC4B4E77}" dt="2025-10-07T06:41:22.233" v="3799" actId="26606"/>
          <ac:spMkLst>
            <pc:docMk/>
            <pc:sldMk cId="259594218" sldId="276"/>
            <ac:spMk id="12" creationId="{9DD005C1-8C51-42D6-9BEE-B9B83849743D}"/>
          </ac:spMkLst>
        </pc:spChg>
        <pc:cxnChg chg="add">
          <ac:chgData name="Alberto Ruiz" userId="47fa91d207cfb014" providerId="LiveId" clId="{9743E567-337F-4C21-A62A-0C7FCC4B4E77}" dt="2025-10-07T06:41:22.233" v="3799" actId="26606"/>
          <ac:cxnSpMkLst>
            <pc:docMk/>
            <pc:sldMk cId="259594218" sldId="276"/>
            <ac:cxnSpMk id="10" creationId="{EE504C98-6397-41C1-A8D8-2D9C4ED307E0}"/>
          </ac:cxnSpMkLst>
        </pc:cxnChg>
      </pc:sldChg>
      <pc:sldChg chg="addSp modSp new mod setBg">
        <pc:chgData name="Alberto Ruiz" userId="47fa91d207cfb014" providerId="LiveId" clId="{9743E567-337F-4C21-A62A-0C7FCC4B4E77}" dt="2025-10-07T06:41:26.643" v="3800" actId="26606"/>
        <pc:sldMkLst>
          <pc:docMk/>
          <pc:sldMk cId="1024679149" sldId="277"/>
        </pc:sldMkLst>
        <pc:spChg chg="mod">
          <ac:chgData name="Alberto Ruiz" userId="47fa91d207cfb014" providerId="LiveId" clId="{9743E567-337F-4C21-A62A-0C7FCC4B4E77}" dt="2025-10-07T06:41:26.643" v="3800" actId="26606"/>
          <ac:spMkLst>
            <pc:docMk/>
            <pc:sldMk cId="1024679149" sldId="277"/>
            <ac:spMk id="2" creationId="{484A7713-985B-FF11-130D-E5078926CED1}"/>
          </ac:spMkLst>
        </pc:spChg>
        <pc:spChg chg="mod">
          <ac:chgData name="Alberto Ruiz" userId="47fa91d207cfb014" providerId="LiveId" clId="{9743E567-337F-4C21-A62A-0C7FCC4B4E77}" dt="2025-10-07T06:41:26.643" v="3800" actId="26606"/>
          <ac:spMkLst>
            <pc:docMk/>
            <pc:sldMk cId="1024679149" sldId="277"/>
            <ac:spMk id="3" creationId="{F4CB32C3-4DD7-9361-C81B-FB059365DDC9}"/>
          </ac:spMkLst>
        </pc:spChg>
        <pc:spChg chg="add">
          <ac:chgData name="Alberto Ruiz" userId="47fa91d207cfb014" providerId="LiveId" clId="{9743E567-337F-4C21-A62A-0C7FCC4B4E77}" dt="2025-10-07T06:41:26.643" v="3800" actId="26606"/>
          <ac:spMkLst>
            <pc:docMk/>
            <pc:sldMk cId="1024679149" sldId="277"/>
            <ac:spMk id="8" creationId="{E8A8EAB8-D2FF-444D-B34B-7D32F106AD0E}"/>
          </ac:spMkLst>
        </pc:spChg>
        <pc:cxnChg chg="add">
          <ac:chgData name="Alberto Ruiz" userId="47fa91d207cfb014" providerId="LiveId" clId="{9743E567-337F-4C21-A62A-0C7FCC4B4E77}" dt="2025-10-07T06:41:26.643" v="3800" actId="26606"/>
          <ac:cxnSpMkLst>
            <pc:docMk/>
            <pc:sldMk cId="1024679149" sldId="277"/>
            <ac:cxnSpMk id="10" creationId="{067633D1-6EE6-4118-B9F0-B363477BEE7A}"/>
          </ac:cxnSpMkLst>
        </pc:cxnChg>
        <pc:cxnChg chg="add">
          <ac:chgData name="Alberto Ruiz" userId="47fa91d207cfb014" providerId="LiveId" clId="{9743E567-337F-4C21-A62A-0C7FCC4B4E77}" dt="2025-10-07T06:41:26.643" v="3800" actId="26606"/>
          <ac:cxnSpMkLst>
            <pc:docMk/>
            <pc:sldMk cId="1024679149" sldId="277"/>
            <ac:cxnSpMk id="12" creationId="{4AD7FFC6-42A9-49CB-B5E9-B3F6B038331B}"/>
          </ac:cxnSpMkLst>
        </pc:cxnChg>
      </pc:sldChg>
      <pc:sldChg chg="addSp modSp new mod setBg">
        <pc:chgData name="Alberto Ruiz" userId="47fa91d207cfb014" providerId="LiveId" clId="{9743E567-337F-4C21-A62A-0C7FCC4B4E77}" dt="2025-10-07T06:42:36.403" v="3811" actId="1076"/>
        <pc:sldMkLst>
          <pc:docMk/>
          <pc:sldMk cId="3818877812" sldId="278"/>
        </pc:sldMkLst>
        <pc:spChg chg="mod">
          <ac:chgData name="Alberto Ruiz" userId="47fa91d207cfb014" providerId="LiveId" clId="{9743E567-337F-4C21-A62A-0C7FCC4B4E77}" dt="2025-10-07T06:41:30.299" v="3801" actId="26606"/>
          <ac:spMkLst>
            <pc:docMk/>
            <pc:sldMk cId="3818877812" sldId="278"/>
            <ac:spMk id="2" creationId="{547EA4A2-8FD9-F638-4549-96781F05B5DE}"/>
          </ac:spMkLst>
        </pc:spChg>
        <pc:spChg chg="mod">
          <ac:chgData name="Alberto Ruiz" userId="47fa91d207cfb014" providerId="LiveId" clId="{9743E567-337F-4C21-A62A-0C7FCC4B4E77}" dt="2025-10-07T06:42:36.403" v="3811" actId="1076"/>
          <ac:spMkLst>
            <pc:docMk/>
            <pc:sldMk cId="3818877812" sldId="278"/>
            <ac:spMk id="3" creationId="{8AE66764-06E0-C739-6E0D-3DE663A0DF14}"/>
          </ac:spMkLst>
        </pc:spChg>
        <pc:spChg chg="add">
          <ac:chgData name="Alberto Ruiz" userId="47fa91d207cfb014" providerId="LiveId" clId="{9743E567-337F-4C21-A62A-0C7FCC4B4E77}" dt="2025-10-07T06:41:30.299" v="3801" actId="26606"/>
          <ac:spMkLst>
            <pc:docMk/>
            <pc:sldMk cId="3818877812" sldId="278"/>
            <ac:spMk id="8" creationId="{E8A8EAB8-D2FF-444D-B34B-7D32F106AD0E}"/>
          </ac:spMkLst>
        </pc:spChg>
        <pc:cxnChg chg="add">
          <ac:chgData name="Alberto Ruiz" userId="47fa91d207cfb014" providerId="LiveId" clId="{9743E567-337F-4C21-A62A-0C7FCC4B4E77}" dt="2025-10-07T06:41:30.299" v="3801" actId="26606"/>
          <ac:cxnSpMkLst>
            <pc:docMk/>
            <pc:sldMk cId="3818877812" sldId="278"/>
            <ac:cxnSpMk id="10" creationId="{067633D1-6EE6-4118-B9F0-B363477BEE7A}"/>
          </ac:cxnSpMkLst>
        </pc:cxnChg>
        <pc:cxnChg chg="add">
          <ac:chgData name="Alberto Ruiz" userId="47fa91d207cfb014" providerId="LiveId" clId="{9743E567-337F-4C21-A62A-0C7FCC4B4E77}" dt="2025-10-07T06:41:30.299" v="3801" actId="26606"/>
          <ac:cxnSpMkLst>
            <pc:docMk/>
            <pc:sldMk cId="3818877812" sldId="278"/>
            <ac:cxnSpMk id="12" creationId="{4AD7FFC6-42A9-49CB-B5E9-B3F6B038331B}"/>
          </ac:cxnSpMkLst>
        </pc:cxn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B87CBD-FFDE-466A-8876-53E8C626533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E6B4C9-452D-42BB-A452-7BE7EBB587FC}">
      <dgm:prSet/>
      <dgm:spPr/>
      <dgm:t>
        <a:bodyPr/>
        <a:lstStyle/>
        <a:p>
          <a:r>
            <a:rPr lang="es-ES"/>
            <a:t>1.1. Código deontológico de la función de auditoría</a:t>
          </a:r>
          <a:endParaRPr lang="en-US"/>
        </a:p>
      </dgm:t>
    </dgm:pt>
    <dgm:pt modelId="{A7F6A177-918C-4B84-B3F9-C5C113FA133A}" type="parTrans" cxnId="{F8208E06-70F4-45B7-8EFE-6439E27A542A}">
      <dgm:prSet/>
      <dgm:spPr/>
      <dgm:t>
        <a:bodyPr/>
        <a:lstStyle/>
        <a:p>
          <a:endParaRPr lang="en-US"/>
        </a:p>
      </dgm:t>
    </dgm:pt>
    <dgm:pt modelId="{2331B84F-1FC5-4284-95CA-03C3B1C627DE}" type="sibTrans" cxnId="{F8208E06-70F4-45B7-8EFE-6439E27A542A}">
      <dgm:prSet/>
      <dgm:spPr/>
      <dgm:t>
        <a:bodyPr/>
        <a:lstStyle/>
        <a:p>
          <a:endParaRPr lang="en-US"/>
        </a:p>
      </dgm:t>
    </dgm:pt>
    <dgm:pt modelId="{81414A0C-A5BE-44DC-9E2F-071A7F18CCEF}">
      <dgm:prSet/>
      <dgm:spPr/>
      <dgm:t>
        <a:bodyPr/>
        <a:lstStyle/>
        <a:p>
          <a:r>
            <a:rPr lang="es-ES" dirty="0"/>
            <a:t>1.2. Relación de los distintos tipos de auditoría en el marco de los sistemas de información</a:t>
          </a:r>
          <a:endParaRPr lang="en-US" dirty="0"/>
        </a:p>
      </dgm:t>
    </dgm:pt>
    <dgm:pt modelId="{51AFDC69-DB97-483B-841A-0FFE363F1F3B}" type="parTrans" cxnId="{C3DA7752-2CA7-4F46-939F-39027772BBCA}">
      <dgm:prSet/>
      <dgm:spPr/>
      <dgm:t>
        <a:bodyPr/>
        <a:lstStyle/>
        <a:p>
          <a:endParaRPr lang="en-US"/>
        </a:p>
      </dgm:t>
    </dgm:pt>
    <dgm:pt modelId="{895C0752-0296-44E4-AE66-D262C2A3CA73}" type="sibTrans" cxnId="{C3DA7752-2CA7-4F46-939F-39027772BBCA}">
      <dgm:prSet/>
      <dgm:spPr/>
      <dgm:t>
        <a:bodyPr/>
        <a:lstStyle/>
        <a:p>
          <a:endParaRPr lang="en-US"/>
        </a:p>
      </dgm:t>
    </dgm:pt>
    <dgm:pt modelId="{B896B123-6296-4135-B83B-9B8FF4B6DD84}">
      <dgm:prSet/>
      <dgm:spPr/>
      <dgm:t>
        <a:bodyPr/>
        <a:lstStyle/>
        <a:p>
          <a:r>
            <a:rPr lang="es-ES" dirty="0"/>
            <a:t>1.3. Criterios a seguir para la composición del equipo auditor</a:t>
          </a:r>
          <a:endParaRPr lang="en-US" dirty="0"/>
        </a:p>
      </dgm:t>
    </dgm:pt>
    <dgm:pt modelId="{FE021B47-3272-4D94-8CB0-BC9A2456DC1B}" type="parTrans" cxnId="{A3E28445-0F35-4387-BD06-CCC4E398986C}">
      <dgm:prSet/>
      <dgm:spPr/>
      <dgm:t>
        <a:bodyPr/>
        <a:lstStyle/>
        <a:p>
          <a:endParaRPr lang="en-US"/>
        </a:p>
      </dgm:t>
    </dgm:pt>
    <dgm:pt modelId="{F72919D6-D047-422E-842D-7F7A4532B542}" type="sibTrans" cxnId="{A3E28445-0F35-4387-BD06-CCC4E398986C}">
      <dgm:prSet/>
      <dgm:spPr/>
      <dgm:t>
        <a:bodyPr/>
        <a:lstStyle/>
        <a:p>
          <a:endParaRPr lang="en-US"/>
        </a:p>
      </dgm:t>
    </dgm:pt>
    <dgm:pt modelId="{556978AD-8107-4362-B4FF-FF580CEF33FF}">
      <dgm:prSet/>
      <dgm:spPr/>
      <dgm:t>
        <a:bodyPr/>
        <a:lstStyle/>
        <a:p>
          <a:r>
            <a:rPr lang="es-ES"/>
            <a:t>1.4. Tipos de pruebas a realizar en el marco de la auditoría, pruebas sustantivas y pruebas de cumplimiento</a:t>
          </a:r>
          <a:endParaRPr lang="en-US"/>
        </a:p>
      </dgm:t>
    </dgm:pt>
    <dgm:pt modelId="{DF6AA0DD-2D1F-47CA-8F8A-27701F7E19CD}" type="parTrans" cxnId="{33F19FCC-1070-4563-9A09-E29A1ED23EF3}">
      <dgm:prSet/>
      <dgm:spPr/>
      <dgm:t>
        <a:bodyPr/>
        <a:lstStyle/>
        <a:p>
          <a:endParaRPr lang="en-US"/>
        </a:p>
      </dgm:t>
    </dgm:pt>
    <dgm:pt modelId="{DC89788A-131A-48E5-9D92-03C4007739E1}" type="sibTrans" cxnId="{33F19FCC-1070-4563-9A09-E29A1ED23EF3}">
      <dgm:prSet/>
      <dgm:spPr/>
      <dgm:t>
        <a:bodyPr/>
        <a:lstStyle/>
        <a:p>
          <a:endParaRPr lang="en-US"/>
        </a:p>
      </dgm:t>
    </dgm:pt>
    <dgm:pt modelId="{60166F11-31AA-41B4-9F9A-D30535E70F86}">
      <dgm:prSet/>
      <dgm:spPr/>
      <dgm:t>
        <a:bodyPr/>
        <a:lstStyle/>
        <a:p>
          <a:r>
            <a:rPr lang="es-ES"/>
            <a:t>1.5. Tipos de muestreo a aplicar durante el proceso de auditoría</a:t>
          </a:r>
          <a:endParaRPr lang="en-US"/>
        </a:p>
      </dgm:t>
    </dgm:pt>
    <dgm:pt modelId="{1E6B4D63-5C51-4B12-AAEF-0374E1E0AE4D}" type="parTrans" cxnId="{52B377EC-D3FC-41C8-964B-6216A77A9BA5}">
      <dgm:prSet/>
      <dgm:spPr/>
      <dgm:t>
        <a:bodyPr/>
        <a:lstStyle/>
        <a:p>
          <a:endParaRPr lang="en-US"/>
        </a:p>
      </dgm:t>
    </dgm:pt>
    <dgm:pt modelId="{1F8D5C48-419F-45A8-B804-77CDAA4FF697}" type="sibTrans" cxnId="{52B377EC-D3FC-41C8-964B-6216A77A9BA5}">
      <dgm:prSet/>
      <dgm:spPr/>
      <dgm:t>
        <a:bodyPr/>
        <a:lstStyle/>
        <a:p>
          <a:endParaRPr lang="en-US"/>
        </a:p>
      </dgm:t>
    </dgm:pt>
    <dgm:pt modelId="{FB777116-8A9B-4A7E-B2F4-F01F0D6B0661}">
      <dgm:prSet/>
      <dgm:spPr/>
      <dgm:t>
        <a:bodyPr/>
        <a:lstStyle/>
        <a:p>
          <a:r>
            <a:rPr lang="es-ES"/>
            <a:t>1.6. Utilización de herramientas tipo CAAT (Computer Assisted Audit Tools)</a:t>
          </a:r>
          <a:endParaRPr lang="en-US"/>
        </a:p>
      </dgm:t>
    </dgm:pt>
    <dgm:pt modelId="{61C70212-5F0E-4558-97B8-A1CCA4361001}" type="parTrans" cxnId="{F475D4A3-C2C2-4FF6-AFD4-507315D353C3}">
      <dgm:prSet/>
      <dgm:spPr/>
      <dgm:t>
        <a:bodyPr/>
        <a:lstStyle/>
        <a:p>
          <a:endParaRPr lang="en-US"/>
        </a:p>
      </dgm:t>
    </dgm:pt>
    <dgm:pt modelId="{DD70D00F-8599-4715-A2A9-C5E5B149CE15}" type="sibTrans" cxnId="{F475D4A3-C2C2-4FF6-AFD4-507315D353C3}">
      <dgm:prSet/>
      <dgm:spPr/>
      <dgm:t>
        <a:bodyPr/>
        <a:lstStyle/>
        <a:p>
          <a:endParaRPr lang="en-US"/>
        </a:p>
      </dgm:t>
    </dgm:pt>
    <dgm:pt modelId="{CA6BDFC1-7A89-4014-B62B-DE59298E0296}">
      <dgm:prSet/>
      <dgm:spPr/>
      <dgm:t>
        <a:bodyPr/>
        <a:lstStyle/>
        <a:p>
          <a:r>
            <a:rPr lang="es-ES"/>
            <a:t>1.7. Explicación de los requerimientos que deben cumplir los hallazgos de auditoría</a:t>
          </a:r>
          <a:endParaRPr lang="en-US"/>
        </a:p>
      </dgm:t>
    </dgm:pt>
    <dgm:pt modelId="{6621A61C-ED82-4121-810B-F8578C7B94EB}" type="parTrans" cxnId="{AE02B4B8-B8A2-437B-BF75-C4607BCFDBC2}">
      <dgm:prSet/>
      <dgm:spPr/>
      <dgm:t>
        <a:bodyPr/>
        <a:lstStyle/>
        <a:p>
          <a:endParaRPr lang="en-US"/>
        </a:p>
      </dgm:t>
    </dgm:pt>
    <dgm:pt modelId="{97C5A87A-600A-4FF3-A195-CD0523D89AB0}" type="sibTrans" cxnId="{AE02B4B8-B8A2-437B-BF75-C4607BCFDBC2}">
      <dgm:prSet/>
      <dgm:spPr/>
      <dgm:t>
        <a:bodyPr/>
        <a:lstStyle/>
        <a:p>
          <a:endParaRPr lang="en-US"/>
        </a:p>
      </dgm:t>
    </dgm:pt>
    <dgm:pt modelId="{A08792F6-4595-494D-A202-FE16321A22B7}">
      <dgm:prSet/>
      <dgm:spPr/>
      <dgm:t>
        <a:bodyPr/>
        <a:lstStyle/>
        <a:p>
          <a:r>
            <a:rPr lang="es-ES"/>
            <a:t>1.8. Aplicación de criterios comunes para categorizar los hallazgos como observaciones o no conformidades</a:t>
          </a:r>
          <a:endParaRPr lang="en-US"/>
        </a:p>
      </dgm:t>
    </dgm:pt>
    <dgm:pt modelId="{D5BF737B-89DC-4CAF-AF75-D3E456F9A082}" type="parTrans" cxnId="{946A7DF6-3F8A-4848-B1C8-9D3D32AEB932}">
      <dgm:prSet/>
      <dgm:spPr/>
      <dgm:t>
        <a:bodyPr/>
        <a:lstStyle/>
        <a:p>
          <a:endParaRPr lang="en-US"/>
        </a:p>
      </dgm:t>
    </dgm:pt>
    <dgm:pt modelId="{ED369989-78AB-4C49-A92C-3181F295FB4C}" type="sibTrans" cxnId="{946A7DF6-3F8A-4848-B1C8-9D3D32AEB932}">
      <dgm:prSet/>
      <dgm:spPr/>
      <dgm:t>
        <a:bodyPr/>
        <a:lstStyle/>
        <a:p>
          <a:endParaRPr lang="en-US"/>
        </a:p>
      </dgm:t>
    </dgm:pt>
    <dgm:pt modelId="{59B7158D-6EEC-405A-86E1-ED5A4AE82E1D}">
      <dgm:prSet/>
      <dgm:spPr/>
      <dgm:t>
        <a:bodyPr/>
        <a:lstStyle/>
        <a:p>
          <a:r>
            <a:rPr lang="es-ES"/>
            <a:t>1.9. Relación de las normativas y metodologías relacionadas con la auditoría de sistemas de información comúnmente aceptadas</a:t>
          </a:r>
          <a:endParaRPr lang="en-US"/>
        </a:p>
      </dgm:t>
    </dgm:pt>
    <dgm:pt modelId="{9FEF6E27-DADD-4A01-9F50-ACF04C308D2A}" type="parTrans" cxnId="{65BC12B4-9BC4-4790-A813-3575681E91AF}">
      <dgm:prSet/>
      <dgm:spPr/>
      <dgm:t>
        <a:bodyPr/>
        <a:lstStyle/>
        <a:p>
          <a:endParaRPr lang="en-US"/>
        </a:p>
      </dgm:t>
    </dgm:pt>
    <dgm:pt modelId="{F7628C9B-C51A-42F2-AE12-85C09C76C012}" type="sibTrans" cxnId="{65BC12B4-9BC4-4790-A813-3575681E91AF}">
      <dgm:prSet/>
      <dgm:spPr/>
      <dgm:t>
        <a:bodyPr/>
        <a:lstStyle/>
        <a:p>
          <a:endParaRPr lang="en-US"/>
        </a:p>
      </dgm:t>
    </dgm:pt>
    <dgm:pt modelId="{F6C27FFD-E808-4731-9EE5-AA82DD6B9095}" type="pres">
      <dgm:prSet presAssocID="{47B87CBD-FFDE-466A-8876-53E8C6265333}" presName="Name0" presStyleCnt="0">
        <dgm:presLayoutVars>
          <dgm:dir/>
          <dgm:resizeHandles val="exact"/>
        </dgm:presLayoutVars>
      </dgm:prSet>
      <dgm:spPr/>
    </dgm:pt>
    <dgm:pt modelId="{A0E3D422-D859-4747-897F-4D8235A9A010}" type="pres">
      <dgm:prSet presAssocID="{8FE6B4C9-452D-42BB-A452-7BE7EBB587FC}" presName="node" presStyleLbl="node1" presStyleIdx="0" presStyleCnt="9">
        <dgm:presLayoutVars>
          <dgm:bulletEnabled val="1"/>
        </dgm:presLayoutVars>
      </dgm:prSet>
      <dgm:spPr/>
    </dgm:pt>
    <dgm:pt modelId="{DFE8A8D7-F2A0-4D41-91C0-F297859C05B6}" type="pres">
      <dgm:prSet presAssocID="{2331B84F-1FC5-4284-95CA-03C3B1C627DE}" presName="sibTrans" presStyleLbl="sibTrans1D1" presStyleIdx="0" presStyleCnt="8"/>
      <dgm:spPr/>
    </dgm:pt>
    <dgm:pt modelId="{5D20881A-06CA-4117-A367-E65C8C85A0C6}" type="pres">
      <dgm:prSet presAssocID="{2331B84F-1FC5-4284-95CA-03C3B1C627DE}" presName="connectorText" presStyleLbl="sibTrans1D1" presStyleIdx="0" presStyleCnt="8"/>
      <dgm:spPr/>
    </dgm:pt>
    <dgm:pt modelId="{C972D659-9B6A-45F7-A7B4-B4D3A60512F8}" type="pres">
      <dgm:prSet presAssocID="{81414A0C-A5BE-44DC-9E2F-071A7F18CCEF}" presName="node" presStyleLbl="node1" presStyleIdx="1" presStyleCnt="9">
        <dgm:presLayoutVars>
          <dgm:bulletEnabled val="1"/>
        </dgm:presLayoutVars>
      </dgm:prSet>
      <dgm:spPr/>
    </dgm:pt>
    <dgm:pt modelId="{41A37E80-EBFC-44E1-BE3F-F9824E305FC6}" type="pres">
      <dgm:prSet presAssocID="{895C0752-0296-44E4-AE66-D262C2A3CA73}" presName="sibTrans" presStyleLbl="sibTrans1D1" presStyleIdx="1" presStyleCnt="8"/>
      <dgm:spPr/>
    </dgm:pt>
    <dgm:pt modelId="{D573FEC9-D0A9-400A-BE0F-A5CA18AC34C9}" type="pres">
      <dgm:prSet presAssocID="{895C0752-0296-44E4-AE66-D262C2A3CA73}" presName="connectorText" presStyleLbl="sibTrans1D1" presStyleIdx="1" presStyleCnt="8"/>
      <dgm:spPr/>
    </dgm:pt>
    <dgm:pt modelId="{76C087A2-D36E-4C6E-A227-B352F61F3EF8}" type="pres">
      <dgm:prSet presAssocID="{B896B123-6296-4135-B83B-9B8FF4B6DD84}" presName="node" presStyleLbl="node1" presStyleIdx="2" presStyleCnt="9">
        <dgm:presLayoutVars>
          <dgm:bulletEnabled val="1"/>
        </dgm:presLayoutVars>
      </dgm:prSet>
      <dgm:spPr/>
    </dgm:pt>
    <dgm:pt modelId="{6A892DB9-E592-49AC-831D-879DAF048D40}" type="pres">
      <dgm:prSet presAssocID="{F72919D6-D047-422E-842D-7F7A4532B542}" presName="sibTrans" presStyleLbl="sibTrans1D1" presStyleIdx="2" presStyleCnt="8"/>
      <dgm:spPr/>
    </dgm:pt>
    <dgm:pt modelId="{75E6910A-4849-4E6F-9730-0B8FBAC01AC1}" type="pres">
      <dgm:prSet presAssocID="{F72919D6-D047-422E-842D-7F7A4532B542}" presName="connectorText" presStyleLbl="sibTrans1D1" presStyleIdx="2" presStyleCnt="8"/>
      <dgm:spPr/>
    </dgm:pt>
    <dgm:pt modelId="{1CB436E4-FE9C-4519-AD6E-0F1F335B8ED3}" type="pres">
      <dgm:prSet presAssocID="{556978AD-8107-4362-B4FF-FF580CEF33FF}" presName="node" presStyleLbl="node1" presStyleIdx="3" presStyleCnt="9">
        <dgm:presLayoutVars>
          <dgm:bulletEnabled val="1"/>
        </dgm:presLayoutVars>
      </dgm:prSet>
      <dgm:spPr/>
    </dgm:pt>
    <dgm:pt modelId="{D1A5C56C-80E3-40BC-9FAA-64EAAA94883F}" type="pres">
      <dgm:prSet presAssocID="{DC89788A-131A-48E5-9D92-03C4007739E1}" presName="sibTrans" presStyleLbl="sibTrans1D1" presStyleIdx="3" presStyleCnt="8"/>
      <dgm:spPr/>
    </dgm:pt>
    <dgm:pt modelId="{5370C492-66EC-4596-8501-B1B398BB04DB}" type="pres">
      <dgm:prSet presAssocID="{DC89788A-131A-48E5-9D92-03C4007739E1}" presName="connectorText" presStyleLbl="sibTrans1D1" presStyleIdx="3" presStyleCnt="8"/>
      <dgm:spPr/>
    </dgm:pt>
    <dgm:pt modelId="{E0C3C6D7-4D0E-4BC2-962F-9A00D613C05A}" type="pres">
      <dgm:prSet presAssocID="{60166F11-31AA-41B4-9F9A-D30535E70F86}" presName="node" presStyleLbl="node1" presStyleIdx="4" presStyleCnt="9">
        <dgm:presLayoutVars>
          <dgm:bulletEnabled val="1"/>
        </dgm:presLayoutVars>
      </dgm:prSet>
      <dgm:spPr/>
    </dgm:pt>
    <dgm:pt modelId="{8EDDC407-4A7F-4A35-94F7-B233D07E4D6A}" type="pres">
      <dgm:prSet presAssocID="{1F8D5C48-419F-45A8-B804-77CDAA4FF697}" presName="sibTrans" presStyleLbl="sibTrans1D1" presStyleIdx="4" presStyleCnt="8"/>
      <dgm:spPr/>
    </dgm:pt>
    <dgm:pt modelId="{F43CAC9D-B197-431D-99A9-E61CB880E5E0}" type="pres">
      <dgm:prSet presAssocID="{1F8D5C48-419F-45A8-B804-77CDAA4FF697}" presName="connectorText" presStyleLbl="sibTrans1D1" presStyleIdx="4" presStyleCnt="8"/>
      <dgm:spPr/>
    </dgm:pt>
    <dgm:pt modelId="{2CA8F334-E5E5-473E-8572-DCAF43E751E9}" type="pres">
      <dgm:prSet presAssocID="{FB777116-8A9B-4A7E-B2F4-F01F0D6B0661}" presName="node" presStyleLbl="node1" presStyleIdx="5" presStyleCnt="9">
        <dgm:presLayoutVars>
          <dgm:bulletEnabled val="1"/>
        </dgm:presLayoutVars>
      </dgm:prSet>
      <dgm:spPr/>
    </dgm:pt>
    <dgm:pt modelId="{F3C2B504-7314-4A4B-B436-C56F60B8E700}" type="pres">
      <dgm:prSet presAssocID="{DD70D00F-8599-4715-A2A9-C5E5B149CE15}" presName="sibTrans" presStyleLbl="sibTrans1D1" presStyleIdx="5" presStyleCnt="8"/>
      <dgm:spPr/>
    </dgm:pt>
    <dgm:pt modelId="{D02ED04E-492C-407D-911F-8DBAE03C2F72}" type="pres">
      <dgm:prSet presAssocID="{DD70D00F-8599-4715-A2A9-C5E5B149CE15}" presName="connectorText" presStyleLbl="sibTrans1D1" presStyleIdx="5" presStyleCnt="8"/>
      <dgm:spPr/>
    </dgm:pt>
    <dgm:pt modelId="{9B1BC3DE-E94E-418F-BA9B-C44CA33E88F5}" type="pres">
      <dgm:prSet presAssocID="{CA6BDFC1-7A89-4014-B62B-DE59298E0296}" presName="node" presStyleLbl="node1" presStyleIdx="6" presStyleCnt="9">
        <dgm:presLayoutVars>
          <dgm:bulletEnabled val="1"/>
        </dgm:presLayoutVars>
      </dgm:prSet>
      <dgm:spPr/>
    </dgm:pt>
    <dgm:pt modelId="{4A58CBD0-DD4E-4792-9996-098C48A5EA91}" type="pres">
      <dgm:prSet presAssocID="{97C5A87A-600A-4FF3-A195-CD0523D89AB0}" presName="sibTrans" presStyleLbl="sibTrans1D1" presStyleIdx="6" presStyleCnt="8"/>
      <dgm:spPr/>
    </dgm:pt>
    <dgm:pt modelId="{312A67E0-8B5B-4254-8DBE-D6F8C904C535}" type="pres">
      <dgm:prSet presAssocID="{97C5A87A-600A-4FF3-A195-CD0523D89AB0}" presName="connectorText" presStyleLbl="sibTrans1D1" presStyleIdx="6" presStyleCnt="8"/>
      <dgm:spPr/>
    </dgm:pt>
    <dgm:pt modelId="{FE3F2EFB-B9BC-45BF-AF38-58F16545C043}" type="pres">
      <dgm:prSet presAssocID="{A08792F6-4595-494D-A202-FE16321A22B7}" presName="node" presStyleLbl="node1" presStyleIdx="7" presStyleCnt="9">
        <dgm:presLayoutVars>
          <dgm:bulletEnabled val="1"/>
        </dgm:presLayoutVars>
      </dgm:prSet>
      <dgm:spPr/>
    </dgm:pt>
    <dgm:pt modelId="{F660E88F-DFA5-4AB9-A1B4-98A30F9FC75D}" type="pres">
      <dgm:prSet presAssocID="{ED369989-78AB-4C49-A92C-3181F295FB4C}" presName="sibTrans" presStyleLbl="sibTrans1D1" presStyleIdx="7" presStyleCnt="8"/>
      <dgm:spPr/>
    </dgm:pt>
    <dgm:pt modelId="{E37E4B35-CE5E-49D9-A99B-6B9A1B314889}" type="pres">
      <dgm:prSet presAssocID="{ED369989-78AB-4C49-A92C-3181F295FB4C}" presName="connectorText" presStyleLbl="sibTrans1D1" presStyleIdx="7" presStyleCnt="8"/>
      <dgm:spPr/>
    </dgm:pt>
    <dgm:pt modelId="{4ABF60EF-8503-4627-B0F8-41F52C1A8F59}" type="pres">
      <dgm:prSet presAssocID="{59B7158D-6EEC-405A-86E1-ED5A4AE82E1D}" presName="node" presStyleLbl="node1" presStyleIdx="8" presStyleCnt="9">
        <dgm:presLayoutVars>
          <dgm:bulletEnabled val="1"/>
        </dgm:presLayoutVars>
      </dgm:prSet>
      <dgm:spPr/>
    </dgm:pt>
  </dgm:ptLst>
  <dgm:cxnLst>
    <dgm:cxn modelId="{F8208E06-70F4-45B7-8EFE-6439E27A542A}" srcId="{47B87CBD-FFDE-466A-8876-53E8C6265333}" destId="{8FE6B4C9-452D-42BB-A452-7BE7EBB587FC}" srcOrd="0" destOrd="0" parTransId="{A7F6A177-918C-4B84-B3F9-C5C113FA133A}" sibTransId="{2331B84F-1FC5-4284-95CA-03C3B1C627DE}"/>
    <dgm:cxn modelId="{8B89DE10-278E-426B-96C8-05458C8BD247}" type="presOf" srcId="{556978AD-8107-4362-B4FF-FF580CEF33FF}" destId="{1CB436E4-FE9C-4519-AD6E-0F1F335B8ED3}" srcOrd="0" destOrd="0" presId="urn:microsoft.com/office/officeart/2016/7/layout/RepeatingBendingProcessNew"/>
    <dgm:cxn modelId="{971E691A-2B3E-4E42-A773-A3C5FB07C6E5}" type="presOf" srcId="{895C0752-0296-44E4-AE66-D262C2A3CA73}" destId="{41A37E80-EBFC-44E1-BE3F-F9824E305FC6}" srcOrd="0" destOrd="0" presId="urn:microsoft.com/office/officeart/2016/7/layout/RepeatingBendingProcessNew"/>
    <dgm:cxn modelId="{E068F626-A2FE-4938-8922-3A8C129CF964}" type="presOf" srcId="{97C5A87A-600A-4FF3-A195-CD0523D89AB0}" destId="{312A67E0-8B5B-4254-8DBE-D6F8C904C535}" srcOrd="1" destOrd="0" presId="urn:microsoft.com/office/officeart/2016/7/layout/RepeatingBendingProcessNew"/>
    <dgm:cxn modelId="{A31F3D2F-96EE-4BAE-A391-CFAEB6B1B662}" type="presOf" srcId="{DD70D00F-8599-4715-A2A9-C5E5B149CE15}" destId="{D02ED04E-492C-407D-911F-8DBAE03C2F72}" srcOrd="1" destOrd="0" presId="urn:microsoft.com/office/officeart/2016/7/layout/RepeatingBendingProcessNew"/>
    <dgm:cxn modelId="{46212232-5406-441E-860D-F5B615D1E647}" type="presOf" srcId="{1F8D5C48-419F-45A8-B804-77CDAA4FF697}" destId="{8EDDC407-4A7F-4A35-94F7-B233D07E4D6A}" srcOrd="0" destOrd="0" presId="urn:microsoft.com/office/officeart/2016/7/layout/RepeatingBendingProcessNew"/>
    <dgm:cxn modelId="{14D5C632-0A38-429B-BF23-76446FB04E2E}" type="presOf" srcId="{A08792F6-4595-494D-A202-FE16321A22B7}" destId="{FE3F2EFB-B9BC-45BF-AF38-58F16545C043}" srcOrd="0" destOrd="0" presId="urn:microsoft.com/office/officeart/2016/7/layout/RepeatingBendingProcessNew"/>
    <dgm:cxn modelId="{91C5205B-0DE8-4DC9-AA0E-15F6BB0AB108}" type="presOf" srcId="{DD70D00F-8599-4715-A2A9-C5E5B149CE15}" destId="{F3C2B504-7314-4A4B-B436-C56F60B8E700}" srcOrd="0" destOrd="0" presId="urn:microsoft.com/office/officeart/2016/7/layout/RepeatingBendingProcessNew"/>
    <dgm:cxn modelId="{0D43F041-AE8F-41C1-A40A-65D24FC83706}" type="presOf" srcId="{CA6BDFC1-7A89-4014-B62B-DE59298E0296}" destId="{9B1BC3DE-E94E-418F-BA9B-C44CA33E88F5}" srcOrd="0" destOrd="0" presId="urn:microsoft.com/office/officeart/2016/7/layout/RepeatingBendingProcessNew"/>
    <dgm:cxn modelId="{A3E28445-0F35-4387-BD06-CCC4E398986C}" srcId="{47B87CBD-FFDE-466A-8876-53E8C6265333}" destId="{B896B123-6296-4135-B83B-9B8FF4B6DD84}" srcOrd="2" destOrd="0" parTransId="{FE021B47-3272-4D94-8CB0-BC9A2456DC1B}" sibTransId="{F72919D6-D047-422E-842D-7F7A4532B542}"/>
    <dgm:cxn modelId="{ABD21E46-0FA0-4FAC-97D8-A020C4C2864A}" type="presOf" srcId="{B896B123-6296-4135-B83B-9B8FF4B6DD84}" destId="{76C087A2-D36E-4C6E-A227-B352F61F3EF8}" srcOrd="0" destOrd="0" presId="urn:microsoft.com/office/officeart/2016/7/layout/RepeatingBendingProcessNew"/>
    <dgm:cxn modelId="{9E629570-781E-429B-87E8-C4B5A9D7E3FB}" type="presOf" srcId="{F72919D6-D047-422E-842D-7F7A4532B542}" destId="{75E6910A-4849-4E6F-9730-0B8FBAC01AC1}" srcOrd="1" destOrd="0" presId="urn:microsoft.com/office/officeart/2016/7/layout/RepeatingBendingProcessNew"/>
    <dgm:cxn modelId="{C3DA7752-2CA7-4F46-939F-39027772BBCA}" srcId="{47B87CBD-FFDE-466A-8876-53E8C6265333}" destId="{81414A0C-A5BE-44DC-9E2F-071A7F18CCEF}" srcOrd="1" destOrd="0" parTransId="{51AFDC69-DB97-483B-841A-0FFE363F1F3B}" sibTransId="{895C0752-0296-44E4-AE66-D262C2A3CA73}"/>
    <dgm:cxn modelId="{ED0EB374-E378-45BA-8F47-07B5498DF56B}" type="presOf" srcId="{47B87CBD-FFDE-466A-8876-53E8C6265333}" destId="{F6C27FFD-E808-4731-9EE5-AA82DD6B9095}" srcOrd="0" destOrd="0" presId="urn:microsoft.com/office/officeart/2016/7/layout/RepeatingBendingProcessNew"/>
    <dgm:cxn modelId="{AB660F8C-9E78-4840-8BD8-7D267C7A55F2}" type="presOf" srcId="{2331B84F-1FC5-4284-95CA-03C3B1C627DE}" destId="{DFE8A8D7-F2A0-4D41-91C0-F297859C05B6}" srcOrd="0" destOrd="0" presId="urn:microsoft.com/office/officeart/2016/7/layout/RepeatingBendingProcessNew"/>
    <dgm:cxn modelId="{A8D91D8E-E2A1-4360-A967-BFBE3E596A8C}" type="presOf" srcId="{81414A0C-A5BE-44DC-9E2F-071A7F18CCEF}" destId="{C972D659-9B6A-45F7-A7B4-B4D3A60512F8}" srcOrd="0" destOrd="0" presId="urn:microsoft.com/office/officeart/2016/7/layout/RepeatingBendingProcessNew"/>
    <dgm:cxn modelId="{28169096-1A63-4D67-A382-548348C10E1C}" type="presOf" srcId="{DC89788A-131A-48E5-9D92-03C4007739E1}" destId="{5370C492-66EC-4596-8501-B1B398BB04DB}" srcOrd="1" destOrd="0" presId="urn:microsoft.com/office/officeart/2016/7/layout/RepeatingBendingProcessNew"/>
    <dgm:cxn modelId="{560F919C-F388-4B7F-B95B-3F00107B39D0}" type="presOf" srcId="{ED369989-78AB-4C49-A92C-3181F295FB4C}" destId="{E37E4B35-CE5E-49D9-A99B-6B9A1B314889}" srcOrd="1" destOrd="0" presId="urn:microsoft.com/office/officeart/2016/7/layout/RepeatingBendingProcessNew"/>
    <dgm:cxn modelId="{2505C9A1-3186-40EE-A2CD-352A544B4CB2}" type="presOf" srcId="{59B7158D-6EEC-405A-86E1-ED5A4AE82E1D}" destId="{4ABF60EF-8503-4627-B0F8-41F52C1A8F59}" srcOrd="0" destOrd="0" presId="urn:microsoft.com/office/officeart/2016/7/layout/RepeatingBendingProcessNew"/>
    <dgm:cxn modelId="{F475D4A3-C2C2-4FF6-AFD4-507315D353C3}" srcId="{47B87CBD-FFDE-466A-8876-53E8C6265333}" destId="{FB777116-8A9B-4A7E-B2F4-F01F0D6B0661}" srcOrd="5" destOrd="0" parTransId="{61C70212-5F0E-4558-97B8-A1CCA4361001}" sibTransId="{DD70D00F-8599-4715-A2A9-C5E5B149CE15}"/>
    <dgm:cxn modelId="{622953A7-2DB5-4D47-BF5F-F46E8A358053}" type="presOf" srcId="{97C5A87A-600A-4FF3-A195-CD0523D89AB0}" destId="{4A58CBD0-DD4E-4792-9996-098C48A5EA91}" srcOrd="0" destOrd="0" presId="urn:microsoft.com/office/officeart/2016/7/layout/RepeatingBendingProcessNew"/>
    <dgm:cxn modelId="{A8CB99B3-7BE2-4FCB-B981-6FB834024018}" type="presOf" srcId="{895C0752-0296-44E4-AE66-D262C2A3CA73}" destId="{D573FEC9-D0A9-400A-BE0F-A5CA18AC34C9}" srcOrd="1" destOrd="0" presId="urn:microsoft.com/office/officeart/2016/7/layout/RepeatingBendingProcessNew"/>
    <dgm:cxn modelId="{65BC12B4-9BC4-4790-A813-3575681E91AF}" srcId="{47B87CBD-FFDE-466A-8876-53E8C6265333}" destId="{59B7158D-6EEC-405A-86E1-ED5A4AE82E1D}" srcOrd="8" destOrd="0" parTransId="{9FEF6E27-DADD-4A01-9F50-ACF04C308D2A}" sibTransId="{F7628C9B-C51A-42F2-AE12-85C09C76C012}"/>
    <dgm:cxn modelId="{AE02B4B8-B8A2-437B-BF75-C4607BCFDBC2}" srcId="{47B87CBD-FFDE-466A-8876-53E8C6265333}" destId="{CA6BDFC1-7A89-4014-B62B-DE59298E0296}" srcOrd="6" destOrd="0" parTransId="{6621A61C-ED82-4121-810B-F8578C7B94EB}" sibTransId="{97C5A87A-600A-4FF3-A195-CD0523D89AB0}"/>
    <dgm:cxn modelId="{FFCE55CA-4E80-4D39-A9B7-D0F5637AE3B6}" type="presOf" srcId="{1F8D5C48-419F-45A8-B804-77CDAA4FF697}" destId="{F43CAC9D-B197-431D-99A9-E61CB880E5E0}" srcOrd="1" destOrd="0" presId="urn:microsoft.com/office/officeart/2016/7/layout/RepeatingBendingProcessNew"/>
    <dgm:cxn modelId="{33F19FCC-1070-4563-9A09-E29A1ED23EF3}" srcId="{47B87CBD-FFDE-466A-8876-53E8C6265333}" destId="{556978AD-8107-4362-B4FF-FF580CEF33FF}" srcOrd="3" destOrd="0" parTransId="{DF6AA0DD-2D1F-47CA-8F8A-27701F7E19CD}" sibTransId="{DC89788A-131A-48E5-9D92-03C4007739E1}"/>
    <dgm:cxn modelId="{41AC3AD7-B394-408D-BC74-6FD2AD7692AB}" type="presOf" srcId="{F72919D6-D047-422E-842D-7F7A4532B542}" destId="{6A892DB9-E592-49AC-831D-879DAF048D40}" srcOrd="0" destOrd="0" presId="urn:microsoft.com/office/officeart/2016/7/layout/RepeatingBendingProcessNew"/>
    <dgm:cxn modelId="{A6936DE2-2C14-44A8-9CCF-98DA00F75E69}" type="presOf" srcId="{2331B84F-1FC5-4284-95CA-03C3B1C627DE}" destId="{5D20881A-06CA-4117-A367-E65C8C85A0C6}" srcOrd="1" destOrd="0" presId="urn:microsoft.com/office/officeart/2016/7/layout/RepeatingBendingProcessNew"/>
    <dgm:cxn modelId="{52C677E2-1951-4E5E-A837-3F21BDB8A56C}" type="presOf" srcId="{DC89788A-131A-48E5-9D92-03C4007739E1}" destId="{D1A5C56C-80E3-40BC-9FAA-64EAAA94883F}" srcOrd="0" destOrd="0" presId="urn:microsoft.com/office/officeart/2016/7/layout/RepeatingBendingProcessNew"/>
    <dgm:cxn modelId="{62B212E5-078F-4902-9ED4-74E0B2198F0E}" type="presOf" srcId="{ED369989-78AB-4C49-A92C-3181F295FB4C}" destId="{F660E88F-DFA5-4AB9-A1B4-98A30F9FC75D}" srcOrd="0" destOrd="0" presId="urn:microsoft.com/office/officeart/2016/7/layout/RepeatingBendingProcessNew"/>
    <dgm:cxn modelId="{52B377EC-D3FC-41C8-964B-6216A77A9BA5}" srcId="{47B87CBD-FFDE-466A-8876-53E8C6265333}" destId="{60166F11-31AA-41B4-9F9A-D30535E70F86}" srcOrd="4" destOrd="0" parTransId="{1E6B4D63-5C51-4B12-AAEF-0374E1E0AE4D}" sibTransId="{1F8D5C48-419F-45A8-B804-77CDAA4FF697}"/>
    <dgm:cxn modelId="{2CEE1BF4-7D2D-484D-BCF8-EB246CA7F2AF}" type="presOf" srcId="{FB777116-8A9B-4A7E-B2F4-F01F0D6B0661}" destId="{2CA8F334-E5E5-473E-8572-DCAF43E751E9}" srcOrd="0" destOrd="0" presId="urn:microsoft.com/office/officeart/2016/7/layout/RepeatingBendingProcessNew"/>
    <dgm:cxn modelId="{12315EF4-95CC-4FBF-9F12-C843DE17EEBE}" type="presOf" srcId="{8FE6B4C9-452D-42BB-A452-7BE7EBB587FC}" destId="{A0E3D422-D859-4747-897F-4D8235A9A010}" srcOrd="0" destOrd="0" presId="urn:microsoft.com/office/officeart/2016/7/layout/RepeatingBendingProcessNew"/>
    <dgm:cxn modelId="{946A7DF6-3F8A-4848-B1C8-9D3D32AEB932}" srcId="{47B87CBD-FFDE-466A-8876-53E8C6265333}" destId="{A08792F6-4595-494D-A202-FE16321A22B7}" srcOrd="7" destOrd="0" parTransId="{D5BF737B-89DC-4CAF-AF75-D3E456F9A082}" sibTransId="{ED369989-78AB-4C49-A92C-3181F295FB4C}"/>
    <dgm:cxn modelId="{055D56FB-0682-4A9F-8363-620161EE624A}" type="presOf" srcId="{60166F11-31AA-41B4-9F9A-D30535E70F86}" destId="{E0C3C6D7-4D0E-4BC2-962F-9A00D613C05A}" srcOrd="0" destOrd="0" presId="urn:microsoft.com/office/officeart/2016/7/layout/RepeatingBendingProcessNew"/>
    <dgm:cxn modelId="{5C10CED6-E1C2-4EDE-A73D-63B458BD1DED}" type="presParOf" srcId="{F6C27FFD-E808-4731-9EE5-AA82DD6B9095}" destId="{A0E3D422-D859-4747-897F-4D8235A9A010}" srcOrd="0" destOrd="0" presId="urn:microsoft.com/office/officeart/2016/7/layout/RepeatingBendingProcessNew"/>
    <dgm:cxn modelId="{18B3646D-6CA1-4B95-BD79-D28C2B4196DF}" type="presParOf" srcId="{F6C27FFD-E808-4731-9EE5-AA82DD6B9095}" destId="{DFE8A8D7-F2A0-4D41-91C0-F297859C05B6}" srcOrd="1" destOrd="0" presId="urn:microsoft.com/office/officeart/2016/7/layout/RepeatingBendingProcessNew"/>
    <dgm:cxn modelId="{7A605B0F-7442-475F-97C2-88FD5331CDCD}" type="presParOf" srcId="{DFE8A8D7-F2A0-4D41-91C0-F297859C05B6}" destId="{5D20881A-06CA-4117-A367-E65C8C85A0C6}" srcOrd="0" destOrd="0" presId="urn:microsoft.com/office/officeart/2016/7/layout/RepeatingBendingProcessNew"/>
    <dgm:cxn modelId="{4F3B79D2-99B7-43A3-94CF-2DBB3A52322A}" type="presParOf" srcId="{F6C27FFD-E808-4731-9EE5-AA82DD6B9095}" destId="{C972D659-9B6A-45F7-A7B4-B4D3A60512F8}" srcOrd="2" destOrd="0" presId="urn:microsoft.com/office/officeart/2016/7/layout/RepeatingBendingProcessNew"/>
    <dgm:cxn modelId="{5B379557-7B95-46C3-8F4D-A54BF35065AE}" type="presParOf" srcId="{F6C27FFD-E808-4731-9EE5-AA82DD6B9095}" destId="{41A37E80-EBFC-44E1-BE3F-F9824E305FC6}" srcOrd="3" destOrd="0" presId="urn:microsoft.com/office/officeart/2016/7/layout/RepeatingBendingProcessNew"/>
    <dgm:cxn modelId="{F836D8C1-9163-4356-975E-98CF56DED988}" type="presParOf" srcId="{41A37E80-EBFC-44E1-BE3F-F9824E305FC6}" destId="{D573FEC9-D0A9-400A-BE0F-A5CA18AC34C9}" srcOrd="0" destOrd="0" presId="urn:microsoft.com/office/officeart/2016/7/layout/RepeatingBendingProcessNew"/>
    <dgm:cxn modelId="{780E272F-2FB5-4761-A2DC-9E12AD4A6425}" type="presParOf" srcId="{F6C27FFD-E808-4731-9EE5-AA82DD6B9095}" destId="{76C087A2-D36E-4C6E-A227-B352F61F3EF8}" srcOrd="4" destOrd="0" presId="urn:microsoft.com/office/officeart/2016/7/layout/RepeatingBendingProcessNew"/>
    <dgm:cxn modelId="{DDFD6745-F0DA-4C2E-A7D0-3633647748C4}" type="presParOf" srcId="{F6C27FFD-E808-4731-9EE5-AA82DD6B9095}" destId="{6A892DB9-E592-49AC-831D-879DAF048D40}" srcOrd="5" destOrd="0" presId="urn:microsoft.com/office/officeart/2016/7/layout/RepeatingBendingProcessNew"/>
    <dgm:cxn modelId="{C3B31C4E-EEBC-452E-8151-3A4D49186AE4}" type="presParOf" srcId="{6A892DB9-E592-49AC-831D-879DAF048D40}" destId="{75E6910A-4849-4E6F-9730-0B8FBAC01AC1}" srcOrd="0" destOrd="0" presId="urn:microsoft.com/office/officeart/2016/7/layout/RepeatingBendingProcessNew"/>
    <dgm:cxn modelId="{4E2B3D4B-8246-46C5-A3AF-4EC67DE6629F}" type="presParOf" srcId="{F6C27FFD-E808-4731-9EE5-AA82DD6B9095}" destId="{1CB436E4-FE9C-4519-AD6E-0F1F335B8ED3}" srcOrd="6" destOrd="0" presId="urn:microsoft.com/office/officeart/2016/7/layout/RepeatingBendingProcessNew"/>
    <dgm:cxn modelId="{B4C0B832-C38E-4FD9-AFCB-4A43D36EAE4C}" type="presParOf" srcId="{F6C27FFD-E808-4731-9EE5-AA82DD6B9095}" destId="{D1A5C56C-80E3-40BC-9FAA-64EAAA94883F}" srcOrd="7" destOrd="0" presId="urn:microsoft.com/office/officeart/2016/7/layout/RepeatingBendingProcessNew"/>
    <dgm:cxn modelId="{58552096-9A40-4CCD-AF47-5F8C824F5549}" type="presParOf" srcId="{D1A5C56C-80E3-40BC-9FAA-64EAAA94883F}" destId="{5370C492-66EC-4596-8501-B1B398BB04DB}" srcOrd="0" destOrd="0" presId="urn:microsoft.com/office/officeart/2016/7/layout/RepeatingBendingProcessNew"/>
    <dgm:cxn modelId="{DDE84EB9-46D5-40E1-AE0F-6B3806E9D776}" type="presParOf" srcId="{F6C27FFD-E808-4731-9EE5-AA82DD6B9095}" destId="{E0C3C6D7-4D0E-4BC2-962F-9A00D613C05A}" srcOrd="8" destOrd="0" presId="urn:microsoft.com/office/officeart/2016/7/layout/RepeatingBendingProcessNew"/>
    <dgm:cxn modelId="{2E78607F-CA23-4A76-B525-6B1CDE714C9F}" type="presParOf" srcId="{F6C27FFD-E808-4731-9EE5-AA82DD6B9095}" destId="{8EDDC407-4A7F-4A35-94F7-B233D07E4D6A}" srcOrd="9" destOrd="0" presId="urn:microsoft.com/office/officeart/2016/7/layout/RepeatingBendingProcessNew"/>
    <dgm:cxn modelId="{7348E605-2139-4C66-9DA3-BF9AAD7ABB5D}" type="presParOf" srcId="{8EDDC407-4A7F-4A35-94F7-B233D07E4D6A}" destId="{F43CAC9D-B197-431D-99A9-E61CB880E5E0}" srcOrd="0" destOrd="0" presId="urn:microsoft.com/office/officeart/2016/7/layout/RepeatingBendingProcessNew"/>
    <dgm:cxn modelId="{F918BEEC-83FA-4E7A-B7AB-53A401DED257}" type="presParOf" srcId="{F6C27FFD-E808-4731-9EE5-AA82DD6B9095}" destId="{2CA8F334-E5E5-473E-8572-DCAF43E751E9}" srcOrd="10" destOrd="0" presId="urn:microsoft.com/office/officeart/2016/7/layout/RepeatingBendingProcessNew"/>
    <dgm:cxn modelId="{6CEEC177-DA80-4AE8-B943-32EBE63527AE}" type="presParOf" srcId="{F6C27FFD-E808-4731-9EE5-AA82DD6B9095}" destId="{F3C2B504-7314-4A4B-B436-C56F60B8E700}" srcOrd="11" destOrd="0" presId="urn:microsoft.com/office/officeart/2016/7/layout/RepeatingBendingProcessNew"/>
    <dgm:cxn modelId="{724A054A-8873-4295-95D4-035A33CDCF1C}" type="presParOf" srcId="{F3C2B504-7314-4A4B-B436-C56F60B8E700}" destId="{D02ED04E-492C-407D-911F-8DBAE03C2F72}" srcOrd="0" destOrd="0" presId="urn:microsoft.com/office/officeart/2016/7/layout/RepeatingBendingProcessNew"/>
    <dgm:cxn modelId="{1C56410F-29C8-4B7E-9C24-B355FC9F448A}" type="presParOf" srcId="{F6C27FFD-E808-4731-9EE5-AA82DD6B9095}" destId="{9B1BC3DE-E94E-418F-BA9B-C44CA33E88F5}" srcOrd="12" destOrd="0" presId="urn:microsoft.com/office/officeart/2016/7/layout/RepeatingBendingProcessNew"/>
    <dgm:cxn modelId="{3CBFFC80-A0C4-4BAB-83DF-F9A8102E047A}" type="presParOf" srcId="{F6C27FFD-E808-4731-9EE5-AA82DD6B9095}" destId="{4A58CBD0-DD4E-4792-9996-098C48A5EA91}" srcOrd="13" destOrd="0" presId="urn:microsoft.com/office/officeart/2016/7/layout/RepeatingBendingProcessNew"/>
    <dgm:cxn modelId="{5FF9653F-0D8C-400F-8471-B2B0DC72B938}" type="presParOf" srcId="{4A58CBD0-DD4E-4792-9996-098C48A5EA91}" destId="{312A67E0-8B5B-4254-8DBE-D6F8C904C535}" srcOrd="0" destOrd="0" presId="urn:microsoft.com/office/officeart/2016/7/layout/RepeatingBendingProcessNew"/>
    <dgm:cxn modelId="{8CCDFDC4-ADFA-4BA0-8BC8-E7BA0B354762}" type="presParOf" srcId="{F6C27FFD-E808-4731-9EE5-AA82DD6B9095}" destId="{FE3F2EFB-B9BC-45BF-AF38-58F16545C043}" srcOrd="14" destOrd="0" presId="urn:microsoft.com/office/officeart/2016/7/layout/RepeatingBendingProcessNew"/>
    <dgm:cxn modelId="{43E94EB3-85F2-4591-A715-B846F9F94B94}" type="presParOf" srcId="{F6C27FFD-E808-4731-9EE5-AA82DD6B9095}" destId="{F660E88F-DFA5-4AB9-A1B4-98A30F9FC75D}" srcOrd="15" destOrd="0" presId="urn:microsoft.com/office/officeart/2016/7/layout/RepeatingBendingProcessNew"/>
    <dgm:cxn modelId="{AE6CFF69-9313-4FEF-8B58-35F4EA42C34A}" type="presParOf" srcId="{F660E88F-DFA5-4AB9-A1B4-98A30F9FC75D}" destId="{E37E4B35-CE5E-49D9-A99B-6B9A1B314889}" srcOrd="0" destOrd="0" presId="urn:microsoft.com/office/officeart/2016/7/layout/RepeatingBendingProcessNew"/>
    <dgm:cxn modelId="{58C592BA-A5EE-409F-B952-F16AD52DDBED}" type="presParOf" srcId="{F6C27FFD-E808-4731-9EE5-AA82DD6B9095}" destId="{4ABF60EF-8503-4627-B0F8-41F52C1A8F59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CDEC1A-1263-49FB-BF8D-8846FDCAB22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59EDC8C-2690-4224-855E-1CE255AE19A2}">
      <dgm:prSet/>
      <dgm:spPr/>
      <dgm:t>
        <a:bodyPr/>
        <a:lstStyle/>
        <a:p>
          <a:r>
            <a:rPr lang="es-ES"/>
            <a:t>Auditoria de la gestión</a:t>
          </a:r>
          <a:endParaRPr lang="en-US"/>
        </a:p>
      </dgm:t>
    </dgm:pt>
    <dgm:pt modelId="{747D7255-EA44-4A47-BF27-75118FB81AF4}" type="parTrans" cxnId="{E8AC4A72-CEAA-4894-821E-1D2A0AA6FEA1}">
      <dgm:prSet/>
      <dgm:spPr/>
      <dgm:t>
        <a:bodyPr/>
        <a:lstStyle/>
        <a:p>
          <a:endParaRPr lang="en-US"/>
        </a:p>
      </dgm:t>
    </dgm:pt>
    <dgm:pt modelId="{BBAAEDA5-A062-43AF-9FF1-14C57EDA128F}" type="sibTrans" cxnId="{E8AC4A72-CEAA-4894-821E-1D2A0AA6FEA1}">
      <dgm:prSet/>
      <dgm:spPr/>
      <dgm:t>
        <a:bodyPr/>
        <a:lstStyle/>
        <a:p>
          <a:endParaRPr lang="en-US"/>
        </a:p>
      </dgm:t>
    </dgm:pt>
    <dgm:pt modelId="{E68DB1E1-DC1E-42E2-8D86-51170FFF99BC}">
      <dgm:prSet/>
      <dgm:spPr/>
      <dgm:t>
        <a:bodyPr/>
        <a:lstStyle/>
        <a:p>
          <a:r>
            <a:rPr lang="es-ES"/>
            <a:t>Auditoria legal del reglamento de protección de datos en la organización</a:t>
          </a:r>
          <a:endParaRPr lang="en-US"/>
        </a:p>
      </dgm:t>
    </dgm:pt>
    <dgm:pt modelId="{8584C3A3-1B20-44C7-B4DB-612FE6E14296}" type="parTrans" cxnId="{765177ED-32E9-4CAB-A66D-015022273060}">
      <dgm:prSet/>
      <dgm:spPr/>
      <dgm:t>
        <a:bodyPr/>
        <a:lstStyle/>
        <a:p>
          <a:endParaRPr lang="en-US"/>
        </a:p>
      </dgm:t>
    </dgm:pt>
    <dgm:pt modelId="{6AC47ABC-9121-4D75-A5CD-3C13B15A333A}" type="sibTrans" cxnId="{765177ED-32E9-4CAB-A66D-015022273060}">
      <dgm:prSet/>
      <dgm:spPr/>
      <dgm:t>
        <a:bodyPr/>
        <a:lstStyle/>
        <a:p>
          <a:endParaRPr lang="en-US"/>
        </a:p>
      </dgm:t>
    </dgm:pt>
    <dgm:pt modelId="{68FD6F46-B6E9-411A-AD02-F0E537A9F428}">
      <dgm:prSet/>
      <dgm:spPr/>
      <dgm:t>
        <a:bodyPr/>
        <a:lstStyle/>
        <a:p>
          <a:r>
            <a:rPr lang="es-ES"/>
            <a:t>Auditoria de datos</a:t>
          </a:r>
          <a:endParaRPr lang="en-US"/>
        </a:p>
      </dgm:t>
    </dgm:pt>
    <dgm:pt modelId="{63D573F9-CD86-4B55-93A6-B1E563572E3A}" type="parTrans" cxnId="{FFF5AF47-F7A3-4B82-9022-5A4189FE5B35}">
      <dgm:prSet/>
      <dgm:spPr/>
      <dgm:t>
        <a:bodyPr/>
        <a:lstStyle/>
        <a:p>
          <a:endParaRPr lang="en-US"/>
        </a:p>
      </dgm:t>
    </dgm:pt>
    <dgm:pt modelId="{05AB52D6-9F9A-4AFB-B9EA-77CDDE18BB81}" type="sibTrans" cxnId="{FFF5AF47-F7A3-4B82-9022-5A4189FE5B35}">
      <dgm:prSet/>
      <dgm:spPr/>
      <dgm:t>
        <a:bodyPr/>
        <a:lstStyle/>
        <a:p>
          <a:endParaRPr lang="en-US"/>
        </a:p>
      </dgm:t>
    </dgm:pt>
    <dgm:pt modelId="{FA06EF67-0ED8-443F-9E50-F269402145CD}">
      <dgm:prSet/>
      <dgm:spPr/>
      <dgm:t>
        <a:bodyPr/>
        <a:lstStyle/>
        <a:p>
          <a:r>
            <a:rPr lang="es-ES"/>
            <a:t>Auditoria de la base de datos</a:t>
          </a:r>
          <a:endParaRPr lang="en-US"/>
        </a:p>
      </dgm:t>
    </dgm:pt>
    <dgm:pt modelId="{48B4953F-20B4-4EB8-A2DA-778219643A42}" type="parTrans" cxnId="{1344BC8C-4612-4B1F-BB82-3F22DDF23684}">
      <dgm:prSet/>
      <dgm:spPr/>
      <dgm:t>
        <a:bodyPr/>
        <a:lstStyle/>
        <a:p>
          <a:endParaRPr lang="en-US"/>
        </a:p>
      </dgm:t>
    </dgm:pt>
    <dgm:pt modelId="{4A68B040-19ED-441C-86CE-B2CEED226637}" type="sibTrans" cxnId="{1344BC8C-4612-4B1F-BB82-3F22DDF23684}">
      <dgm:prSet/>
      <dgm:spPr/>
      <dgm:t>
        <a:bodyPr/>
        <a:lstStyle/>
        <a:p>
          <a:endParaRPr lang="en-US"/>
        </a:p>
      </dgm:t>
    </dgm:pt>
    <dgm:pt modelId="{E238F5B2-C480-456A-87DD-4BBCF44CA662}">
      <dgm:prSet/>
      <dgm:spPr/>
      <dgm:t>
        <a:bodyPr/>
        <a:lstStyle/>
        <a:p>
          <a:r>
            <a:rPr lang="es-ES"/>
            <a:t>Auditoria de la seguridad</a:t>
          </a:r>
          <a:endParaRPr lang="en-US"/>
        </a:p>
      </dgm:t>
    </dgm:pt>
    <dgm:pt modelId="{6648270E-45B7-48A5-A0D7-978A853BD11E}" type="parTrans" cxnId="{77F65CD0-8D40-423D-BEFF-5737091B22C2}">
      <dgm:prSet/>
      <dgm:spPr/>
      <dgm:t>
        <a:bodyPr/>
        <a:lstStyle/>
        <a:p>
          <a:endParaRPr lang="en-US"/>
        </a:p>
      </dgm:t>
    </dgm:pt>
    <dgm:pt modelId="{8AE885B8-E8F7-4B27-8172-33F890467CD0}" type="sibTrans" cxnId="{77F65CD0-8D40-423D-BEFF-5737091B22C2}">
      <dgm:prSet/>
      <dgm:spPr/>
      <dgm:t>
        <a:bodyPr/>
        <a:lstStyle/>
        <a:p>
          <a:endParaRPr lang="en-US"/>
        </a:p>
      </dgm:t>
    </dgm:pt>
    <dgm:pt modelId="{BBDA1FDA-156D-4F30-A01A-8C845F736832}">
      <dgm:prSet/>
      <dgm:spPr/>
      <dgm:t>
        <a:bodyPr/>
        <a:lstStyle/>
        <a:p>
          <a:r>
            <a:rPr lang="es-ES"/>
            <a:t>Auditoria de la seguridad de la producción </a:t>
          </a:r>
          <a:endParaRPr lang="en-US"/>
        </a:p>
      </dgm:t>
    </dgm:pt>
    <dgm:pt modelId="{705A3E60-406D-480F-9BAA-6E00DC0235FB}" type="parTrans" cxnId="{2F3B4984-2009-458D-96F6-8BA118162A64}">
      <dgm:prSet/>
      <dgm:spPr/>
      <dgm:t>
        <a:bodyPr/>
        <a:lstStyle/>
        <a:p>
          <a:endParaRPr lang="en-US"/>
        </a:p>
      </dgm:t>
    </dgm:pt>
    <dgm:pt modelId="{A659AB54-B3DC-4532-94EF-0617F9C1FA6D}" type="sibTrans" cxnId="{2F3B4984-2009-458D-96F6-8BA118162A64}">
      <dgm:prSet/>
      <dgm:spPr/>
      <dgm:t>
        <a:bodyPr/>
        <a:lstStyle/>
        <a:p>
          <a:endParaRPr lang="en-US"/>
        </a:p>
      </dgm:t>
    </dgm:pt>
    <dgm:pt modelId="{66C0B464-9F36-40C8-976E-27804875FD82}" type="pres">
      <dgm:prSet presAssocID="{1ACDEC1A-1263-49FB-BF8D-8846FDCAB227}" presName="Name0" presStyleCnt="0">
        <dgm:presLayoutVars>
          <dgm:dir/>
          <dgm:resizeHandles val="exact"/>
        </dgm:presLayoutVars>
      </dgm:prSet>
      <dgm:spPr/>
    </dgm:pt>
    <dgm:pt modelId="{4B90017F-AF34-4B0C-BC63-BA1F1A5AF36C}" type="pres">
      <dgm:prSet presAssocID="{359EDC8C-2690-4224-855E-1CE255AE19A2}" presName="node" presStyleLbl="node1" presStyleIdx="0" presStyleCnt="6">
        <dgm:presLayoutVars>
          <dgm:bulletEnabled val="1"/>
        </dgm:presLayoutVars>
      </dgm:prSet>
      <dgm:spPr/>
    </dgm:pt>
    <dgm:pt modelId="{EF10622E-6BB9-425A-831F-2DFDBB22159B}" type="pres">
      <dgm:prSet presAssocID="{BBAAEDA5-A062-43AF-9FF1-14C57EDA128F}" presName="sibTrans" presStyleLbl="sibTrans1D1" presStyleIdx="0" presStyleCnt="5"/>
      <dgm:spPr/>
    </dgm:pt>
    <dgm:pt modelId="{14AF3189-0079-4BCD-AC52-EAA4B7D72955}" type="pres">
      <dgm:prSet presAssocID="{BBAAEDA5-A062-43AF-9FF1-14C57EDA128F}" presName="connectorText" presStyleLbl="sibTrans1D1" presStyleIdx="0" presStyleCnt="5"/>
      <dgm:spPr/>
    </dgm:pt>
    <dgm:pt modelId="{B8D58C97-29E5-4FD5-BA34-6A2312A20ED7}" type="pres">
      <dgm:prSet presAssocID="{E68DB1E1-DC1E-42E2-8D86-51170FFF99BC}" presName="node" presStyleLbl="node1" presStyleIdx="1" presStyleCnt="6">
        <dgm:presLayoutVars>
          <dgm:bulletEnabled val="1"/>
        </dgm:presLayoutVars>
      </dgm:prSet>
      <dgm:spPr/>
    </dgm:pt>
    <dgm:pt modelId="{FCE593F4-C3B6-4273-93F5-B429BDF83258}" type="pres">
      <dgm:prSet presAssocID="{6AC47ABC-9121-4D75-A5CD-3C13B15A333A}" presName="sibTrans" presStyleLbl="sibTrans1D1" presStyleIdx="1" presStyleCnt="5"/>
      <dgm:spPr/>
    </dgm:pt>
    <dgm:pt modelId="{E64C2914-95E3-448D-9BDF-8424DE5ABADA}" type="pres">
      <dgm:prSet presAssocID="{6AC47ABC-9121-4D75-A5CD-3C13B15A333A}" presName="connectorText" presStyleLbl="sibTrans1D1" presStyleIdx="1" presStyleCnt="5"/>
      <dgm:spPr/>
    </dgm:pt>
    <dgm:pt modelId="{23E46966-95C5-482F-9D28-EA23A2AEBBA3}" type="pres">
      <dgm:prSet presAssocID="{68FD6F46-B6E9-411A-AD02-F0E537A9F428}" presName="node" presStyleLbl="node1" presStyleIdx="2" presStyleCnt="6">
        <dgm:presLayoutVars>
          <dgm:bulletEnabled val="1"/>
        </dgm:presLayoutVars>
      </dgm:prSet>
      <dgm:spPr/>
    </dgm:pt>
    <dgm:pt modelId="{1C8A739A-172A-4118-B81A-82A58C81BA3A}" type="pres">
      <dgm:prSet presAssocID="{05AB52D6-9F9A-4AFB-B9EA-77CDDE18BB81}" presName="sibTrans" presStyleLbl="sibTrans1D1" presStyleIdx="2" presStyleCnt="5"/>
      <dgm:spPr/>
    </dgm:pt>
    <dgm:pt modelId="{66A0E44F-1714-476C-846E-D18F1ECF3A80}" type="pres">
      <dgm:prSet presAssocID="{05AB52D6-9F9A-4AFB-B9EA-77CDDE18BB81}" presName="connectorText" presStyleLbl="sibTrans1D1" presStyleIdx="2" presStyleCnt="5"/>
      <dgm:spPr/>
    </dgm:pt>
    <dgm:pt modelId="{7B2AD625-8896-4B23-8B82-9CCEB466CC36}" type="pres">
      <dgm:prSet presAssocID="{FA06EF67-0ED8-443F-9E50-F269402145CD}" presName="node" presStyleLbl="node1" presStyleIdx="3" presStyleCnt="6">
        <dgm:presLayoutVars>
          <dgm:bulletEnabled val="1"/>
        </dgm:presLayoutVars>
      </dgm:prSet>
      <dgm:spPr/>
    </dgm:pt>
    <dgm:pt modelId="{1B2DB9B1-2CE5-4C1C-BB18-84AA143FB315}" type="pres">
      <dgm:prSet presAssocID="{4A68B040-19ED-441C-86CE-B2CEED226637}" presName="sibTrans" presStyleLbl="sibTrans1D1" presStyleIdx="3" presStyleCnt="5"/>
      <dgm:spPr/>
    </dgm:pt>
    <dgm:pt modelId="{3B9329A1-0192-4EEA-BADD-AA84BCA96F05}" type="pres">
      <dgm:prSet presAssocID="{4A68B040-19ED-441C-86CE-B2CEED226637}" presName="connectorText" presStyleLbl="sibTrans1D1" presStyleIdx="3" presStyleCnt="5"/>
      <dgm:spPr/>
    </dgm:pt>
    <dgm:pt modelId="{89A12A78-843A-416F-BC55-CE8F0AC51AF3}" type="pres">
      <dgm:prSet presAssocID="{E238F5B2-C480-456A-87DD-4BBCF44CA662}" presName="node" presStyleLbl="node1" presStyleIdx="4" presStyleCnt="6">
        <dgm:presLayoutVars>
          <dgm:bulletEnabled val="1"/>
        </dgm:presLayoutVars>
      </dgm:prSet>
      <dgm:spPr/>
    </dgm:pt>
    <dgm:pt modelId="{AF209C52-B70F-4808-BCE5-09D05E47CC05}" type="pres">
      <dgm:prSet presAssocID="{8AE885B8-E8F7-4B27-8172-33F890467CD0}" presName="sibTrans" presStyleLbl="sibTrans1D1" presStyleIdx="4" presStyleCnt="5"/>
      <dgm:spPr/>
    </dgm:pt>
    <dgm:pt modelId="{141751C8-0546-4072-A126-BA1C0EAFE3BB}" type="pres">
      <dgm:prSet presAssocID="{8AE885B8-E8F7-4B27-8172-33F890467CD0}" presName="connectorText" presStyleLbl="sibTrans1D1" presStyleIdx="4" presStyleCnt="5"/>
      <dgm:spPr/>
    </dgm:pt>
    <dgm:pt modelId="{3FAE4CEE-79B4-4B60-9A66-937FA6E044FF}" type="pres">
      <dgm:prSet presAssocID="{BBDA1FDA-156D-4F30-A01A-8C845F736832}" presName="node" presStyleLbl="node1" presStyleIdx="5" presStyleCnt="6">
        <dgm:presLayoutVars>
          <dgm:bulletEnabled val="1"/>
        </dgm:presLayoutVars>
      </dgm:prSet>
      <dgm:spPr/>
    </dgm:pt>
  </dgm:ptLst>
  <dgm:cxnLst>
    <dgm:cxn modelId="{B3AC0B1A-178A-4B62-A975-FBCCF6C2587B}" type="presOf" srcId="{359EDC8C-2690-4224-855E-1CE255AE19A2}" destId="{4B90017F-AF34-4B0C-BC63-BA1F1A5AF36C}" srcOrd="0" destOrd="0" presId="urn:microsoft.com/office/officeart/2016/7/layout/RepeatingBendingProcessNew"/>
    <dgm:cxn modelId="{64179B1C-3910-4FDD-8C92-8363A9E9529A}" type="presOf" srcId="{4A68B040-19ED-441C-86CE-B2CEED226637}" destId="{3B9329A1-0192-4EEA-BADD-AA84BCA96F05}" srcOrd="1" destOrd="0" presId="urn:microsoft.com/office/officeart/2016/7/layout/RepeatingBendingProcessNew"/>
    <dgm:cxn modelId="{2FE58D2D-2F3D-4993-A6F2-68FF91493D18}" type="presOf" srcId="{05AB52D6-9F9A-4AFB-B9EA-77CDDE18BB81}" destId="{1C8A739A-172A-4118-B81A-82A58C81BA3A}" srcOrd="0" destOrd="0" presId="urn:microsoft.com/office/officeart/2016/7/layout/RepeatingBendingProcessNew"/>
    <dgm:cxn modelId="{00C19932-4F2E-40D2-9228-5D2B2E898F21}" type="presOf" srcId="{BBAAEDA5-A062-43AF-9FF1-14C57EDA128F}" destId="{14AF3189-0079-4BCD-AC52-EAA4B7D72955}" srcOrd="1" destOrd="0" presId="urn:microsoft.com/office/officeart/2016/7/layout/RepeatingBendingProcessNew"/>
    <dgm:cxn modelId="{E9B11A33-6D4C-4D8C-AF4C-CB844A47EC45}" type="presOf" srcId="{BBAAEDA5-A062-43AF-9FF1-14C57EDA128F}" destId="{EF10622E-6BB9-425A-831F-2DFDBB22159B}" srcOrd="0" destOrd="0" presId="urn:microsoft.com/office/officeart/2016/7/layout/RepeatingBendingProcessNew"/>
    <dgm:cxn modelId="{0DC3E137-C1BC-4B0F-8702-C30C3D2F8D93}" type="presOf" srcId="{BBDA1FDA-156D-4F30-A01A-8C845F736832}" destId="{3FAE4CEE-79B4-4B60-9A66-937FA6E044FF}" srcOrd="0" destOrd="0" presId="urn:microsoft.com/office/officeart/2016/7/layout/RepeatingBendingProcessNew"/>
    <dgm:cxn modelId="{FFF5AF47-F7A3-4B82-9022-5A4189FE5B35}" srcId="{1ACDEC1A-1263-49FB-BF8D-8846FDCAB227}" destId="{68FD6F46-B6E9-411A-AD02-F0E537A9F428}" srcOrd="2" destOrd="0" parTransId="{63D573F9-CD86-4B55-93A6-B1E563572E3A}" sibTransId="{05AB52D6-9F9A-4AFB-B9EA-77CDDE18BB81}"/>
    <dgm:cxn modelId="{C5CEC74A-BBC8-4FA3-8A9B-B96656460215}" type="presOf" srcId="{FA06EF67-0ED8-443F-9E50-F269402145CD}" destId="{7B2AD625-8896-4B23-8B82-9CCEB466CC36}" srcOrd="0" destOrd="0" presId="urn:microsoft.com/office/officeart/2016/7/layout/RepeatingBendingProcessNew"/>
    <dgm:cxn modelId="{1A07336B-4311-4BAF-AEAB-1D35F5BD392F}" type="presOf" srcId="{4A68B040-19ED-441C-86CE-B2CEED226637}" destId="{1B2DB9B1-2CE5-4C1C-BB18-84AA143FB315}" srcOrd="0" destOrd="0" presId="urn:microsoft.com/office/officeart/2016/7/layout/RepeatingBendingProcessNew"/>
    <dgm:cxn modelId="{400C1272-2797-4B27-866C-8A36AAEBECA1}" type="presOf" srcId="{1ACDEC1A-1263-49FB-BF8D-8846FDCAB227}" destId="{66C0B464-9F36-40C8-976E-27804875FD82}" srcOrd="0" destOrd="0" presId="urn:microsoft.com/office/officeart/2016/7/layout/RepeatingBendingProcessNew"/>
    <dgm:cxn modelId="{E8AC4A72-CEAA-4894-821E-1D2A0AA6FEA1}" srcId="{1ACDEC1A-1263-49FB-BF8D-8846FDCAB227}" destId="{359EDC8C-2690-4224-855E-1CE255AE19A2}" srcOrd="0" destOrd="0" parTransId="{747D7255-EA44-4A47-BF27-75118FB81AF4}" sibTransId="{BBAAEDA5-A062-43AF-9FF1-14C57EDA128F}"/>
    <dgm:cxn modelId="{2F3B4984-2009-458D-96F6-8BA118162A64}" srcId="{1ACDEC1A-1263-49FB-BF8D-8846FDCAB227}" destId="{BBDA1FDA-156D-4F30-A01A-8C845F736832}" srcOrd="5" destOrd="0" parTransId="{705A3E60-406D-480F-9BAA-6E00DC0235FB}" sibTransId="{A659AB54-B3DC-4532-94EF-0617F9C1FA6D}"/>
    <dgm:cxn modelId="{1344BC8C-4612-4B1F-BB82-3F22DDF23684}" srcId="{1ACDEC1A-1263-49FB-BF8D-8846FDCAB227}" destId="{FA06EF67-0ED8-443F-9E50-F269402145CD}" srcOrd="3" destOrd="0" parTransId="{48B4953F-20B4-4EB8-A2DA-778219643A42}" sibTransId="{4A68B040-19ED-441C-86CE-B2CEED226637}"/>
    <dgm:cxn modelId="{1AD74CA4-A147-4A4C-910A-C9970D84B9E3}" type="presOf" srcId="{8AE885B8-E8F7-4B27-8172-33F890467CD0}" destId="{141751C8-0546-4072-A126-BA1C0EAFE3BB}" srcOrd="1" destOrd="0" presId="urn:microsoft.com/office/officeart/2016/7/layout/RepeatingBendingProcessNew"/>
    <dgm:cxn modelId="{184923A6-0505-4C04-A193-978C6D1B1476}" type="presOf" srcId="{E238F5B2-C480-456A-87DD-4BBCF44CA662}" destId="{89A12A78-843A-416F-BC55-CE8F0AC51AF3}" srcOrd="0" destOrd="0" presId="urn:microsoft.com/office/officeart/2016/7/layout/RepeatingBendingProcessNew"/>
    <dgm:cxn modelId="{2E1AD7AB-7FB4-47C1-9BAA-C06834BA6BB7}" type="presOf" srcId="{E68DB1E1-DC1E-42E2-8D86-51170FFF99BC}" destId="{B8D58C97-29E5-4FD5-BA34-6A2312A20ED7}" srcOrd="0" destOrd="0" presId="urn:microsoft.com/office/officeart/2016/7/layout/RepeatingBendingProcessNew"/>
    <dgm:cxn modelId="{E01993B4-498B-4869-BCF7-C5311453E990}" type="presOf" srcId="{05AB52D6-9F9A-4AFB-B9EA-77CDDE18BB81}" destId="{66A0E44F-1714-476C-846E-D18F1ECF3A80}" srcOrd="1" destOrd="0" presId="urn:microsoft.com/office/officeart/2016/7/layout/RepeatingBendingProcessNew"/>
    <dgm:cxn modelId="{2492ECB7-09BA-4FE2-9645-7F3C84147587}" type="presOf" srcId="{68FD6F46-B6E9-411A-AD02-F0E537A9F428}" destId="{23E46966-95C5-482F-9D28-EA23A2AEBBA3}" srcOrd="0" destOrd="0" presId="urn:microsoft.com/office/officeart/2016/7/layout/RepeatingBendingProcessNew"/>
    <dgm:cxn modelId="{77F65CD0-8D40-423D-BEFF-5737091B22C2}" srcId="{1ACDEC1A-1263-49FB-BF8D-8846FDCAB227}" destId="{E238F5B2-C480-456A-87DD-4BBCF44CA662}" srcOrd="4" destOrd="0" parTransId="{6648270E-45B7-48A5-A0D7-978A853BD11E}" sibTransId="{8AE885B8-E8F7-4B27-8172-33F890467CD0}"/>
    <dgm:cxn modelId="{245B8BD2-269C-401F-8250-90B2D336AA95}" type="presOf" srcId="{6AC47ABC-9121-4D75-A5CD-3C13B15A333A}" destId="{FCE593F4-C3B6-4273-93F5-B429BDF83258}" srcOrd="0" destOrd="0" presId="urn:microsoft.com/office/officeart/2016/7/layout/RepeatingBendingProcessNew"/>
    <dgm:cxn modelId="{75460ED3-AD6B-4577-B440-D3BA2B8D693D}" type="presOf" srcId="{8AE885B8-E8F7-4B27-8172-33F890467CD0}" destId="{AF209C52-B70F-4808-BCE5-09D05E47CC05}" srcOrd="0" destOrd="0" presId="urn:microsoft.com/office/officeart/2016/7/layout/RepeatingBendingProcessNew"/>
    <dgm:cxn modelId="{765177ED-32E9-4CAB-A66D-015022273060}" srcId="{1ACDEC1A-1263-49FB-BF8D-8846FDCAB227}" destId="{E68DB1E1-DC1E-42E2-8D86-51170FFF99BC}" srcOrd="1" destOrd="0" parTransId="{8584C3A3-1B20-44C7-B4DB-612FE6E14296}" sibTransId="{6AC47ABC-9121-4D75-A5CD-3C13B15A333A}"/>
    <dgm:cxn modelId="{BEAA2AFE-5A95-4183-89B4-A70BB79FCFDB}" type="presOf" srcId="{6AC47ABC-9121-4D75-A5CD-3C13B15A333A}" destId="{E64C2914-95E3-448D-9BDF-8424DE5ABADA}" srcOrd="1" destOrd="0" presId="urn:microsoft.com/office/officeart/2016/7/layout/RepeatingBendingProcessNew"/>
    <dgm:cxn modelId="{44F3E04C-6CC2-42A3-B907-C230FBC8F42E}" type="presParOf" srcId="{66C0B464-9F36-40C8-976E-27804875FD82}" destId="{4B90017F-AF34-4B0C-BC63-BA1F1A5AF36C}" srcOrd="0" destOrd="0" presId="urn:microsoft.com/office/officeart/2016/7/layout/RepeatingBendingProcessNew"/>
    <dgm:cxn modelId="{87DA510A-62CB-44A9-BB60-12E8E251CFE6}" type="presParOf" srcId="{66C0B464-9F36-40C8-976E-27804875FD82}" destId="{EF10622E-6BB9-425A-831F-2DFDBB22159B}" srcOrd="1" destOrd="0" presId="urn:microsoft.com/office/officeart/2016/7/layout/RepeatingBendingProcessNew"/>
    <dgm:cxn modelId="{4738B76C-94EC-4485-AAE8-024B67688BD4}" type="presParOf" srcId="{EF10622E-6BB9-425A-831F-2DFDBB22159B}" destId="{14AF3189-0079-4BCD-AC52-EAA4B7D72955}" srcOrd="0" destOrd="0" presId="urn:microsoft.com/office/officeart/2016/7/layout/RepeatingBendingProcessNew"/>
    <dgm:cxn modelId="{71B66E04-F351-438B-8CDF-46ECEEE59319}" type="presParOf" srcId="{66C0B464-9F36-40C8-976E-27804875FD82}" destId="{B8D58C97-29E5-4FD5-BA34-6A2312A20ED7}" srcOrd="2" destOrd="0" presId="urn:microsoft.com/office/officeart/2016/7/layout/RepeatingBendingProcessNew"/>
    <dgm:cxn modelId="{E1BD69A7-53C5-49BA-A7AA-D7BD4F65D2DF}" type="presParOf" srcId="{66C0B464-9F36-40C8-976E-27804875FD82}" destId="{FCE593F4-C3B6-4273-93F5-B429BDF83258}" srcOrd="3" destOrd="0" presId="urn:microsoft.com/office/officeart/2016/7/layout/RepeatingBendingProcessNew"/>
    <dgm:cxn modelId="{D964AC76-C16F-4F61-896A-C136711FA3A8}" type="presParOf" srcId="{FCE593F4-C3B6-4273-93F5-B429BDF83258}" destId="{E64C2914-95E3-448D-9BDF-8424DE5ABADA}" srcOrd="0" destOrd="0" presId="urn:microsoft.com/office/officeart/2016/7/layout/RepeatingBendingProcessNew"/>
    <dgm:cxn modelId="{EED3AA86-FCDC-4B8F-B9CF-389E2AE15198}" type="presParOf" srcId="{66C0B464-9F36-40C8-976E-27804875FD82}" destId="{23E46966-95C5-482F-9D28-EA23A2AEBBA3}" srcOrd="4" destOrd="0" presId="urn:microsoft.com/office/officeart/2016/7/layout/RepeatingBendingProcessNew"/>
    <dgm:cxn modelId="{4A493F94-437B-48DF-BDEE-BB95605F65F8}" type="presParOf" srcId="{66C0B464-9F36-40C8-976E-27804875FD82}" destId="{1C8A739A-172A-4118-B81A-82A58C81BA3A}" srcOrd="5" destOrd="0" presId="urn:microsoft.com/office/officeart/2016/7/layout/RepeatingBendingProcessNew"/>
    <dgm:cxn modelId="{A9FA5358-C484-46B4-B9E4-FDA7CE7FA449}" type="presParOf" srcId="{1C8A739A-172A-4118-B81A-82A58C81BA3A}" destId="{66A0E44F-1714-476C-846E-D18F1ECF3A80}" srcOrd="0" destOrd="0" presId="urn:microsoft.com/office/officeart/2016/7/layout/RepeatingBendingProcessNew"/>
    <dgm:cxn modelId="{B8F2540F-3800-432F-8028-E2D8A4CCA4E7}" type="presParOf" srcId="{66C0B464-9F36-40C8-976E-27804875FD82}" destId="{7B2AD625-8896-4B23-8B82-9CCEB466CC36}" srcOrd="6" destOrd="0" presId="urn:microsoft.com/office/officeart/2016/7/layout/RepeatingBendingProcessNew"/>
    <dgm:cxn modelId="{F15E2510-7BA0-4772-B078-04DD4D757CF2}" type="presParOf" srcId="{66C0B464-9F36-40C8-976E-27804875FD82}" destId="{1B2DB9B1-2CE5-4C1C-BB18-84AA143FB315}" srcOrd="7" destOrd="0" presId="urn:microsoft.com/office/officeart/2016/7/layout/RepeatingBendingProcessNew"/>
    <dgm:cxn modelId="{0F829256-104A-4ECE-B84D-977C2E4DC407}" type="presParOf" srcId="{1B2DB9B1-2CE5-4C1C-BB18-84AA143FB315}" destId="{3B9329A1-0192-4EEA-BADD-AA84BCA96F05}" srcOrd="0" destOrd="0" presId="urn:microsoft.com/office/officeart/2016/7/layout/RepeatingBendingProcessNew"/>
    <dgm:cxn modelId="{6E832BF3-412A-4F63-BFCB-F815108841F8}" type="presParOf" srcId="{66C0B464-9F36-40C8-976E-27804875FD82}" destId="{89A12A78-843A-416F-BC55-CE8F0AC51AF3}" srcOrd="8" destOrd="0" presId="urn:microsoft.com/office/officeart/2016/7/layout/RepeatingBendingProcessNew"/>
    <dgm:cxn modelId="{24DA9FFF-13DE-49EE-ABBC-7979DD320C45}" type="presParOf" srcId="{66C0B464-9F36-40C8-976E-27804875FD82}" destId="{AF209C52-B70F-4808-BCE5-09D05E47CC05}" srcOrd="9" destOrd="0" presId="urn:microsoft.com/office/officeart/2016/7/layout/RepeatingBendingProcessNew"/>
    <dgm:cxn modelId="{E1D22B14-ABB7-480F-BBDB-3971B4458DDD}" type="presParOf" srcId="{AF209C52-B70F-4808-BCE5-09D05E47CC05}" destId="{141751C8-0546-4072-A126-BA1C0EAFE3BB}" srcOrd="0" destOrd="0" presId="urn:microsoft.com/office/officeart/2016/7/layout/RepeatingBendingProcessNew"/>
    <dgm:cxn modelId="{814E99D4-39BB-4B35-868C-D85156263C52}" type="presParOf" srcId="{66C0B464-9F36-40C8-976E-27804875FD82}" destId="{3FAE4CEE-79B4-4B60-9A66-937FA6E044F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42E027-4C77-4486-AB7E-75E935AD1FB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75352F-5780-4685-BC7F-9108CFED8DD3}">
      <dgm:prSet/>
      <dgm:spPr/>
      <dgm:t>
        <a:bodyPr/>
        <a:lstStyle/>
        <a:p>
          <a:r>
            <a:rPr lang="es-ES"/>
            <a:t>Auditora web</a:t>
          </a:r>
          <a:endParaRPr lang="en-US"/>
        </a:p>
      </dgm:t>
    </dgm:pt>
    <dgm:pt modelId="{B4D2E474-B056-4841-87B0-1E0165C52E43}" type="parTrans" cxnId="{1B987CB2-1439-4A20-8BA4-137F7A128BE7}">
      <dgm:prSet/>
      <dgm:spPr/>
      <dgm:t>
        <a:bodyPr/>
        <a:lstStyle/>
        <a:p>
          <a:endParaRPr lang="en-US"/>
        </a:p>
      </dgm:t>
    </dgm:pt>
    <dgm:pt modelId="{22023047-1A94-4904-A0E7-6B4DFD7ACBA4}" type="sibTrans" cxnId="{1B987CB2-1439-4A20-8BA4-137F7A128BE7}">
      <dgm:prSet/>
      <dgm:spPr/>
      <dgm:t>
        <a:bodyPr/>
        <a:lstStyle/>
        <a:p>
          <a:endParaRPr lang="en-US"/>
        </a:p>
      </dgm:t>
    </dgm:pt>
    <dgm:pt modelId="{D92DBC06-2703-46B7-82A5-E2441671F4BA}">
      <dgm:prSet/>
      <dgm:spPr/>
      <dgm:t>
        <a:bodyPr/>
        <a:lstStyle/>
        <a:p>
          <a:r>
            <a:rPr lang="es-ES"/>
            <a:t>Auditoria a la red inalámbrica</a:t>
          </a:r>
          <a:endParaRPr lang="en-US"/>
        </a:p>
      </dgm:t>
    </dgm:pt>
    <dgm:pt modelId="{7027C7E8-60C0-4A75-A4B5-CD0E8D077AF5}" type="parTrans" cxnId="{DE29DF1D-C975-4E89-8C96-9A2D983E89EA}">
      <dgm:prSet/>
      <dgm:spPr/>
      <dgm:t>
        <a:bodyPr/>
        <a:lstStyle/>
        <a:p>
          <a:endParaRPr lang="en-US"/>
        </a:p>
      </dgm:t>
    </dgm:pt>
    <dgm:pt modelId="{2614E97C-8BB0-4924-AC79-9CE59FB9DAB8}" type="sibTrans" cxnId="{DE29DF1D-C975-4E89-8C96-9A2D983E89EA}">
      <dgm:prSet/>
      <dgm:spPr/>
      <dgm:t>
        <a:bodyPr/>
        <a:lstStyle/>
        <a:p>
          <a:endParaRPr lang="en-US"/>
        </a:p>
      </dgm:t>
    </dgm:pt>
    <dgm:pt modelId="{EF274079-694E-4188-A081-74860F8D7D18}">
      <dgm:prSet/>
      <dgm:spPr/>
      <dgm:t>
        <a:bodyPr/>
        <a:lstStyle/>
        <a:p>
          <a:r>
            <a:rPr lang="es-ES"/>
            <a:t>Auditoria al código fuente</a:t>
          </a:r>
          <a:endParaRPr lang="en-US"/>
        </a:p>
      </dgm:t>
    </dgm:pt>
    <dgm:pt modelId="{5CEB8FD9-3A64-4232-9BCC-608D0121CE95}" type="parTrans" cxnId="{2EE08767-5A60-4C2B-A2BE-4F3F77719297}">
      <dgm:prSet/>
      <dgm:spPr/>
      <dgm:t>
        <a:bodyPr/>
        <a:lstStyle/>
        <a:p>
          <a:endParaRPr lang="en-US"/>
        </a:p>
      </dgm:t>
    </dgm:pt>
    <dgm:pt modelId="{8149D8D2-D920-45A9-A5E5-7D4F03589049}" type="sibTrans" cxnId="{2EE08767-5A60-4C2B-A2BE-4F3F77719297}">
      <dgm:prSet/>
      <dgm:spPr/>
      <dgm:t>
        <a:bodyPr/>
        <a:lstStyle/>
        <a:p>
          <a:endParaRPr lang="en-US"/>
        </a:p>
      </dgm:t>
    </dgm:pt>
    <dgm:pt modelId="{FB95C079-DD3B-4FA7-B8DD-1A31D083407D}">
      <dgm:prSet/>
      <dgm:spPr/>
      <dgm:t>
        <a:bodyPr/>
        <a:lstStyle/>
        <a:p>
          <a:r>
            <a:rPr lang="es-ES"/>
            <a:t>Auditoría a dispositivos móviles</a:t>
          </a:r>
          <a:endParaRPr lang="en-US"/>
        </a:p>
      </dgm:t>
    </dgm:pt>
    <dgm:pt modelId="{BF4752EA-7BF2-4CDE-B356-8FD921574CEA}" type="parTrans" cxnId="{4936FE94-8FE9-4C08-A9BB-CB979B3AD556}">
      <dgm:prSet/>
      <dgm:spPr/>
      <dgm:t>
        <a:bodyPr/>
        <a:lstStyle/>
        <a:p>
          <a:endParaRPr lang="en-US"/>
        </a:p>
      </dgm:t>
    </dgm:pt>
    <dgm:pt modelId="{AE3B5E73-1A44-43CC-95F9-A7349165E997}" type="sibTrans" cxnId="{4936FE94-8FE9-4C08-A9BB-CB979B3AD556}">
      <dgm:prSet/>
      <dgm:spPr/>
      <dgm:t>
        <a:bodyPr/>
        <a:lstStyle/>
        <a:p>
          <a:endParaRPr lang="en-US"/>
        </a:p>
      </dgm:t>
    </dgm:pt>
    <dgm:pt modelId="{8340FE43-D8E5-4190-A697-5D843C8F9340}">
      <dgm:prSet/>
      <dgm:spPr/>
      <dgm:t>
        <a:bodyPr/>
        <a:lstStyle/>
        <a:p>
          <a:r>
            <a:rPr lang="es-ES"/>
            <a:t>Auditoría a infraestructuras críticas</a:t>
          </a:r>
          <a:endParaRPr lang="en-US"/>
        </a:p>
      </dgm:t>
    </dgm:pt>
    <dgm:pt modelId="{4BF82460-DF8B-4266-9AA5-93FF7475AE53}" type="parTrans" cxnId="{253EFBE4-FE80-4F99-A2DE-25B300E96430}">
      <dgm:prSet/>
      <dgm:spPr/>
      <dgm:t>
        <a:bodyPr/>
        <a:lstStyle/>
        <a:p>
          <a:endParaRPr lang="en-US"/>
        </a:p>
      </dgm:t>
    </dgm:pt>
    <dgm:pt modelId="{B4270921-C5BE-45B4-931A-FBBBC31A8D05}" type="sibTrans" cxnId="{253EFBE4-FE80-4F99-A2DE-25B300E96430}">
      <dgm:prSet/>
      <dgm:spPr/>
      <dgm:t>
        <a:bodyPr/>
        <a:lstStyle/>
        <a:p>
          <a:endParaRPr lang="en-US"/>
        </a:p>
      </dgm:t>
    </dgm:pt>
    <dgm:pt modelId="{2CB02D7B-DACF-4319-B14E-275F0384D998}">
      <dgm:prSet/>
      <dgm:spPr/>
      <dgm:t>
        <a:bodyPr/>
        <a:lstStyle/>
        <a:p>
          <a:r>
            <a:rPr lang="es-ES"/>
            <a:t>Auditoría a la respuesta de incidentes</a:t>
          </a:r>
          <a:endParaRPr lang="en-US"/>
        </a:p>
      </dgm:t>
    </dgm:pt>
    <dgm:pt modelId="{EF3279A3-D657-40FE-B2A8-A9AF3A7CDA11}" type="parTrans" cxnId="{39FC78A9-37E2-4371-B1A1-41088B447207}">
      <dgm:prSet/>
      <dgm:spPr/>
      <dgm:t>
        <a:bodyPr/>
        <a:lstStyle/>
        <a:p>
          <a:endParaRPr lang="en-US"/>
        </a:p>
      </dgm:t>
    </dgm:pt>
    <dgm:pt modelId="{B1550006-D3D0-4FDA-BF37-912C618A71B6}" type="sibTrans" cxnId="{39FC78A9-37E2-4371-B1A1-41088B447207}">
      <dgm:prSet/>
      <dgm:spPr/>
      <dgm:t>
        <a:bodyPr/>
        <a:lstStyle/>
        <a:p>
          <a:endParaRPr lang="en-US"/>
        </a:p>
      </dgm:t>
    </dgm:pt>
    <dgm:pt modelId="{E9E5EEF8-7F76-45A2-93B7-91323D854F47}" type="pres">
      <dgm:prSet presAssocID="{EC42E027-4C77-4486-AB7E-75E935AD1FBA}" presName="vert0" presStyleCnt="0">
        <dgm:presLayoutVars>
          <dgm:dir/>
          <dgm:animOne val="branch"/>
          <dgm:animLvl val="lvl"/>
        </dgm:presLayoutVars>
      </dgm:prSet>
      <dgm:spPr/>
    </dgm:pt>
    <dgm:pt modelId="{6F3ADA2A-32EC-4BF7-A99E-90E82CB2DC2D}" type="pres">
      <dgm:prSet presAssocID="{1975352F-5780-4685-BC7F-9108CFED8DD3}" presName="thickLine" presStyleLbl="alignNode1" presStyleIdx="0" presStyleCnt="6"/>
      <dgm:spPr/>
    </dgm:pt>
    <dgm:pt modelId="{0A8A4CC4-38ED-4E9B-B7C7-D029701531C0}" type="pres">
      <dgm:prSet presAssocID="{1975352F-5780-4685-BC7F-9108CFED8DD3}" presName="horz1" presStyleCnt="0"/>
      <dgm:spPr/>
    </dgm:pt>
    <dgm:pt modelId="{907CF06B-4827-4ACD-84DB-82006FA2E7C8}" type="pres">
      <dgm:prSet presAssocID="{1975352F-5780-4685-BC7F-9108CFED8DD3}" presName="tx1" presStyleLbl="revTx" presStyleIdx="0" presStyleCnt="6"/>
      <dgm:spPr/>
    </dgm:pt>
    <dgm:pt modelId="{06E75CE7-0AB8-4E9F-98EE-4D9BC3C8B571}" type="pres">
      <dgm:prSet presAssocID="{1975352F-5780-4685-BC7F-9108CFED8DD3}" presName="vert1" presStyleCnt="0"/>
      <dgm:spPr/>
    </dgm:pt>
    <dgm:pt modelId="{02A5EC37-010F-4A1C-B717-F8BF98A7ED75}" type="pres">
      <dgm:prSet presAssocID="{D92DBC06-2703-46B7-82A5-E2441671F4BA}" presName="thickLine" presStyleLbl="alignNode1" presStyleIdx="1" presStyleCnt="6"/>
      <dgm:spPr/>
    </dgm:pt>
    <dgm:pt modelId="{7E73976A-9B6F-4DF7-831E-59CB0420E48B}" type="pres">
      <dgm:prSet presAssocID="{D92DBC06-2703-46B7-82A5-E2441671F4BA}" presName="horz1" presStyleCnt="0"/>
      <dgm:spPr/>
    </dgm:pt>
    <dgm:pt modelId="{566F8FB6-A0F4-4A80-A9F5-FBD6EB72ADB5}" type="pres">
      <dgm:prSet presAssocID="{D92DBC06-2703-46B7-82A5-E2441671F4BA}" presName="tx1" presStyleLbl="revTx" presStyleIdx="1" presStyleCnt="6"/>
      <dgm:spPr/>
    </dgm:pt>
    <dgm:pt modelId="{F2C74D3E-E6D0-49B4-A755-5D011D0E6B48}" type="pres">
      <dgm:prSet presAssocID="{D92DBC06-2703-46B7-82A5-E2441671F4BA}" presName="vert1" presStyleCnt="0"/>
      <dgm:spPr/>
    </dgm:pt>
    <dgm:pt modelId="{370D3D1B-4910-40D7-8F80-750CA9F46785}" type="pres">
      <dgm:prSet presAssocID="{EF274079-694E-4188-A081-74860F8D7D18}" presName="thickLine" presStyleLbl="alignNode1" presStyleIdx="2" presStyleCnt="6"/>
      <dgm:spPr/>
    </dgm:pt>
    <dgm:pt modelId="{7AE5D550-3581-41F4-9AB9-6C989BD06A7B}" type="pres">
      <dgm:prSet presAssocID="{EF274079-694E-4188-A081-74860F8D7D18}" presName="horz1" presStyleCnt="0"/>
      <dgm:spPr/>
    </dgm:pt>
    <dgm:pt modelId="{A4AC3C62-E97C-47F9-8146-87A9A6107B2F}" type="pres">
      <dgm:prSet presAssocID="{EF274079-694E-4188-A081-74860F8D7D18}" presName="tx1" presStyleLbl="revTx" presStyleIdx="2" presStyleCnt="6"/>
      <dgm:spPr/>
    </dgm:pt>
    <dgm:pt modelId="{B404B456-A7AC-4117-8C6E-AAA92983D781}" type="pres">
      <dgm:prSet presAssocID="{EF274079-694E-4188-A081-74860F8D7D18}" presName="vert1" presStyleCnt="0"/>
      <dgm:spPr/>
    </dgm:pt>
    <dgm:pt modelId="{9A1DA6A3-167E-441C-9FC8-4B88FEA0C4E4}" type="pres">
      <dgm:prSet presAssocID="{FB95C079-DD3B-4FA7-B8DD-1A31D083407D}" presName="thickLine" presStyleLbl="alignNode1" presStyleIdx="3" presStyleCnt="6"/>
      <dgm:spPr/>
    </dgm:pt>
    <dgm:pt modelId="{46D4D6C1-608D-41FE-A470-8B51C5B58A62}" type="pres">
      <dgm:prSet presAssocID="{FB95C079-DD3B-4FA7-B8DD-1A31D083407D}" presName="horz1" presStyleCnt="0"/>
      <dgm:spPr/>
    </dgm:pt>
    <dgm:pt modelId="{4C4600FC-08F4-4138-8D2E-145A62D0121C}" type="pres">
      <dgm:prSet presAssocID="{FB95C079-DD3B-4FA7-B8DD-1A31D083407D}" presName="tx1" presStyleLbl="revTx" presStyleIdx="3" presStyleCnt="6"/>
      <dgm:spPr/>
    </dgm:pt>
    <dgm:pt modelId="{24DE3E54-26B9-461C-8D25-AC5698727F56}" type="pres">
      <dgm:prSet presAssocID="{FB95C079-DD3B-4FA7-B8DD-1A31D083407D}" presName="vert1" presStyleCnt="0"/>
      <dgm:spPr/>
    </dgm:pt>
    <dgm:pt modelId="{8FCB6F93-9485-422B-A383-0E56C44685C1}" type="pres">
      <dgm:prSet presAssocID="{8340FE43-D8E5-4190-A697-5D843C8F9340}" presName="thickLine" presStyleLbl="alignNode1" presStyleIdx="4" presStyleCnt="6"/>
      <dgm:spPr/>
    </dgm:pt>
    <dgm:pt modelId="{86234BEB-02F4-48EE-AEB9-72299C1D5F2A}" type="pres">
      <dgm:prSet presAssocID="{8340FE43-D8E5-4190-A697-5D843C8F9340}" presName="horz1" presStyleCnt="0"/>
      <dgm:spPr/>
    </dgm:pt>
    <dgm:pt modelId="{4FDA50EF-7F69-47DB-8B1A-9289E38876B7}" type="pres">
      <dgm:prSet presAssocID="{8340FE43-D8E5-4190-A697-5D843C8F9340}" presName="tx1" presStyleLbl="revTx" presStyleIdx="4" presStyleCnt="6"/>
      <dgm:spPr/>
    </dgm:pt>
    <dgm:pt modelId="{5070D427-F742-4F9E-A98D-4FAD25539847}" type="pres">
      <dgm:prSet presAssocID="{8340FE43-D8E5-4190-A697-5D843C8F9340}" presName="vert1" presStyleCnt="0"/>
      <dgm:spPr/>
    </dgm:pt>
    <dgm:pt modelId="{BCE6DAFE-4ABE-4030-9B1B-D1FF18354660}" type="pres">
      <dgm:prSet presAssocID="{2CB02D7B-DACF-4319-B14E-275F0384D998}" presName="thickLine" presStyleLbl="alignNode1" presStyleIdx="5" presStyleCnt="6"/>
      <dgm:spPr/>
    </dgm:pt>
    <dgm:pt modelId="{20ACB412-C7C2-49DB-832E-5248842025CA}" type="pres">
      <dgm:prSet presAssocID="{2CB02D7B-DACF-4319-B14E-275F0384D998}" presName="horz1" presStyleCnt="0"/>
      <dgm:spPr/>
    </dgm:pt>
    <dgm:pt modelId="{097483DF-8B8E-4AFC-B22C-5BDB1996D7BE}" type="pres">
      <dgm:prSet presAssocID="{2CB02D7B-DACF-4319-B14E-275F0384D998}" presName="tx1" presStyleLbl="revTx" presStyleIdx="5" presStyleCnt="6"/>
      <dgm:spPr/>
    </dgm:pt>
    <dgm:pt modelId="{8B104C32-E14B-41D5-8552-9D3C11093965}" type="pres">
      <dgm:prSet presAssocID="{2CB02D7B-DACF-4319-B14E-275F0384D998}" presName="vert1" presStyleCnt="0"/>
      <dgm:spPr/>
    </dgm:pt>
  </dgm:ptLst>
  <dgm:cxnLst>
    <dgm:cxn modelId="{782AF917-A352-40CF-BFE8-20F3BB52D125}" type="presOf" srcId="{1975352F-5780-4685-BC7F-9108CFED8DD3}" destId="{907CF06B-4827-4ACD-84DB-82006FA2E7C8}" srcOrd="0" destOrd="0" presId="urn:microsoft.com/office/officeart/2008/layout/LinedList"/>
    <dgm:cxn modelId="{DE29DF1D-C975-4E89-8C96-9A2D983E89EA}" srcId="{EC42E027-4C77-4486-AB7E-75E935AD1FBA}" destId="{D92DBC06-2703-46B7-82A5-E2441671F4BA}" srcOrd="1" destOrd="0" parTransId="{7027C7E8-60C0-4A75-A4B5-CD0E8D077AF5}" sibTransId="{2614E97C-8BB0-4924-AC79-9CE59FB9DAB8}"/>
    <dgm:cxn modelId="{EBF3C931-9F6F-4E7A-AC31-B292397053C9}" type="presOf" srcId="{FB95C079-DD3B-4FA7-B8DD-1A31D083407D}" destId="{4C4600FC-08F4-4138-8D2E-145A62D0121C}" srcOrd="0" destOrd="0" presId="urn:microsoft.com/office/officeart/2008/layout/LinedList"/>
    <dgm:cxn modelId="{4E071945-469A-4C3B-9784-12CDE0107F61}" type="presOf" srcId="{2CB02D7B-DACF-4319-B14E-275F0384D998}" destId="{097483DF-8B8E-4AFC-B22C-5BDB1996D7BE}" srcOrd="0" destOrd="0" presId="urn:microsoft.com/office/officeart/2008/layout/LinedList"/>
    <dgm:cxn modelId="{2EE08767-5A60-4C2B-A2BE-4F3F77719297}" srcId="{EC42E027-4C77-4486-AB7E-75E935AD1FBA}" destId="{EF274079-694E-4188-A081-74860F8D7D18}" srcOrd="2" destOrd="0" parTransId="{5CEB8FD9-3A64-4232-9BCC-608D0121CE95}" sibTransId="{8149D8D2-D920-45A9-A5E5-7D4F03589049}"/>
    <dgm:cxn modelId="{5EEAC96E-32DB-4195-A164-C5744DA14E0C}" type="presOf" srcId="{EC42E027-4C77-4486-AB7E-75E935AD1FBA}" destId="{E9E5EEF8-7F76-45A2-93B7-91323D854F47}" srcOrd="0" destOrd="0" presId="urn:microsoft.com/office/officeart/2008/layout/LinedList"/>
    <dgm:cxn modelId="{1C5FF47A-433F-4BF3-9D6C-B9819EA708C1}" type="presOf" srcId="{8340FE43-D8E5-4190-A697-5D843C8F9340}" destId="{4FDA50EF-7F69-47DB-8B1A-9289E38876B7}" srcOrd="0" destOrd="0" presId="urn:microsoft.com/office/officeart/2008/layout/LinedList"/>
    <dgm:cxn modelId="{4936FE94-8FE9-4C08-A9BB-CB979B3AD556}" srcId="{EC42E027-4C77-4486-AB7E-75E935AD1FBA}" destId="{FB95C079-DD3B-4FA7-B8DD-1A31D083407D}" srcOrd="3" destOrd="0" parTransId="{BF4752EA-7BF2-4CDE-B356-8FD921574CEA}" sibTransId="{AE3B5E73-1A44-43CC-95F9-A7349165E997}"/>
    <dgm:cxn modelId="{39FC78A9-37E2-4371-B1A1-41088B447207}" srcId="{EC42E027-4C77-4486-AB7E-75E935AD1FBA}" destId="{2CB02D7B-DACF-4319-B14E-275F0384D998}" srcOrd="5" destOrd="0" parTransId="{EF3279A3-D657-40FE-B2A8-A9AF3A7CDA11}" sibTransId="{B1550006-D3D0-4FDA-BF37-912C618A71B6}"/>
    <dgm:cxn modelId="{1B987CB2-1439-4A20-8BA4-137F7A128BE7}" srcId="{EC42E027-4C77-4486-AB7E-75E935AD1FBA}" destId="{1975352F-5780-4685-BC7F-9108CFED8DD3}" srcOrd="0" destOrd="0" parTransId="{B4D2E474-B056-4841-87B0-1E0165C52E43}" sibTransId="{22023047-1A94-4904-A0E7-6B4DFD7ACBA4}"/>
    <dgm:cxn modelId="{C34186B2-25D2-40B2-AF5C-52EF2536DBD5}" type="presOf" srcId="{EF274079-694E-4188-A081-74860F8D7D18}" destId="{A4AC3C62-E97C-47F9-8146-87A9A6107B2F}" srcOrd="0" destOrd="0" presId="urn:microsoft.com/office/officeart/2008/layout/LinedList"/>
    <dgm:cxn modelId="{253EFBE4-FE80-4F99-A2DE-25B300E96430}" srcId="{EC42E027-4C77-4486-AB7E-75E935AD1FBA}" destId="{8340FE43-D8E5-4190-A697-5D843C8F9340}" srcOrd="4" destOrd="0" parTransId="{4BF82460-DF8B-4266-9AA5-93FF7475AE53}" sibTransId="{B4270921-C5BE-45B4-931A-FBBBC31A8D05}"/>
    <dgm:cxn modelId="{341E41EB-C683-4BAA-9267-9638A2604138}" type="presOf" srcId="{D92DBC06-2703-46B7-82A5-E2441671F4BA}" destId="{566F8FB6-A0F4-4A80-A9F5-FBD6EB72ADB5}" srcOrd="0" destOrd="0" presId="urn:microsoft.com/office/officeart/2008/layout/LinedList"/>
    <dgm:cxn modelId="{E3A5FCE1-259A-415B-BCA2-819FD2D3F4EB}" type="presParOf" srcId="{E9E5EEF8-7F76-45A2-93B7-91323D854F47}" destId="{6F3ADA2A-32EC-4BF7-A99E-90E82CB2DC2D}" srcOrd="0" destOrd="0" presId="urn:microsoft.com/office/officeart/2008/layout/LinedList"/>
    <dgm:cxn modelId="{EA1E5153-A176-42D7-9709-A32FA2FD3140}" type="presParOf" srcId="{E9E5EEF8-7F76-45A2-93B7-91323D854F47}" destId="{0A8A4CC4-38ED-4E9B-B7C7-D029701531C0}" srcOrd="1" destOrd="0" presId="urn:microsoft.com/office/officeart/2008/layout/LinedList"/>
    <dgm:cxn modelId="{6136FD26-CDC9-42F3-BABC-E1B8A1998677}" type="presParOf" srcId="{0A8A4CC4-38ED-4E9B-B7C7-D029701531C0}" destId="{907CF06B-4827-4ACD-84DB-82006FA2E7C8}" srcOrd="0" destOrd="0" presId="urn:microsoft.com/office/officeart/2008/layout/LinedList"/>
    <dgm:cxn modelId="{7805DB24-1750-4FDA-8D07-9FB4C50B871A}" type="presParOf" srcId="{0A8A4CC4-38ED-4E9B-B7C7-D029701531C0}" destId="{06E75CE7-0AB8-4E9F-98EE-4D9BC3C8B571}" srcOrd="1" destOrd="0" presId="urn:microsoft.com/office/officeart/2008/layout/LinedList"/>
    <dgm:cxn modelId="{1969EB25-C17D-471A-A852-B1E4465BFABF}" type="presParOf" srcId="{E9E5EEF8-7F76-45A2-93B7-91323D854F47}" destId="{02A5EC37-010F-4A1C-B717-F8BF98A7ED75}" srcOrd="2" destOrd="0" presId="urn:microsoft.com/office/officeart/2008/layout/LinedList"/>
    <dgm:cxn modelId="{24D781F6-D06F-4098-8A2E-57EDA3589A3A}" type="presParOf" srcId="{E9E5EEF8-7F76-45A2-93B7-91323D854F47}" destId="{7E73976A-9B6F-4DF7-831E-59CB0420E48B}" srcOrd="3" destOrd="0" presId="urn:microsoft.com/office/officeart/2008/layout/LinedList"/>
    <dgm:cxn modelId="{D15D3ABD-57A1-42C3-8E0F-1110E31BEAED}" type="presParOf" srcId="{7E73976A-9B6F-4DF7-831E-59CB0420E48B}" destId="{566F8FB6-A0F4-4A80-A9F5-FBD6EB72ADB5}" srcOrd="0" destOrd="0" presId="urn:microsoft.com/office/officeart/2008/layout/LinedList"/>
    <dgm:cxn modelId="{7D8EFDC8-3A27-4DDC-8E76-FE9ED6E90C64}" type="presParOf" srcId="{7E73976A-9B6F-4DF7-831E-59CB0420E48B}" destId="{F2C74D3E-E6D0-49B4-A755-5D011D0E6B48}" srcOrd="1" destOrd="0" presId="urn:microsoft.com/office/officeart/2008/layout/LinedList"/>
    <dgm:cxn modelId="{A6352E9A-6B63-436C-B346-6B8F3F4072F2}" type="presParOf" srcId="{E9E5EEF8-7F76-45A2-93B7-91323D854F47}" destId="{370D3D1B-4910-40D7-8F80-750CA9F46785}" srcOrd="4" destOrd="0" presId="urn:microsoft.com/office/officeart/2008/layout/LinedList"/>
    <dgm:cxn modelId="{C2BD5D28-BC5C-47C2-A1A3-88ACBC7CB059}" type="presParOf" srcId="{E9E5EEF8-7F76-45A2-93B7-91323D854F47}" destId="{7AE5D550-3581-41F4-9AB9-6C989BD06A7B}" srcOrd="5" destOrd="0" presId="urn:microsoft.com/office/officeart/2008/layout/LinedList"/>
    <dgm:cxn modelId="{D5B4F5DF-624F-40D4-8DBB-D5F6AD66B2D6}" type="presParOf" srcId="{7AE5D550-3581-41F4-9AB9-6C989BD06A7B}" destId="{A4AC3C62-E97C-47F9-8146-87A9A6107B2F}" srcOrd="0" destOrd="0" presId="urn:microsoft.com/office/officeart/2008/layout/LinedList"/>
    <dgm:cxn modelId="{49239CE3-9431-42AB-B969-25795ED092E8}" type="presParOf" srcId="{7AE5D550-3581-41F4-9AB9-6C989BD06A7B}" destId="{B404B456-A7AC-4117-8C6E-AAA92983D781}" srcOrd="1" destOrd="0" presId="urn:microsoft.com/office/officeart/2008/layout/LinedList"/>
    <dgm:cxn modelId="{16905B19-D6D3-4446-9FEF-83AAF77A78B7}" type="presParOf" srcId="{E9E5EEF8-7F76-45A2-93B7-91323D854F47}" destId="{9A1DA6A3-167E-441C-9FC8-4B88FEA0C4E4}" srcOrd="6" destOrd="0" presId="urn:microsoft.com/office/officeart/2008/layout/LinedList"/>
    <dgm:cxn modelId="{3FF7E35C-8F44-4CDB-BAD0-B34B15A9BEE6}" type="presParOf" srcId="{E9E5EEF8-7F76-45A2-93B7-91323D854F47}" destId="{46D4D6C1-608D-41FE-A470-8B51C5B58A62}" srcOrd="7" destOrd="0" presId="urn:microsoft.com/office/officeart/2008/layout/LinedList"/>
    <dgm:cxn modelId="{C954EEF4-0F96-4959-ADA7-9EB0085F5E6F}" type="presParOf" srcId="{46D4D6C1-608D-41FE-A470-8B51C5B58A62}" destId="{4C4600FC-08F4-4138-8D2E-145A62D0121C}" srcOrd="0" destOrd="0" presId="urn:microsoft.com/office/officeart/2008/layout/LinedList"/>
    <dgm:cxn modelId="{7975EC3B-96F8-4DCC-A851-DBD3E91E028B}" type="presParOf" srcId="{46D4D6C1-608D-41FE-A470-8B51C5B58A62}" destId="{24DE3E54-26B9-461C-8D25-AC5698727F56}" srcOrd="1" destOrd="0" presId="urn:microsoft.com/office/officeart/2008/layout/LinedList"/>
    <dgm:cxn modelId="{F5EE6C94-6FAB-42C1-8C18-15E210C2D174}" type="presParOf" srcId="{E9E5EEF8-7F76-45A2-93B7-91323D854F47}" destId="{8FCB6F93-9485-422B-A383-0E56C44685C1}" srcOrd="8" destOrd="0" presId="urn:microsoft.com/office/officeart/2008/layout/LinedList"/>
    <dgm:cxn modelId="{E33BC0C6-2AC5-42B0-BBB4-4E337CAD501E}" type="presParOf" srcId="{E9E5EEF8-7F76-45A2-93B7-91323D854F47}" destId="{86234BEB-02F4-48EE-AEB9-72299C1D5F2A}" srcOrd="9" destOrd="0" presId="urn:microsoft.com/office/officeart/2008/layout/LinedList"/>
    <dgm:cxn modelId="{D2D47A16-F7CB-484C-9127-B440AC78185B}" type="presParOf" srcId="{86234BEB-02F4-48EE-AEB9-72299C1D5F2A}" destId="{4FDA50EF-7F69-47DB-8B1A-9289E38876B7}" srcOrd="0" destOrd="0" presId="urn:microsoft.com/office/officeart/2008/layout/LinedList"/>
    <dgm:cxn modelId="{314CF7D6-6A7C-4A68-93B0-3A230A8686F8}" type="presParOf" srcId="{86234BEB-02F4-48EE-AEB9-72299C1D5F2A}" destId="{5070D427-F742-4F9E-A98D-4FAD25539847}" srcOrd="1" destOrd="0" presId="urn:microsoft.com/office/officeart/2008/layout/LinedList"/>
    <dgm:cxn modelId="{474113CC-8979-48CB-8139-5981FFE6DBFE}" type="presParOf" srcId="{E9E5EEF8-7F76-45A2-93B7-91323D854F47}" destId="{BCE6DAFE-4ABE-4030-9B1B-D1FF18354660}" srcOrd="10" destOrd="0" presId="urn:microsoft.com/office/officeart/2008/layout/LinedList"/>
    <dgm:cxn modelId="{DD6CB39C-1AE1-4F38-9614-4DF074BF2A96}" type="presParOf" srcId="{E9E5EEF8-7F76-45A2-93B7-91323D854F47}" destId="{20ACB412-C7C2-49DB-832E-5248842025CA}" srcOrd="11" destOrd="0" presId="urn:microsoft.com/office/officeart/2008/layout/LinedList"/>
    <dgm:cxn modelId="{F8713298-08D7-483B-8E4F-D0F3C22AEDBB}" type="presParOf" srcId="{20ACB412-C7C2-49DB-832E-5248842025CA}" destId="{097483DF-8B8E-4AFC-B22C-5BDB1996D7BE}" srcOrd="0" destOrd="0" presId="urn:microsoft.com/office/officeart/2008/layout/LinedList"/>
    <dgm:cxn modelId="{8A516A6E-EB8E-42DD-AE4F-650D88671F8F}" type="presParOf" srcId="{20ACB412-C7C2-49DB-832E-5248842025CA}" destId="{8B104C32-E14B-41D5-8552-9D3C110939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8D3F51-951C-488C-8B08-85CBA1D878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E97EEF-3A00-46E5-8AE5-43BB071FF45D}">
      <dgm:prSet/>
      <dgm:spPr/>
      <dgm:t>
        <a:bodyPr/>
        <a:lstStyle/>
        <a:p>
          <a:pPr>
            <a:defRPr b="1"/>
          </a:pPr>
          <a:r>
            <a:rPr lang="es-ES" b="1"/>
            <a:t>📌 Certificaciones para auditores informáticos</a:t>
          </a:r>
          <a:endParaRPr lang="en-US"/>
        </a:p>
      </dgm:t>
    </dgm:pt>
    <dgm:pt modelId="{03CE66E3-AADF-4320-A604-FC16F77DFEDF}" type="parTrans" cxnId="{916451A1-4F2D-4635-9B1A-5E2180D16082}">
      <dgm:prSet/>
      <dgm:spPr/>
      <dgm:t>
        <a:bodyPr/>
        <a:lstStyle/>
        <a:p>
          <a:endParaRPr lang="en-US"/>
        </a:p>
      </dgm:t>
    </dgm:pt>
    <dgm:pt modelId="{7784B66F-71F6-43C0-9DF8-7C8F67C0BB50}" type="sibTrans" cxnId="{916451A1-4F2D-4635-9B1A-5E2180D16082}">
      <dgm:prSet/>
      <dgm:spPr/>
      <dgm:t>
        <a:bodyPr/>
        <a:lstStyle/>
        <a:p>
          <a:endParaRPr lang="en-US"/>
        </a:p>
      </dgm:t>
    </dgm:pt>
    <dgm:pt modelId="{01D16E10-869E-4C1D-A38B-A53C2FE70F31}">
      <dgm:prSet/>
      <dgm:spPr/>
      <dgm:t>
        <a:bodyPr/>
        <a:lstStyle/>
        <a:p>
          <a:pPr>
            <a:defRPr b="1"/>
          </a:pPr>
          <a:r>
            <a:rPr lang="es-ES" b="1"/>
            <a:t>CISA (Certified Information Systems Auditor) – ISACA</a:t>
          </a:r>
          <a:endParaRPr lang="en-US"/>
        </a:p>
      </dgm:t>
    </dgm:pt>
    <dgm:pt modelId="{FACF4CD9-7F63-4641-8C45-94F1AD38F858}" type="parTrans" cxnId="{3D2403A9-A0D9-4BCA-BC62-483803246CA9}">
      <dgm:prSet/>
      <dgm:spPr/>
      <dgm:t>
        <a:bodyPr/>
        <a:lstStyle/>
        <a:p>
          <a:endParaRPr lang="en-US"/>
        </a:p>
      </dgm:t>
    </dgm:pt>
    <dgm:pt modelId="{48F0408B-3800-4CF4-A76F-A10F977FFF02}" type="sibTrans" cxnId="{3D2403A9-A0D9-4BCA-BC62-483803246CA9}">
      <dgm:prSet/>
      <dgm:spPr/>
      <dgm:t>
        <a:bodyPr/>
        <a:lstStyle/>
        <a:p>
          <a:endParaRPr lang="en-US"/>
        </a:p>
      </dgm:t>
    </dgm:pt>
    <dgm:pt modelId="{9F38DB8A-9D26-4456-A0F9-C92CD9F3FCF1}">
      <dgm:prSet/>
      <dgm:spPr/>
      <dgm:t>
        <a:bodyPr/>
        <a:lstStyle/>
        <a:p>
          <a:r>
            <a:rPr lang="es-ES" b="1"/>
            <a:t>La más reconocida en auditoría informática.</a:t>
          </a:r>
          <a:endParaRPr lang="en-US"/>
        </a:p>
      </dgm:t>
    </dgm:pt>
    <dgm:pt modelId="{5E8ED7A3-1207-4DA0-9D61-E6678965EE91}" type="parTrans" cxnId="{817D316D-E07F-4309-8244-38EBE9896B5D}">
      <dgm:prSet/>
      <dgm:spPr/>
      <dgm:t>
        <a:bodyPr/>
        <a:lstStyle/>
        <a:p>
          <a:endParaRPr lang="en-US"/>
        </a:p>
      </dgm:t>
    </dgm:pt>
    <dgm:pt modelId="{802E2048-81AC-4DAF-ABC4-108EF06EF806}" type="sibTrans" cxnId="{817D316D-E07F-4309-8244-38EBE9896B5D}">
      <dgm:prSet/>
      <dgm:spPr/>
      <dgm:t>
        <a:bodyPr/>
        <a:lstStyle/>
        <a:p>
          <a:endParaRPr lang="en-US"/>
        </a:p>
      </dgm:t>
    </dgm:pt>
    <dgm:pt modelId="{7B918A47-70D4-419D-A46E-DC3452C85EED}">
      <dgm:prSet/>
      <dgm:spPr/>
      <dgm:t>
        <a:bodyPr/>
        <a:lstStyle/>
        <a:p>
          <a:r>
            <a:rPr lang="es-ES" b="1"/>
            <a:t>Avala conocimientos en auditoría, control y seguridad de sistemas de información.</a:t>
          </a:r>
          <a:endParaRPr lang="en-US"/>
        </a:p>
      </dgm:t>
    </dgm:pt>
    <dgm:pt modelId="{AB14580A-FBC2-4AEC-8E23-F8BF9BF717AE}" type="parTrans" cxnId="{6BD1C04B-8535-4983-A5CC-B14EF7E8B6AB}">
      <dgm:prSet/>
      <dgm:spPr/>
      <dgm:t>
        <a:bodyPr/>
        <a:lstStyle/>
        <a:p>
          <a:endParaRPr lang="en-US"/>
        </a:p>
      </dgm:t>
    </dgm:pt>
    <dgm:pt modelId="{473FADDC-79A5-440A-ACC6-5C8A308AEB14}" type="sibTrans" cxnId="{6BD1C04B-8535-4983-A5CC-B14EF7E8B6AB}">
      <dgm:prSet/>
      <dgm:spPr/>
      <dgm:t>
        <a:bodyPr/>
        <a:lstStyle/>
        <a:p>
          <a:endParaRPr lang="en-US"/>
        </a:p>
      </dgm:t>
    </dgm:pt>
    <dgm:pt modelId="{E2267075-E062-4312-9169-060D86735605}">
      <dgm:prSet/>
      <dgm:spPr/>
      <dgm:t>
        <a:bodyPr/>
        <a:lstStyle/>
        <a:p>
          <a:pPr>
            <a:defRPr b="1"/>
          </a:pPr>
          <a:r>
            <a:rPr lang="es-ES" b="1"/>
            <a:t>CISM (Certified Information Security Manager) – ISACA</a:t>
          </a:r>
          <a:endParaRPr lang="en-US"/>
        </a:p>
      </dgm:t>
    </dgm:pt>
    <dgm:pt modelId="{FABFEA27-68AB-41BA-BC30-CA1C937C5823}" type="parTrans" cxnId="{22E83E47-19A5-44BA-BA7C-1E66D6B1EA3B}">
      <dgm:prSet/>
      <dgm:spPr/>
      <dgm:t>
        <a:bodyPr/>
        <a:lstStyle/>
        <a:p>
          <a:endParaRPr lang="en-US"/>
        </a:p>
      </dgm:t>
    </dgm:pt>
    <dgm:pt modelId="{D53697E7-A9D7-4743-B6D6-658E7051707F}" type="sibTrans" cxnId="{22E83E47-19A5-44BA-BA7C-1E66D6B1EA3B}">
      <dgm:prSet/>
      <dgm:spPr/>
      <dgm:t>
        <a:bodyPr/>
        <a:lstStyle/>
        <a:p>
          <a:endParaRPr lang="en-US"/>
        </a:p>
      </dgm:t>
    </dgm:pt>
    <dgm:pt modelId="{B237D1B5-D77D-418E-A746-E4899700FCC2}">
      <dgm:prSet/>
      <dgm:spPr/>
      <dgm:t>
        <a:bodyPr/>
        <a:lstStyle/>
        <a:p>
          <a:r>
            <a:rPr lang="es-ES" b="1"/>
            <a:t>Más orientada a la gestión de la seguridad.</a:t>
          </a:r>
          <a:endParaRPr lang="en-US"/>
        </a:p>
      </dgm:t>
    </dgm:pt>
    <dgm:pt modelId="{E06E70CB-5E0C-4958-98A1-33B07B8AD8A4}" type="parTrans" cxnId="{AD79412A-F78F-4791-887B-E9EA34D66A78}">
      <dgm:prSet/>
      <dgm:spPr/>
      <dgm:t>
        <a:bodyPr/>
        <a:lstStyle/>
        <a:p>
          <a:endParaRPr lang="en-US"/>
        </a:p>
      </dgm:t>
    </dgm:pt>
    <dgm:pt modelId="{2E97B75D-DA6D-4CB7-AD95-C1319FE9C636}" type="sibTrans" cxnId="{AD79412A-F78F-4791-887B-E9EA34D66A78}">
      <dgm:prSet/>
      <dgm:spPr/>
      <dgm:t>
        <a:bodyPr/>
        <a:lstStyle/>
        <a:p>
          <a:endParaRPr lang="en-US"/>
        </a:p>
      </dgm:t>
    </dgm:pt>
    <dgm:pt modelId="{30646F8F-81E0-4C5B-9B34-E26A5F693823}">
      <dgm:prSet/>
      <dgm:spPr/>
      <dgm:t>
        <a:bodyPr/>
        <a:lstStyle/>
        <a:p>
          <a:r>
            <a:rPr lang="es-ES" b="1"/>
            <a:t>Complementa a CISA si el auditor también ocupa roles de gestión.</a:t>
          </a:r>
          <a:endParaRPr lang="en-US"/>
        </a:p>
      </dgm:t>
    </dgm:pt>
    <dgm:pt modelId="{D022EFCB-1AD7-4D89-933F-92C512D894E3}" type="parTrans" cxnId="{80B41B00-E416-46B2-9042-4DDB03785644}">
      <dgm:prSet/>
      <dgm:spPr/>
      <dgm:t>
        <a:bodyPr/>
        <a:lstStyle/>
        <a:p>
          <a:endParaRPr lang="en-US"/>
        </a:p>
      </dgm:t>
    </dgm:pt>
    <dgm:pt modelId="{BD712078-51BA-4DF1-AD85-34D521727682}" type="sibTrans" cxnId="{80B41B00-E416-46B2-9042-4DDB03785644}">
      <dgm:prSet/>
      <dgm:spPr/>
      <dgm:t>
        <a:bodyPr/>
        <a:lstStyle/>
        <a:p>
          <a:endParaRPr lang="en-US"/>
        </a:p>
      </dgm:t>
    </dgm:pt>
    <dgm:pt modelId="{9BADEF96-8ED5-4D91-8091-608538314A2D}">
      <dgm:prSet/>
      <dgm:spPr/>
      <dgm:t>
        <a:bodyPr/>
        <a:lstStyle/>
        <a:p>
          <a:pPr>
            <a:defRPr b="1"/>
          </a:pPr>
          <a:r>
            <a:rPr lang="es-ES" b="1"/>
            <a:t>ISO/IEC 27001 Lead Auditor</a:t>
          </a:r>
          <a:endParaRPr lang="en-US"/>
        </a:p>
      </dgm:t>
    </dgm:pt>
    <dgm:pt modelId="{8202BC5A-EBEB-48BE-ABC9-4D1935CAC6AE}" type="parTrans" cxnId="{E1C8E435-744A-4BF8-9C2E-C0668BDD6E58}">
      <dgm:prSet/>
      <dgm:spPr/>
      <dgm:t>
        <a:bodyPr/>
        <a:lstStyle/>
        <a:p>
          <a:endParaRPr lang="en-US"/>
        </a:p>
      </dgm:t>
    </dgm:pt>
    <dgm:pt modelId="{D4047A4E-5863-466C-8965-632C5B649930}" type="sibTrans" cxnId="{E1C8E435-744A-4BF8-9C2E-C0668BDD6E58}">
      <dgm:prSet/>
      <dgm:spPr/>
      <dgm:t>
        <a:bodyPr/>
        <a:lstStyle/>
        <a:p>
          <a:endParaRPr lang="en-US"/>
        </a:p>
      </dgm:t>
    </dgm:pt>
    <dgm:pt modelId="{CCF7EA53-407B-4009-95AF-816D366649F0}">
      <dgm:prSet/>
      <dgm:spPr/>
      <dgm:t>
        <a:bodyPr/>
        <a:lstStyle/>
        <a:p>
          <a:r>
            <a:rPr lang="es-ES" b="1"/>
            <a:t>Certificación específica para auditar sistemas de gestión de seguridad de la información (SGSI) bajo la norma ISO 27001.</a:t>
          </a:r>
          <a:endParaRPr lang="en-US"/>
        </a:p>
      </dgm:t>
    </dgm:pt>
    <dgm:pt modelId="{1DAFEF3F-2F10-43CC-8250-C9B93AEEC89A}" type="parTrans" cxnId="{34C9ACC5-21EA-4468-ADB4-5971D660C6C6}">
      <dgm:prSet/>
      <dgm:spPr/>
      <dgm:t>
        <a:bodyPr/>
        <a:lstStyle/>
        <a:p>
          <a:endParaRPr lang="en-US"/>
        </a:p>
      </dgm:t>
    </dgm:pt>
    <dgm:pt modelId="{D9461704-9CCF-45AD-91C6-01764008AC01}" type="sibTrans" cxnId="{34C9ACC5-21EA-4468-ADB4-5971D660C6C6}">
      <dgm:prSet/>
      <dgm:spPr/>
      <dgm:t>
        <a:bodyPr/>
        <a:lstStyle/>
        <a:p>
          <a:endParaRPr lang="en-US"/>
        </a:p>
      </dgm:t>
    </dgm:pt>
    <dgm:pt modelId="{7761DA5F-7EB2-466F-A1BE-42D358E933F5}">
      <dgm:prSet/>
      <dgm:spPr/>
      <dgm:t>
        <a:bodyPr/>
        <a:lstStyle/>
        <a:p>
          <a:r>
            <a:rPr lang="es-ES" b="1"/>
            <a:t>Muy demandada en empresas que aplican compliance y ciberseguridad.</a:t>
          </a:r>
          <a:endParaRPr lang="en-US"/>
        </a:p>
      </dgm:t>
    </dgm:pt>
    <dgm:pt modelId="{A9B3B7A7-C140-402D-AAAF-06E194DD0179}" type="parTrans" cxnId="{735B6717-75F5-45E3-AA4A-427FBCB7CF8A}">
      <dgm:prSet/>
      <dgm:spPr/>
      <dgm:t>
        <a:bodyPr/>
        <a:lstStyle/>
        <a:p>
          <a:endParaRPr lang="en-US"/>
        </a:p>
      </dgm:t>
    </dgm:pt>
    <dgm:pt modelId="{366AADBF-C87D-48E8-AC6B-FE59CF804BDC}" type="sibTrans" cxnId="{735B6717-75F5-45E3-AA4A-427FBCB7CF8A}">
      <dgm:prSet/>
      <dgm:spPr/>
      <dgm:t>
        <a:bodyPr/>
        <a:lstStyle/>
        <a:p>
          <a:endParaRPr lang="en-US"/>
        </a:p>
      </dgm:t>
    </dgm:pt>
    <dgm:pt modelId="{DE376BD1-BE21-4770-9EFF-69AF88FE2776}">
      <dgm:prSet/>
      <dgm:spPr/>
      <dgm:t>
        <a:bodyPr/>
        <a:lstStyle/>
        <a:p>
          <a:pPr>
            <a:defRPr b="1"/>
          </a:pPr>
          <a:r>
            <a:rPr lang="es-ES" b="1"/>
            <a:t>CIA (Certified Internal Auditor) – IIA</a:t>
          </a:r>
          <a:endParaRPr lang="en-US"/>
        </a:p>
      </dgm:t>
    </dgm:pt>
    <dgm:pt modelId="{B7EBE8B9-41D3-4682-8860-8214F6356770}" type="parTrans" cxnId="{57C53FBE-098B-4954-B2CE-21B2A09BF062}">
      <dgm:prSet/>
      <dgm:spPr/>
      <dgm:t>
        <a:bodyPr/>
        <a:lstStyle/>
        <a:p>
          <a:endParaRPr lang="en-US"/>
        </a:p>
      </dgm:t>
    </dgm:pt>
    <dgm:pt modelId="{0D5CA349-8F83-4E63-A9B9-3FB8D1DAEB79}" type="sibTrans" cxnId="{57C53FBE-098B-4954-B2CE-21B2A09BF062}">
      <dgm:prSet/>
      <dgm:spPr/>
      <dgm:t>
        <a:bodyPr/>
        <a:lstStyle/>
        <a:p>
          <a:endParaRPr lang="en-US"/>
        </a:p>
      </dgm:t>
    </dgm:pt>
    <dgm:pt modelId="{D9BE8272-63DA-43EA-BEA2-BF1219D2308C}">
      <dgm:prSet/>
      <dgm:spPr/>
      <dgm:t>
        <a:bodyPr/>
        <a:lstStyle/>
        <a:p>
          <a:r>
            <a:rPr lang="es-ES" b="1"/>
            <a:t>Enfocada en la auditoría interna en general.</a:t>
          </a:r>
          <a:endParaRPr lang="en-US"/>
        </a:p>
      </dgm:t>
    </dgm:pt>
    <dgm:pt modelId="{1A3A2E3F-3C68-415D-85AE-2BDD23CAAB6B}" type="parTrans" cxnId="{F90DA121-CA3F-4845-A33E-C4D33F79904E}">
      <dgm:prSet/>
      <dgm:spPr/>
      <dgm:t>
        <a:bodyPr/>
        <a:lstStyle/>
        <a:p>
          <a:endParaRPr lang="en-US"/>
        </a:p>
      </dgm:t>
    </dgm:pt>
    <dgm:pt modelId="{67B3D99B-B978-4751-8DFE-02B787B161FB}" type="sibTrans" cxnId="{F90DA121-CA3F-4845-A33E-C4D33F79904E}">
      <dgm:prSet/>
      <dgm:spPr/>
      <dgm:t>
        <a:bodyPr/>
        <a:lstStyle/>
        <a:p>
          <a:endParaRPr lang="en-US"/>
        </a:p>
      </dgm:t>
    </dgm:pt>
    <dgm:pt modelId="{2FE65221-C66B-45C9-A4CC-1656E408D8AF}">
      <dgm:prSet/>
      <dgm:spPr/>
      <dgm:t>
        <a:bodyPr/>
        <a:lstStyle/>
        <a:p>
          <a:r>
            <a:rPr lang="es-ES" b="1"/>
            <a:t>Útil cuando el auditor trabaja en un departamento de auditoría integral que incluye sistemas.</a:t>
          </a:r>
          <a:endParaRPr lang="en-US"/>
        </a:p>
      </dgm:t>
    </dgm:pt>
    <dgm:pt modelId="{4763163B-FD93-4FFE-9F34-D7D43D8B1D9F}" type="parTrans" cxnId="{F117F74A-3696-4E3D-BDBA-D2ECCA227831}">
      <dgm:prSet/>
      <dgm:spPr/>
      <dgm:t>
        <a:bodyPr/>
        <a:lstStyle/>
        <a:p>
          <a:endParaRPr lang="en-US"/>
        </a:p>
      </dgm:t>
    </dgm:pt>
    <dgm:pt modelId="{C62ADE1D-6A22-437E-A523-2F4C1D6D82C5}" type="sibTrans" cxnId="{F117F74A-3696-4E3D-BDBA-D2ECCA227831}">
      <dgm:prSet/>
      <dgm:spPr/>
      <dgm:t>
        <a:bodyPr/>
        <a:lstStyle/>
        <a:p>
          <a:endParaRPr lang="en-US"/>
        </a:p>
      </dgm:t>
    </dgm:pt>
    <dgm:pt modelId="{94B68AF1-93E1-464E-BA14-C40DB4637224}">
      <dgm:prSet/>
      <dgm:spPr/>
      <dgm:t>
        <a:bodyPr/>
        <a:lstStyle/>
        <a:p>
          <a:pPr>
            <a:defRPr b="1"/>
          </a:pPr>
          <a:r>
            <a:rPr lang="es-ES" b="1"/>
            <a:t>CEH (Certified Ethical Hacker) – EC-Council</a:t>
          </a:r>
          <a:endParaRPr lang="en-US"/>
        </a:p>
      </dgm:t>
    </dgm:pt>
    <dgm:pt modelId="{F022366C-AF60-43CB-A533-68450D32CC98}" type="parTrans" cxnId="{6559CD3F-EAD8-47A3-9F42-586961FEF647}">
      <dgm:prSet/>
      <dgm:spPr/>
      <dgm:t>
        <a:bodyPr/>
        <a:lstStyle/>
        <a:p>
          <a:endParaRPr lang="en-US"/>
        </a:p>
      </dgm:t>
    </dgm:pt>
    <dgm:pt modelId="{044CC800-251A-4E3B-B432-42B7BE86EB18}" type="sibTrans" cxnId="{6559CD3F-EAD8-47A3-9F42-586961FEF647}">
      <dgm:prSet/>
      <dgm:spPr/>
      <dgm:t>
        <a:bodyPr/>
        <a:lstStyle/>
        <a:p>
          <a:endParaRPr lang="en-US"/>
        </a:p>
      </dgm:t>
    </dgm:pt>
    <dgm:pt modelId="{76672B30-79C0-4F16-881F-C1D0207846E0}">
      <dgm:prSet/>
      <dgm:spPr/>
      <dgm:t>
        <a:bodyPr/>
        <a:lstStyle/>
        <a:p>
          <a:r>
            <a:rPr lang="es-ES" b="1"/>
            <a:t>Aunque no es de auditoría como tal, da prestigio porque certifica habilidades en hacking ético y pruebas de seguridad, muy usadas en auditorías técnicas.</a:t>
          </a:r>
          <a:endParaRPr lang="en-US"/>
        </a:p>
      </dgm:t>
    </dgm:pt>
    <dgm:pt modelId="{55D99B34-2EE9-48F7-8164-8A5764F397AE}" type="parTrans" cxnId="{3C8FCC1A-4684-43A4-801C-1EBE3E5E5046}">
      <dgm:prSet/>
      <dgm:spPr/>
      <dgm:t>
        <a:bodyPr/>
        <a:lstStyle/>
        <a:p>
          <a:endParaRPr lang="en-US"/>
        </a:p>
      </dgm:t>
    </dgm:pt>
    <dgm:pt modelId="{EE57F3B9-B74E-4DBD-B4E6-782735097CD4}" type="sibTrans" cxnId="{3C8FCC1A-4684-43A4-801C-1EBE3E5E5046}">
      <dgm:prSet/>
      <dgm:spPr/>
      <dgm:t>
        <a:bodyPr/>
        <a:lstStyle/>
        <a:p>
          <a:endParaRPr lang="en-US"/>
        </a:p>
      </dgm:t>
    </dgm:pt>
    <dgm:pt modelId="{6484EBCB-4AA7-4C1D-ABE2-C939F18FC0D6}">
      <dgm:prSet/>
      <dgm:spPr/>
      <dgm:t>
        <a:bodyPr/>
        <a:lstStyle/>
        <a:p>
          <a:pPr>
            <a:defRPr b="1"/>
          </a:pPr>
          <a:r>
            <a:rPr lang="es-ES" b="1"/>
            <a:t>CompTIA Security+ y CompTIA CySA+</a:t>
          </a:r>
          <a:endParaRPr lang="en-US"/>
        </a:p>
      </dgm:t>
    </dgm:pt>
    <dgm:pt modelId="{E06E3510-D841-49F8-A701-29D6D04543A8}" type="parTrans" cxnId="{A9924F4D-6E57-4E70-A9F7-83EC85ED6565}">
      <dgm:prSet/>
      <dgm:spPr/>
      <dgm:t>
        <a:bodyPr/>
        <a:lstStyle/>
        <a:p>
          <a:endParaRPr lang="en-US"/>
        </a:p>
      </dgm:t>
    </dgm:pt>
    <dgm:pt modelId="{2BA5F4C0-6B8B-4ACA-9373-4AB00FF5273B}" type="sibTrans" cxnId="{A9924F4D-6E57-4E70-A9F7-83EC85ED6565}">
      <dgm:prSet/>
      <dgm:spPr/>
      <dgm:t>
        <a:bodyPr/>
        <a:lstStyle/>
        <a:p>
          <a:endParaRPr lang="en-US"/>
        </a:p>
      </dgm:t>
    </dgm:pt>
    <dgm:pt modelId="{17AA2748-6CF6-43D2-96B5-4FD34FF5D82F}">
      <dgm:prSet/>
      <dgm:spPr/>
      <dgm:t>
        <a:bodyPr/>
        <a:lstStyle/>
        <a:p>
          <a:r>
            <a:rPr lang="es-ES" b="1"/>
            <a:t>De nivel intermedio.</a:t>
          </a:r>
          <a:endParaRPr lang="en-US"/>
        </a:p>
      </dgm:t>
    </dgm:pt>
    <dgm:pt modelId="{6D02D7FD-AACA-42ED-9EEA-DB81639475EB}" type="parTrans" cxnId="{EEF56D25-E1A4-4CEF-8097-1F4E4C921CB5}">
      <dgm:prSet/>
      <dgm:spPr/>
      <dgm:t>
        <a:bodyPr/>
        <a:lstStyle/>
        <a:p>
          <a:endParaRPr lang="en-US"/>
        </a:p>
      </dgm:t>
    </dgm:pt>
    <dgm:pt modelId="{7A6C17D8-9F43-479B-8D78-1C27DE956B66}" type="sibTrans" cxnId="{EEF56D25-E1A4-4CEF-8097-1F4E4C921CB5}">
      <dgm:prSet/>
      <dgm:spPr/>
      <dgm:t>
        <a:bodyPr/>
        <a:lstStyle/>
        <a:p>
          <a:endParaRPr lang="en-US"/>
        </a:p>
      </dgm:t>
    </dgm:pt>
    <dgm:pt modelId="{254E351E-FD20-4D87-A41C-13FCC05FA643}">
      <dgm:prSet/>
      <dgm:spPr/>
      <dgm:t>
        <a:bodyPr/>
        <a:lstStyle/>
        <a:p>
          <a:r>
            <a:rPr lang="es-ES" b="1"/>
            <a:t>Valoran conocimientos en seguridad informática, análisis de riesgos y respuesta a incidentes.</a:t>
          </a:r>
          <a:endParaRPr lang="en-US"/>
        </a:p>
      </dgm:t>
    </dgm:pt>
    <dgm:pt modelId="{ECB35970-A91A-4E48-A148-74674A5EFE1B}" type="parTrans" cxnId="{D44CE808-A0C1-44A4-96C3-35B9A57A5BE8}">
      <dgm:prSet/>
      <dgm:spPr/>
      <dgm:t>
        <a:bodyPr/>
        <a:lstStyle/>
        <a:p>
          <a:endParaRPr lang="en-US"/>
        </a:p>
      </dgm:t>
    </dgm:pt>
    <dgm:pt modelId="{4F81695E-1820-4CD2-A46B-5A9D22E4E67C}" type="sibTrans" cxnId="{D44CE808-A0C1-44A4-96C3-35B9A57A5BE8}">
      <dgm:prSet/>
      <dgm:spPr/>
      <dgm:t>
        <a:bodyPr/>
        <a:lstStyle/>
        <a:p>
          <a:endParaRPr lang="en-US"/>
        </a:p>
      </dgm:t>
    </dgm:pt>
    <dgm:pt modelId="{35200B6F-F3DD-422E-A097-24C7308B151C}" type="pres">
      <dgm:prSet presAssocID="{2C8D3F51-951C-488C-8B08-85CBA1D87835}" presName="root" presStyleCnt="0">
        <dgm:presLayoutVars>
          <dgm:dir/>
          <dgm:resizeHandles val="exact"/>
        </dgm:presLayoutVars>
      </dgm:prSet>
      <dgm:spPr/>
    </dgm:pt>
    <dgm:pt modelId="{20A6A057-E15C-4E14-A1CA-0FC7668B8D51}" type="pres">
      <dgm:prSet presAssocID="{43E97EEF-3A00-46E5-8AE5-43BB071FF45D}" presName="compNode" presStyleCnt="0"/>
      <dgm:spPr/>
    </dgm:pt>
    <dgm:pt modelId="{444043F7-C007-4620-A3CC-FA7953FBA34C}" type="pres">
      <dgm:prSet presAssocID="{43E97EEF-3A00-46E5-8AE5-43BB071FF45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3F216B84-BA64-48E4-95C4-DF84712F0491}" type="pres">
      <dgm:prSet presAssocID="{43E97EEF-3A00-46E5-8AE5-43BB071FF45D}" presName="iconSpace" presStyleCnt="0"/>
      <dgm:spPr/>
    </dgm:pt>
    <dgm:pt modelId="{75BF30BA-0596-4C59-9261-5DACDF110C50}" type="pres">
      <dgm:prSet presAssocID="{43E97EEF-3A00-46E5-8AE5-43BB071FF45D}" presName="parTx" presStyleLbl="revTx" presStyleIdx="0" presStyleCnt="14">
        <dgm:presLayoutVars>
          <dgm:chMax val="0"/>
          <dgm:chPref val="0"/>
        </dgm:presLayoutVars>
      </dgm:prSet>
      <dgm:spPr/>
    </dgm:pt>
    <dgm:pt modelId="{01ECA1DC-C26A-453A-A3A3-272E763A627E}" type="pres">
      <dgm:prSet presAssocID="{43E97EEF-3A00-46E5-8AE5-43BB071FF45D}" presName="txSpace" presStyleCnt="0"/>
      <dgm:spPr/>
    </dgm:pt>
    <dgm:pt modelId="{F1FA7D7E-B4EA-4ABD-88FF-F6BF427CBE2F}" type="pres">
      <dgm:prSet presAssocID="{43E97EEF-3A00-46E5-8AE5-43BB071FF45D}" presName="desTx" presStyleLbl="revTx" presStyleIdx="1" presStyleCnt="14">
        <dgm:presLayoutVars/>
      </dgm:prSet>
      <dgm:spPr/>
    </dgm:pt>
    <dgm:pt modelId="{84E39B1B-ECF7-47B9-9E8C-B49F68CE046C}" type="pres">
      <dgm:prSet presAssocID="{7784B66F-71F6-43C0-9DF8-7C8F67C0BB50}" presName="sibTrans" presStyleCnt="0"/>
      <dgm:spPr/>
    </dgm:pt>
    <dgm:pt modelId="{54798BB7-DC6D-4C50-8E4B-75459F43FC43}" type="pres">
      <dgm:prSet presAssocID="{01D16E10-869E-4C1D-A38B-A53C2FE70F31}" presName="compNode" presStyleCnt="0"/>
      <dgm:spPr/>
    </dgm:pt>
    <dgm:pt modelId="{C67473FF-89B9-4450-9512-EDDA151E42C6}" type="pres">
      <dgm:prSet presAssocID="{01D16E10-869E-4C1D-A38B-A53C2FE70F3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197D2890-99BD-48EF-A678-74C4177E3165}" type="pres">
      <dgm:prSet presAssocID="{01D16E10-869E-4C1D-A38B-A53C2FE70F31}" presName="iconSpace" presStyleCnt="0"/>
      <dgm:spPr/>
    </dgm:pt>
    <dgm:pt modelId="{905B2BE4-2817-45C8-AE49-E868C4869E4C}" type="pres">
      <dgm:prSet presAssocID="{01D16E10-869E-4C1D-A38B-A53C2FE70F31}" presName="parTx" presStyleLbl="revTx" presStyleIdx="2" presStyleCnt="14">
        <dgm:presLayoutVars>
          <dgm:chMax val="0"/>
          <dgm:chPref val="0"/>
        </dgm:presLayoutVars>
      </dgm:prSet>
      <dgm:spPr/>
    </dgm:pt>
    <dgm:pt modelId="{A97AA401-D05A-4063-8915-7AB7C52F56DF}" type="pres">
      <dgm:prSet presAssocID="{01D16E10-869E-4C1D-A38B-A53C2FE70F31}" presName="txSpace" presStyleCnt="0"/>
      <dgm:spPr/>
    </dgm:pt>
    <dgm:pt modelId="{D32FAC23-8FCC-4776-8833-9E0EECA14A0C}" type="pres">
      <dgm:prSet presAssocID="{01D16E10-869E-4C1D-A38B-A53C2FE70F31}" presName="desTx" presStyleLbl="revTx" presStyleIdx="3" presStyleCnt="14">
        <dgm:presLayoutVars/>
      </dgm:prSet>
      <dgm:spPr/>
    </dgm:pt>
    <dgm:pt modelId="{99CB8FCF-7D50-40C9-A9B7-ADD87A9F6AFE}" type="pres">
      <dgm:prSet presAssocID="{48F0408B-3800-4CF4-A76F-A10F977FFF02}" presName="sibTrans" presStyleCnt="0"/>
      <dgm:spPr/>
    </dgm:pt>
    <dgm:pt modelId="{B2D6A46F-3DAC-4057-BD72-61C82DA205C7}" type="pres">
      <dgm:prSet presAssocID="{E2267075-E062-4312-9169-060D86735605}" presName="compNode" presStyleCnt="0"/>
      <dgm:spPr/>
    </dgm:pt>
    <dgm:pt modelId="{800C5EA1-075F-443C-9A1E-FB4186C39C0D}" type="pres">
      <dgm:prSet presAssocID="{E2267075-E062-4312-9169-060D8673560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án"/>
        </a:ext>
      </dgm:extLst>
    </dgm:pt>
    <dgm:pt modelId="{586C324B-38B3-45A6-9B9C-B305CFAA757A}" type="pres">
      <dgm:prSet presAssocID="{E2267075-E062-4312-9169-060D86735605}" presName="iconSpace" presStyleCnt="0"/>
      <dgm:spPr/>
    </dgm:pt>
    <dgm:pt modelId="{259FE994-5AF8-47F3-8C93-3D35A380BB24}" type="pres">
      <dgm:prSet presAssocID="{E2267075-E062-4312-9169-060D86735605}" presName="parTx" presStyleLbl="revTx" presStyleIdx="4" presStyleCnt="14">
        <dgm:presLayoutVars>
          <dgm:chMax val="0"/>
          <dgm:chPref val="0"/>
        </dgm:presLayoutVars>
      </dgm:prSet>
      <dgm:spPr/>
    </dgm:pt>
    <dgm:pt modelId="{0932520E-E47E-4471-AB83-A32D9438C355}" type="pres">
      <dgm:prSet presAssocID="{E2267075-E062-4312-9169-060D86735605}" presName="txSpace" presStyleCnt="0"/>
      <dgm:spPr/>
    </dgm:pt>
    <dgm:pt modelId="{5BCFBC46-6AA6-42A8-AF02-4C5FFD5863F7}" type="pres">
      <dgm:prSet presAssocID="{E2267075-E062-4312-9169-060D86735605}" presName="desTx" presStyleLbl="revTx" presStyleIdx="5" presStyleCnt="14">
        <dgm:presLayoutVars/>
      </dgm:prSet>
      <dgm:spPr/>
    </dgm:pt>
    <dgm:pt modelId="{A5DC1A07-A287-4E15-A535-DE43DCC4B971}" type="pres">
      <dgm:prSet presAssocID="{D53697E7-A9D7-4743-B6D6-658E7051707F}" presName="sibTrans" presStyleCnt="0"/>
      <dgm:spPr/>
    </dgm:pt>
    <dgm:pt modelId="{93DF8F77-52DA-4B8F-AD1F-D76C35A95CCF}" type="pres">
      <dgm:prSet presAssocID="{9BADEF96-8ED5-4D91-8091-608538314A2D}" presName="compNode" presStyleCnt="0"/>
      <dgm:spPr/>
    </dgm:pt>
    <dgm:pt modelId="{57AEE55B-30FE-4A1B-AF0F-6BCC9E621B24}" type="pres">
      <dgm:prSet presAssocID="{9BADEF96-8ED5-4D91-8091-608538314A2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nta"/>
        </a:ext>
      </dgm:extLst>
    </dgm:pt>
    <dgm:pt modelId="{C37957E6-16BB-4E36-9525-DA6AA2F3CD0D}" type="pres">
      <dgm:prSet presAssocID="{9BADEF96-8ED5-4D91-8091-608538314A2D}" presName="iconSpace" presStyleCnt="0"/>
      <dgm:spPr/>
    </dgm:pt>
    <dgm:pt modelId="{6DC67809-E8D3-462F-8EC5-CEBA0D31247D}" type="pres">
      <dgm:prSet presAssocID="{9BADEF96-8ED5-4D91-8091-608538314A2D}" presName="parTx" presStyleLbl="revTx" presStyleIdx="6" presStyleCnt="14">
        <dgm:presLayoutVars>
          <dgm:chMax val="0"/>
          <dgm:chPref val="0"/>
        </dgm:presLayoutVars>
      </dgm:prSet>
      <dgm:spPr/>
    </dgm:pt>
    <dgm:pt modelId="{76D7B43B-56D0-4A1C-8641-4ED3FD6DC6EF}" type="pres">
      <dgm:prSet presAssocID="{9BADEF96-8ED5-4D91-8091-608538314A2D}" presName="txSpace" presStyleCnt="0"/>
      <dgm:spPr/>
    </dgm:pt>
    <dgm:pt modelId="{06A53B84-4EEC-4B2F-BCAE-6321F090FD0C}" type="pres">
      <dgm:prSet presAssocID="{9BADEF96-8ED5-4D91-8091-608538314A2D}" presName="desTx" presStyleLbl="revTx" presStyleIdx="7" presStyleCnt="14">
        <dgm:presLayoutVars/>
      </dgm:prSet>
      <dgm:spPr/>
    </dgm:pt>
    <dgm:pt modelId="{529994D7-E14F-47CB-9BA9-1FF66127EDDA}" type="pres">
      <dgm:prSet presAssocID="{D4047A4E-5863-466C-8965-632C5B649930}" presName="sibTrans" presStyleCnt="0"/>
      <dgm:spPr/>
    </dgm:pt>
    <dgm:pt modelId="{59E37835-C14C-40D8-9842-46A29DC7A3C1}" type="pres">
      <dgm:prSet presAssocID="{DE376BD1-BE21-4770-9EFF-69AF88FE2776}" presName="compNode" presStyleCnt="0"/>
      <dgm:spPr/>
    </dgm:pt>
    <dgm:pt modelId="{F4FF76A4-4708-4E64-88E1-ECCCF9918DE2}" type="pres">
      <dgm:prSet presAssocID="{DE376BD1-BE21-4770-9EFF-69AF88FE277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18767F6-9753-4B88-928F-50111F334F0B}" type="pres">
      <dgm:prSet presAssocID="{DE376BD1-BE21-4770-9EFF-69AF88FE2776}" presName="iconSpace" presStyleCnt="0"/>
      <dgm:spPr/>
    </dgm:pt>
    <dgm:pt modelId="{12D4DFFB-7A76-4B0C-83E9-EE65537C4F63}" type="pres">
      <dgm:prSet presAssocID="{DE376BD1-BE21-4770-9EFF-69AF88FE2776}" presName="parTx" presStyleLbl="revTx" presStyleIdx="8" presStyleCnt="14">
        <dgm:presLayoutVars>
          <dgm:chMax val="0"/>
          <dgm:chPref val="0"/>
        </dgm:presLayoutVars>
      </dgm:prSet>
      <dgm:spPr/>
    </dgm:pt>
    <dgm:pt modelId="{9E09EB16-0F43-4AF5-B702-38B27BCF2C1A}" type="pres">
      <dgm:prSet presAssocID="{DE376BD1-BE21-4770-9EFF-69AF88FE2776}" presName="txSpace" presStyleCnt="0"/>
      <dgm:spPr/>
    </dgm:pt>
    <dgm:pt modelId="{8944D1F2-2745-4D6A-86C1-0DFA10CB8EDC}" type="pres">
      <dgm:prSet presAssocID="{DE376BD1-BE21-4770-9EFF-69AF88FE2776}" presName="desTx" presStyleLbl="revTx" presStyleIdx="9" presStyleCnt="14">
        <dgm:presLayoutVars/>
      </dgm:prSet>
      <dgm:spPr/>
    </dgm:pt>
    <dgm:pt modelId="{D1BED4B0-0930-4776-B9D4-3EDE08F71A4C}" type="pres">
      <dgm:prSet presAssocID="{0D5CA349-8F83-4E63-A9B9-3FB8D1DAEB79}" presName="sibTrans" presStyleCnt="0"/>
      <dgm:spPr/>
    </dgm:pt>
    <dgm:pt modelId="{88A60B3F-3B8B-4277-849A-8B0812D5E1B3}" type="pres">
      <dgm:prSet presAssocID="{94B68AF1-93E1-464E-BA14-C40DB4637224}" presName="compNode" presStyleCnt="0"/>
      <dgm:spPr/>
    </dgm:pt>
    <dgm:pt modelId="{8924CE3D-8A69-42CF-9268-C34930ED8679}" type="pres">
      <dgm:prSet presAssocID="{94B68AF1-93E1-464E-BA14-C40DB463722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DEACB24F-798E-4EA7-8191-9C7E92C40FF6}" type="pres">
      <dgm:prSet presAssocID="{94B68AF1-93E1-464E-BA14-C40DB4637224}" presName="iconSpace" presStyleCnt="0"/>
      <dgm:spPr/>
    </dgm:pt>
    <dgm:pt modelId="{D1286572-2AF4-4340-8DE4-47399B2C6AED}" type="pres">
      <dgm:prSet presAssocID="{94B68AF1-93E1-464E-BA14-C40DB4637224}" presName="parTx" presStyleLbl="revTx" presStyleIdx="10" presStyleCnt="14">
        <dgm:presLayoutVars>
          <dgm:chMax val="0"/>
          <dgm:chPref val="0"/>
        </dgm:presLayoutVars>
      </dgm:prSet>
      <dgm:spPr/>
    </dgm:pt>
    <dgm:pt modelId="{C7E9CF39-C91D-47BE-B80B-818A225A6421}" type="pres">
      <dgm:prSet presAssocID="{94B68AF1-93E1-464E-BA14-C40DB4637224}" presName="txSpace" presStyleCnt="0"/>
      <dgm:spPr/>
    </dgm:pt>
    <dgm:pt modelId="{763D5B74-5BB0-4283-AD70-7B67C06BB2AA}" type="pres">
      <dgm:prSet presAssocID="{94B68AF1-93E1-464E-BA14-C40DB4637224}" presName="desTx" presStyleLbl="revTx" presStyleIdx="11" presStyleCnt="14">
        <dgm:presLayoutVars/>
      </dgm:prSet>
      <dgm:spPr/>
    </dgm:pt>
    <dgm:pt modelId="{EC54FB80-674E-4762-A089-73B9F1D209C5}" type="pres">
      <dgm:prSet presAssocID="{044CC800-251A-4E3B-B432-42B7BE86EB18}" presName="sibTrans" presStyleCnt="0"/>
      <dgm:spPr/>
    </dgm:pt>
    <dgm:pt modelId="{9D7BCF39-5A0C-42C8-8135-B5308CE303D0}" type="pres">
      <dgm:prSet presAssocID="{6484EBCB-4AA7-4C1D-ABE2-C939F18FC0D6}" presName="compNode" presStyleCnt="0"/>
      <dgm:spPr/>
    </dgm:pt>
    <dgm:pt modelId="{E8D39F20-D516-4290-9C13-0CE22E914225}" type="pres">
      <dgm:prSet presAssocID="{6484EBCB-4AA7-4C1D-ABE2-C939F18FC0D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35C17A99-CCB3-448E-8640-5E58A9D5E68F}" type="pres">
      <dgm:prSet presAssocID="{6484EBCB-4AA7-4C1D-ABE2-C939F18FC0D6}" presName="iconSpace" presStyleCnt="0"/>
      <dgm:spPr/>
    </dgm:pt>
    <dgm:pt modelId="{FA816F20-9F39-4E42-98AF-9A916C76D6C2}" type="pres">
      <dgm:prSet presAssocID="{6484EBCB-4AA7-4C1D-ABE2-C939F18FC0D6}" presName="parTx" presStyleLbl="revTx" presStyleIdx="12" presStyleCnt="14">
        <dgm:presLayoutVars>
          <dgm:chMax val="0"/>
          <dgm:chPref val="0"/>
        </dgm:presLayoutVars>
      </dgm:prSet>
      <dgm:spPr/>
    </dgm:pt>
    <dgm:pt modelId="{479B9C23-46ED-4C58-BD8F-352C4EBE854F}" type="pres">
      <dgm:prSet presAssocID="{6484EBCB-4AA7-4C1D-ABE2-C939F18FC0D6}" presName="txSpace" presStyleCnt="0"/>
      <dgm:spPr/>
    </dgm:pt>
    <dgm:pt modelId="{93E577FE-611C-4744-89E3-4FECFFC8A337}" type="pres">
      <dgm:prSet presAssocID="{6484EBCB-4AA7-4C1D-ABE2-C939F18FC0D6}" presName="desTx" presStyleLbl="revTx" presStyleIdx="13" presStyleCnt="14">
        <dgm:presLayoutVars/>
      </dgm:prSet>
      <dgm:spPr/>
    </dgm:pt>
  </dgm:ptLst>
  <dgm:cxnLst>
    <dgm:cxn modelId="{80B41B00-E416-46B2-9042-4DDB03785644}" srcId="{E2267075-E062-4312-9169-060D86735605}" destId="{30646F8F-81E0-4C5B-9B34-E26A5F693823}" srcOrd="1" destOrd="0" parTransId="{D022EFCB-1AD7-4D89-933F-92C512D894E3}" sibTransId="{BD712078-51BA-4DF1-AD85-34D521727682}"/>
    <dgm:cxn modelId="{3B902605-EF11-4A41-B825-529CEAC5B875}" type="presOf" srcId="{7761DA5F-7EB2-466F-A1BE-42D358E933F5}" destId="{06A53B84-4EEC-4B2F-BCAE-6321F090FD0C}" srcOrd="0" destOrd="1" presId="urn:microsoft.com/office/officeart/2018/5/layout/CenteredIconLabelDescriptionList"/>
    <dgm:cxn modelId="{1468F007-710F-40A6-9C19-CD2C3144265F}" type="presOf" srcId="{CCF7EA53-407B-4009-95AF-816D366649F0}" destId="{06A53B84-4EEC-4B2F-BCAE-6321F090FD0C}" srcOrd="0" destOrd="0" presId="urn:microsoft.com/office/officeart/2018/5/layout/CenteredIconLabelDescriptionList"/>
    <dgm:cxn modelId="{D44CE808-A0C1-44A4-96C3-35B9A57A5BE8}" srcId="{6484EBCB-4AA7-4C1D-ABE2-C939F18FC0D6}" destId="{254E351E-FD20-4D87-A41C-13FCC05FA643}" srcOrd="1" destOrd="0" parTransId="{ECB35970-A91A-4E48-A148-74674A5EFE1B}" sibTransId="{4F81695E-1820-4CD2-A46B-5A9D22E4E67C}"/>
    <dgm:cxn modelId="{735B6717-75F5-45E3-AA4A-427FBCB7CF8A}" srcId="{9BADEF96-8ED5-4D91-8091-608538314A2D}" destId="{7761DA5F-7EB2-466F-A1BE-42D358E933F5}" srcOrd="1" destOrd="0" parTransId="{A9B3B7A7-C140-402D-AAAF-06E194DD0179}" sibTransId="{366AADBF-C87D-48E8-AC6B-FE59CF804BDC}"/>
    <dgm:cxn modelId="{3C8FCC1A-4684-43A4-801C-1EBE3E5E5046}" srcId="{94B68AF1-93E1-464E-BA14-C40DB4637224}" destId="{76672B30-79C0-4F16-881F-C1D0207846E0}" srcOrd="0" destOrd="0" parTransId="{55D99B34-2EE9-48F7-8164-8A5764F397AE}" sibTransId="{EE57F3B9-B74E-4DBD-B4E6-782735097CD4}"/>
    <dgm:cxn modelId="{F90DA121-CA3F-4845-A33E-C4D33F79904E}" srcId="{DE376BD1-BE21-4770-9EFF-69AF88FE2776}" destId="{D9BE8272-63DA-43EA-BEA2-BF1219D2308C}" srcOrd="0" destOrd="0" parTransId="{1A3A2E3F-3C68-415D-85AE-2BDD23CAAB6B}" sibTransId="{67B3D99B-B978-4751-8DFE-02B787B161FB}"/>
    <dgm:cxn modelId="{EEF56D25-E1A4-4CEF-8097-1F4E4C921CB5}" srcId="{6484EBCB-4AA7-4C1D-ABE2-C939F18FC0D6}" destId="{17AA2748-6CF6-43D2-96B5-4FD34FF5D82F}" srcOrd="0" destOrd="0" parTransId="{6D02D7FD-AACA-42ED-9EEA-DB81639475EB}" sibTransId="{7A6C17D8-9F43-479B-8D78-1C27DE956B66}"/>
    <dgm:cxn modelId="{AD79412A-F78F-4791-887B-E9EA34D66A78}" srcId="{E2267075-E062-4312-9169-060D86735605}" destId="{B237D1B5-D77D-418E-A746-E4899700FCC2}" srcOrd="0" destOrd="0" parTransId="{E06E70CB-5E0C-4958-98A1-33B07B8AD8A4}" sibTransId="{2E97B75D-DA6D-4CB7-AD95-C1319FE9C636}"/>
    <dgm:cxn modelId="{E1C8E435-744A-4BF8-9C2E-C0668BDD6E58}" srcId="{2C8D3F51-951C-488C-8B08-85CBA1D87835}" destId="{9BADEF96-8ED5-4D91-8091-608538314A2D}" srcOrd="3" destOrd="0" parTransId="{8202BC5A-EBEB-48BE-ABC9-4D1935CAC6AE}" sibTransId="{D4047A4E-5863-466C-8965-632C5B649930}"/>
    <dgm:cxn modelId="{0436F43D-75A2-4888-A3B6-676B1281F5E9}" type="presOf" srcId="{9F38DB8A-9D26-4456-A0F9-C92CD9F3FCF1}" destId="{D32FAC23-8FCC-4776-8833-9E0EECA14A0C}" srcOrd="0" destOrd="0" presId="urn:microsoft.com/office/officeart/2018/5/layout/CenteredIconLabelDescriptionList"/>
    <dgm:cxn modelId="{6559CD3F-EAD8-47A3-9F42-586961FEF647}" srcId="{2C8D3F51-951C-488C-8B08-85CBA1D87835}" destId="{94B68AF1-93E1-464E-BA14-C40DB4637224}" srcOrd="5" destOrd="0" parTransId="{F022366C-AF60-43CB-A533-68450D32CC98}" sibTransId="{044CC800-251A-4E3B-B432-42B7BE86EB18}"/>
    <dgm:cxn modelId="{DC7EB544-D366-478F-8E90-07783A0F24E5}" type="presOf" srcId="{2FE65221-C66B-45C9-A4CC-1656E408D8AF}" destId="{8944D1F2-2745-4D6A-86C1-0DFA10CB8EDC}" srcOrd="0" destOrd="1" presId="urn:microsoft.com/office/officeart/2018/5/layout/CenteredIconLabelDescriptionList"/>
    <dgm:cxn modelId="{C0ACA765-8174-4AAE-BA9E-8789237B7822}" type="presOf" srcId="{76672B30-79C0-4F16-881F-C1D0207846E0}" destId="{763D5B74-5BB0-4283-AD70-7B67C06BB2AA}" srcOrd="0" destOrd="0" presId="urn:microsoft.com/office/officeart/2018/5/layout/CenteredIconLabelDescriptionList"/>
    <dgm:cxn modelId="{22E83E47-19A5-44BA-BA7C-1E66D6B1EA3B}" srcId="{2C8D3F51-951C-488C-8B08-85CBA1D87835}" destId="{E2267075-E062-4312-9169-060D86735605}" srcOrd="2" destOrd="0" parTransId="{FABFEA27-68AB-41BA-BC30-CA1C937C5823}" sibTransId="{D53697E7-A9D7-4743-B6D6-658E7051707F}"/>
    <dgm:cxn modelId="{80E24C68-10F9-4594-A256-30C0A7610082}" type="presOf" srcId="{43E97EEF-3A00-46E5-8AE5-43BB071FF45D}" destId="{75BF30BA-0596-4C59-9261-5DACDF110C50}" srcOrd="0" destOrd="0" presId="urn:microsoft.com/office/officeart/2018/5/layout/CenteredIconLabelDescriptionList"/>
    <dgm:cxn modelId="{F117F74A-3696-4E3D-BDBA-D2ECCA227831}" srcId="{DE376BD1-BE21-4770-9EFF-69AF88FE2776}" destId="{2FE65221-C66B-45C9-A4CC-1656E408D8AF}" srcOrd="1" destOrd="0" parTransId="{4763163B-FD93-4FFE-9F34-D7D43D8B1D9F}" sibTransId="{C62ADE1D-6A22-437E-A523-2F4C1D6D82C5}"/>
    <dgm:cxn modelId="{6BD1C04B-8535-4983-A5CC-B14EF7E8B6AB}" srcId="{01D16E10-869E-4C1D-A38B-A53C2FE70F31}" destId="{7B918A47-70D4-419D-A46E-DC3452C85EED}" srcOrd="1" destOrd="0" parTransId="{AB14580A-FBC2-4AEC-8E23-F8BF9BF717AE}" sibTransId="{473FADDC-79A5-440A-ACC6-5C8A308AEB14}"/>
    <dgm:cxn modelId="{FFD2836C-DBD7-4F69-9FC0-2BF1CA2BF378}" type="presOf" srcId="{01D16E10-869E-4C1D-A38B-A53C2FE70F31}" destId="{905B2BE4-2817-45C8-AE49-E868C4869E4C}" srcOrd="0" destOrd="0" presId="urn:microsoft.com/office/officeart/2018/5/layout/CenteredIconLabelDescriptionList"/>
    <dgm:cxn modelId="{ED2DC44C-54A4-48AA-8209-5D8765814699}" type="presOf" srcId="{B237D1B5-D77D-418E-A746-E4899700FCC2}" destId="{5BCFBC46-6AA6-42A8-AF02-4C5FFD5863F7}" srcOrd="0" destOrd="0" presId="urn:microsoft.com/office/officeart/2018/5/layout/CenteredIconLabelDescriptionList"/>
    <dgm:cxn modelId="{817D316D-E07F-4309-8244-38EBE9896B5D}" srcId="{01D16E10-869E-4C1D-A38B-A53C2FE70F31}" destId="{9F38DB8A-9D26-4456-A0F9-C92CD9F3FCF1}" srcOrd="0" destOrd="0" parTransId="{5E8ED7A3-1207-4DA0-9D61-E6678965EE91}" sibTransId="{802E2048-81AC-4DAF-ABC4-108EF06EF806}"/>
    <dgm:cxn modelId="{A9924F4D-6E57-4E70-A9F7-83EC85ED6565}" srcId="{2C8D3F51-951C-488C-8B08-85CBA1D87835}" destId="{6484EBCB-4AA7-4C1D-ABE2-C939F18FC0D6}" srcOrd="6" destOrd="0" parTransId="{E06E3510-D841-49F8-A701-29D6D04543A8}" sibTransId="{2BA5F4C0-6B8B-4ACA-9373-4AB00FF5273B}"/>
    <dgm:cxn modelId="{46E07356-28C5-4157-85A0-185C10252CE2}" type="presOf" srcId="{E2267075-E062-4312-9169-060D86735605}" destId="{259FE994-5AF8-47F3-8C93-3D35A380BB24}" srcOrd="0" destOrd="0" presId="urn:microsoft.com/office/officeart/2018/5/layout/CenteredIconLabelDescriptionList"/>
    <dgm:cxn modelId="{DD480A8C-78FD-45AB-AEC6-CA5ED03042CF}" type="presOf" srcId="{94B68AF1-93E1-464E-BA14-C40DB4637224}" destId="{D1286572-2AF4-4340-8DE4-47399B2C6AED}" srcOrd="0" destOrd="0" presId="urn:microsoft.com/office/officeart/2018/5/layout/CenteredIconLabelDescriptionList"/>
    <dgm:cxn modelId="{1D0D0B98-EBE5-4374-A540-64A35C9547FC}" type="presOf" srcId="{254E351E-FD20-4D87-A41C-13FCC05FA643}" destId="{93E577FE-611C-4744-89E3-4FECFFC8A337}" srcOrd="0" destOrd="1" presId="urn:microsoft.com/office/officeart/2018/5/layout/CenteredIconLabelDescriptionList"/>
    <dgm:cxn modelId="{916451A1-4F2D-4635-9B1A-5E2180D16082}" srcId="{2C8D3F51-951C-488C-8B08-85CBA1D87835}" destId="{43E97EEF-3A00-46E5-8AE5-43BB071FF45D}" srcOrd="0" destOrd="0" parTransId="{03CE66E3-AADF-4320-A604-FC16F77DFEDF}" sibTransId="{7784B66F-71F6-43C0-9DF8-7C8F67C0BB50}"/>
    <dgm:cxn modelId="{1A25CEA7-401F-42F2-9BEE-321C09607DC3}" type="presOf" srcId="{D9BE8272-63DA-43EA-BEA2-BF1219D2308C}" destId="{8944D1F2-2745-4D6A-86C1-0DFA10CB8EDC}" srcOrd="0" destOrd="0" presId="urn:microsoft.com/office/officeart/2018/5/layout/CenteredIconLabelDescriptionList"/>
    <dgm:cxn modelId="{3D2403A9-A0D9-4BCA-BC62-483803246CA9}" srcId="{2C8D3F51-951C-488C-8B08-85CBA1D87835}" destId="{01D16E10-869E-4C1D-A38B-A53C2FE70F31}" srcOrd="1" destOrd="0" parTransId="{FACF4CD9-7F63-4641-8C45-94F1AD38F858}" sibTransId="{48F0408B-3800-4CF4-A76F-A10F977FFF02}"/>
    <dgm:cxn modelId="{28D327AF-0EB6-4CBA-B33E-5FE643129C82}" type="presOf" srcId="{9BADEF96-8ED5-4D91-8091-608538314A2D}" destId="{6DC67809-E8D3-462F-8EC5-CEBA0D31247D}" srcOrd="0" destOrd="0" presId="urn:microsoft.com/office/officeart/2018/5/layout/CenteredIconLabelDescriptionList"/>
    <dgm:cxn modelId="{87D2BAB0-020B-4296-ACF0-F7C8AFC73EBC}" type="presOf" srcId="{6484EBCB-4AA7-4C1D-ABE2-C939F18FC0D6}" destId="{FA816F20-9F39-4E42-98AF-9A916C76D6C2}" srcOrd="0" destOrd="0" presId="urn:microsoft.com/office/officeart/2018/5/layout/CenteredIconLabelDescriptionList"/>
    <dgm:cxn modelId="{670418B4-3EC2-43E0-B6B8-9CB8409DE42C}" type="presOf" srcId="{30646F8F-81E0-4C5B-9B34-E26A5F693823}" destId="{5BCFBC46-6AA6-42A8-AF02-4C5FFD5863F7}" srcOrd="0" destOrd="1" presId="urn:microsoft.com/office/officeart/2018/5/layout/CenteredIconLabelDescriptionList"/>
    <dgm:cxn modelId="{57C53FBE-098B-4954-B2CE-21B2A09BF062}" srcId="{2C8D3F51-951C-488C-8B08-85CBA1D87835}" destId="{DE376BD1-BE21-4770-9EFF-69AF88FE2776}" srcOrd="4" destOrd="0" parTransId="{B7EBE8B9-41D3-4682-8860-8214F6356770}" sibTransId="{0D5CA349-8F83-4E63-A9B9-3FB8D1DAEB79}"/>
    <dgm:cxn modelId="{34C9ACC5-21EA-4468-ADB4-5971D660C6C6}" srcId="{9BADEF96-8ED5-4D91-8091-608538314A2D}" destId="{CCF7EA53-407B-4009-95AF-816D366649F0}" srcOrd="0" destOrd="0" parTransId="{1DAFEF3F-2F10-43CC-8250-C9B93AEEC89A}" sibTransId="{D9461704-9CCF-45AD-91C6-01764008AC01}"/>
    <dgm:cxn modelId="{CDA348CA-D21C-4EAF-9B1D-F44A68AAEF3F}" type="presOf" srcId="{7B918A47-70D4-419D-A46E-DC3452C85EED}" destId="{D32FAC23-8FCC-4776-8833-9E0EECA14A0C}" srcOrd="0" destOrd="1" presId="urn:microsoft.com/office/officeart/2018/5/layout/CenteredIconLabelDescriptionList"/>
    <dgm:cxn modelId="{3923C8DA-B050-48DC-A580-03BA0EBC1DBA}" type="presOf" srcId="{2C8D3F51-951C-488C-8B08-85CBA1D87835}" destId="{35200B6F-F3DD-422E-A097-24C7308B151C}" srcOrd="0" destOrd="0" presId="urn:microsoft.com/office/officeart/2018/5/layout/CenteredIconLabelDescriptionList"/>
    <dgm:cxn modelId="{CF5902F3-B010-441B-94F5-6D82DC3D9A1D}" type="presOf" srcId="{DE376BD1-BE21-4770-9EFF-69AF88FE2776}" destId="{12D4DFFB-7A76-4B0C-83E9-EE65537C4F63}" srcOrd="0" destOrd="0" presId="urn:microsoft.com/office/officeart/2018/5/layout/CenteredIconLabelDescriptionList"/>
    <dgm:cxn modelId="{D2FF98FB-1E81-480F-8A5D-9E298FF906AA}" type="presOf" srcId="{17AA2748-6CF6-43D2-96B5-4FD34FF5D82F}" destId="{93E577FE-611C-4744-89E3-4FECFFC8A337}" srcOrd="0" destOrd="0" presId="urn:microsoft.com/office/officeart/2018/5/layout/CenteredIconLabelDescriptionList"/>
    <dgm:cxn modelId="{242D5205-3E35-4EFA-BBA4-C091873BDB09}" type="presParOf" srcId="{35200B6F-F3DD-422E-A097-24C7308B151C}" destId="{20A6A057-E15C-4E14-A1CA-0FC7668B8D51}" srcOrd="0" destOrd="0" presId="urn:microsoft.com/office/officeart/2018/5/layout/CenteredIconLabelDescriptionList"/>
    <dgm:cxn modelId="{3E86A728-2830-4ED8-9C75-29F37E8FB7AD}" type="presParOf" srcId="{20A6A057-E15C-4E14-A1CA-0FC7668B8D51}" destId="{444043F7-C007-4620-A3CC-FA7953FBA34C}" srcOrd="0" destOrd="0" presId="urn:microsoft.com/office/officeart/2018/5/layout/CenteredIconLabelDescriptionList"/>
    <dgm:cxn modelId="{B8DB3C36-2A23-437C-B60F-05D7F4FE1A11}" type="presParOf" srcId="{20A6A057-E15C-4E14-A1CA-0FC7668B8D51}" destId="{3F216B84-BA64-48E4-95C4-DF84712F0491}" srcOrd="1" destOrd="0" presId="urn:microsoft.com/office/officeart/2018/5/layout/CenteredIconLabelDescriptionList"/>
    <dgm:cxn modelId="{354442A1-2FC6-4971-8CE4-CBE075AAAE24}" type="presParOf" srcId="{20A6A057-E15C-4E14-A1CA-0FC7668B8D51}" destId="{75BF30BA-0596-4C59-9261-5DACDF110C50}" srcOrd="2" destOrd="0" presId="urn:microsoft.com/office/officeart/2018/5/layout/CenteredIconLabelDescriptionList"/>
    <dgm:cxn modelId="{B686B184-EA64-4744-A9C3-665D7BC7C2B6}" type="presParOf" srcId="{20A6A057-E15C-4E14-A1CA-0FC7668B8D51}" destId="{01ECA1DC-C26A-453A-A3A3-272E763A627E}" srcOrd="3" destOrd="0" presId="urn:microsoft.com/office/officeart/2018/5/layout/CenteredIconLabelDescriptionList"/>
    <dgm:cxn modelId="{60633E21-CEE8-4DC8-BEEF-C75DFB9D8F13}" type="presParOf" srcId="{20A6A057-E15C-4E14-A1CA-0FC7668B8D51}" destId="{F1FA7D7E-B4EA-4ABD-88FF-F6BF427CBE2F}" srcOrd="4" destOrd="0" presId="urn:microsoft.com/office/officeart/2018/5/layout/CenteredIconLabelDescriptionList"/>
    <dgm:cxn modelId="{E9314D5E-B10F-4233-BF1E-8C5622FB3884}" type="presParOf" srcId="{35200B6F-F3DD-422E-A097-24C7308B151C}" destId="{84E39B1B-ECF7-47B9-9E8C-B49F68CE046C}" srcOrd="1" destOrd="0" presId="urn:microsoft.com/office/officeart/2018/5/layout/CenteredIconLabelDescriptionList"/>
    <dgm:cxn modelId="{A1578CA8-2422-4054-9702-743F9415D88E}" type="presParOf" srcId="{35200B6F-F3DD-422E-A097-24C7308B151C}" destId="{54798BB7-DC6D-4C50-8E4B-75459F43FC43}" srcOrd="2" destOrd="0" presId="urn:microsoft.com/office/officeart/2018/5/layout/CenteredIconLabelDescriptionList"/>
    <dgm:cxn modelId="{DCFD6BEE-833D-4A05-8FD8-71DACFBF7847}" type="presParOf" srcId="{54798BB7-DC6D-4C50-8E4B-75459F43FC43}" destId="{C67473FF-89B9-4450-9512-EDDA151E42C6}" srcOrd="0" destOrd="0" presId="urn:microsoft.com/office/officeart/2018/5/layout/CenteredIconLabelDescriptionList"/>
    <dgm:cxn modelId="{66C210A2-A758-427C-8030-4C40A4AB85B8}" type="presParOf" srcId="{54798BB7-DC6D-4C50-8E4B-75459F43FC43}" destId="{197D2890-99BD-48EF-A678-74C4177E3165}" srcOrd="1" destOrd="0" presId="urn:microsoft.com/office/officeart/2018/5/layout/CenteredIconLabelDescriptionList"/>
    <dgm:cxn modelId="{5CF64D9A-3B33-485B-8B21-75F222A97C46}" type="presParOf" srcId="{54798BB7-DC6D-4C50-8E4B-75459F43FC43}" destId="{905B2BE4-2817-45C8-AE49-E868C4869E4C}" srcOrd="2" destOrd="0" presId="urn:microsoft.com/office/officeart/2018/5/layout/CenteredIconLabelDescriptionList"/>
    <dgm:cxn modelId="{CA595C86-EDCF-4F65-8A3D-89B65B50B933}" type="presParOf" srcId="{54798BB7-DC6D-4C50-8E4B-75459F43FC43}" destId="{A97AA401-D05A-4063-8915-7AB7C52F56DF}" srcOrd="3" destOrd="0" presId="urn:microsoft.com/office/officeart/2018/5/layout/CenteredIconLabelDescriptionList"/>
    <dgm:cxn modelId="{6B98B569-84E6-4165-98A2-3623B49B35FA}" type="presParOf" srcId="{54798BB7-DC6D-4C50-8E4B-75459F43FC43}" destId="{D32FAC23-8FCC-4776-8833-9E0EECA14A0C}" srcOrd="4" destOrd="0" presId="urn:microsoft.com/office/officeart/2018/5/layout/CenteredIconLabelDescriptionList"/>
    <dgm:cxn modelId="{0B9E61ED-9879-4B7A-B3D5-FCE8A66EBB77}" type="presParOf" srcId="{35200B6F-F3DD-422E-A097-24C7308B151C}" destId="{99CB8FCF-7D50-40C9-A9B7-ADD87A9F6AFE}" srcOrd="3" destOrd="0" presId="urn:microsoft.com/office/officeart/2018/5/layout/CenteredIconLabelDescriptionList"/>
    <dgm:cxn modelId="{1414264C-7BB5-4F63-B2FD-82FD6827D187}" type="presParOf" srcId="{35200B6F-F3DD-422E-A097-24C7308B151C}" destId="{B2D6A46F-3DAC-4057-BD72-61C82DA205C7}" srcOrd="4" destOrd="0" presId="urn:microsoft.com/office/officeart/2018/5/layout/CenteredIconLabelDescriptionList"/>
    <dgm:cxn modelId="{12BDCCF4-7D1A-436F-9A98-0BD8FFA8D0FD}" type="presParOf" srcId="{B2D6A46F-3DAC-4057-BD72-61C82DA205C7}" destId="{800C5EA1-075F-443C-9A1E-FB4186C39C0D}" srcOrd="0" destOrd="0" presId="urn:microsoft.com/office/officeart/2018/5/layout/CenteredIconLabelDescriptionList"/>
    <dgm:cxn modelId="{07730301-E5AC-4493-933C-2548577AA7B8}" type="presParOf" srcId="{B2D6A46F-3DAC-4057-BD72-61C82DA205C7}" destId="{586C324B-38B3-45A6-9B9C-B305CFAA757A}" srcOrd="1" destOrd="0" presId="urn:microsoft.com/office/officeart/2018/5/layout/CenteredIconLabelDescriptionList"/>
    <dgm:cxn modelId="{D705F048-7B77-4BA6-8141-6B3112789482}" type="presParOf" srcId="{B2D6A46F-3DAC-4057-BD72-61C82DA205C7}" destId="{259FE994-5AF8-47F3-8C93-3D35A380BB24}" srcOrd="2" destOrd="0" presId="urn:microsoft.com/office/officeart/2018/5/layout/CenteredIconLabelDescriptionList"/>
    <dgm:cxn modelId="{A684DB42-15ED-4B36-AB76-47A6E950B8E4}" type="presParOf" srcId="{B2D6A46F-3DAC-4057-BD72-61C82DA205C7}" destId="{0932520E-E47E-4471-AB83-A32D9438C355}" srcOrd="3" destOrd="0" presId="urn:microsoft.com/office/officeart/2018/5/layout/CenteredIconLabelDescriptionList"/>
    <dgm:cxn modelId="{B52145E9-0782-4922-A777-BE82C4307FDC}" type="presParOf" srcId="{B2D6A46F-3DAC-4057-BD72-61C82DA205C7}" destId="{5BCFBC46-6AA6-42A8-AF02-4C5FFD5863F7}" srcOrd="4" destOrd="0" presId="urn:microsoft.com/office/officeart/2018/5/layout/CenteredIconLabelDescriptionList"/>
    <dgm:cxn modelId="{2935FB89-B219-4E62-BF52-7496ADAFE4DF}" type="presParOf" srcId="{35200B6F-F3DD-422E-A097-24C7308B151C}" destId="{A5DC1A07-A287-4E15-A535-DE43DCC4B971}" srcOrd="5" destOrd="0" presId="urn:microsoft.com/office/officeart/2018/5/layout/CenteredIconLabelDescriptionList"/>
    <dgm:cxn modelId="{549BBBCA-3082-4E80-B049-B7111EC4E511}" type="presParOf" srcId="{35200B6F-F3DD-422E-A097-24C7308B151C}" destId="{93DF8F77-52DA-4B8F-AD1F-D76C35A95CCF}" srcOrd="6" destOrd="0" presId="urn:microsoft.com/office/officeart/2018/5/layout/CenteredIconLabelDescriptionList"/>
    <dgm:cxn modelId="{31DE017D-75AB-4D8F-87FA-F1C4091BA5E2}" type="presParOf" srcId="{93DF8F77-52DA-4B8F-AD1F-D76C35A95CCF}" destId="{57AEE55B-30FE-4A1B-AF0F-6BCC9E621B24}" srcOrd="0" destOrd="0" presId="urn:microsoft.com/office/officeart/2018/5/layout/CenteredIconLabelDescriptionList"/>
    <dgm:cxn modelId="{9CF216E1-3370-4DD1-B930-EA4BA1E7D106}" type="presParOf" srcId="{93DF8F77-52DA-4B8F-AD1F-D76C35A95CCF}" destId="{C37957E6-16BB-4E36-9525-DA6AA2F3CD0D}" srcOrd="1" destOrd="0" presId="urn:microsoft.com/office/officeart/2018/5/layout/CenteredIconLabelDescriptionList"/>
    <dgm:cxn modelId="{3D260A78-BAC0-4348-85C9-3A3610E996A4}" type="presParOf" srcId="{93DF8F77-52DA-4B8F-AD1F-D76C35A95CCF}" destId="{6DC67809-E8D3-462F-8EC5-CEBA0D31247D}" srcOrd="2" destOrd="0" presId="urn:microsoft.com/office/officeart/2018/5/layout/CenteredIconLabelDescriptionList"/>
    <dgm:cxn modelId="{3A09C5DB-5199-4AA9-A54E-6A2A530F7779}" type="presParOf" srcId="{93DF8F77-52DA-4B8F-AD1F-D76C35A95CCF}" destId="{76D7B43B-56D0-4A1C-8641-4ED3FD6DC6EF}" srcOrd="3" destOrd="0" presId="urn:microsoft.com/office/officeart/2018/5/layout/CenteredIconLabelDescriptionList"/>
    <dgm:cxn modelId="{7096EF57-930B-469E-AB2E-12E782AF7348}" type="presParOf" srcId="{93DF8F77-52DA-4B8F-AD1F-D76C35A95CCF}" destId="{06A53B84-4EEC-4B2F-BCAE-6321F090FD0C}" srcOrd="4" destOrd="0" presId="urn:microsoft.com/office/officeart/2018/5/layout/CenteredIconLabelDescriptionList"/>
    <dgm:cxn modelId="{6017E1F7-CAC7-4B35-940F-87521391BB24}" type="presParOf" srcId="{35200B6F-F3DD-422E-A097-24C7308B151C}" destId="{529994D7-E14F-47CB-9BA9-1FF66127EDDA}" srcOrd="7" destOrd="0" presId="urn:microsoft.com/office/officeart/2018/5/layout/CenteredIconLabelDescriptionList"/>
    <dgm:cxn modelId="{8C037293-63E8-451D-AFF9-A3151CD15AD0}" type="presParOf" srcId="{35200B6F-F3DD-422E-A097-24C7308B151C}" destId="{59E37835-C14C-40D8-9842-46A29DC7A3C1}" srcOrd="8" destOrd="0" presId="urn:microsoft.com/office/officeart/2018/5/layout/CenteredIconLabelDescriptionList"/>
    <dgm:cxn modelId="{3B3D332A-C41D-4911-B857-35004F07B269}" type="presParOf" srcId="{59E37835-C14C-40D8-9842-46A29DC7A3C1}" destId="{F4FF76A4-4708-4E64-88E1-ECCCF9918DE2}" srcOrd="0" destOrd="0" presId="urn:microsoft.com/office/officeart/2018/5/layout/CenteredIconLabelDescriptionList"/>
    <dgm:cxn modelId="{7CD4D1E6-F539-45B9-B0C1-09006FDBCA0E}" type="presParOf" srcId="{59E37835-C14C-40D8-9842-46A29DC7A3C1}" destId="{F18767F6-9753-4B88-928F-50111F334F0B}" srcOrd="1" destOrd="0" presId="urn:microsoft.com/office/officeart/2018/5/layout/CenteredIconLabelDescriptionList"/>
    <dgm:cxn modelId="{09E7CDCD-A958-4EE5-AF8B-C9D86D8129AE}" type="presParOf" srcId="{59E37835-C14C-40D8-9842-46A29DC7A3C1}" destId="{12D4DFFB-7A76-4B0C-83E9-EE65537C4F63}" srcOrd="2" destOrd="0" presId="urn:microsoft.com/office/officeart/2018/5/layout/CenteredIconLabelDescriptionList"/>
    <dgm:cxn modelId="{F2E32D58-168B-4B17-A12B-CAA8720103E1}" type="presParOf" srcId="{59E37835-C14C-40D8-9842-46A29DC7A3C1}" destId="{9E09EB16-0F43-4AF5-B702-38B27BCF2C1A}" srcOrd="3" destOrd="0" presId="urn:microsoft.com/office/officeart/2018/5/layout/CenteredIconLabelDescriptionList"/>
    <dgm:cxn modelId="{A23A382D-F37A-40BF-BA7E-F64232DECC30}" type="presParOf" srcId="{59E37835-C14C-40D8-9842-46A29DC7A3C1}" destId="{8944D1F2-2745-4D6A-86C1-0DFA10CB8EDC}" srcOrd="4" destOrd="0" presId="urn:microsoft.com/office/officeart/2018/5/layout/CenteredIconLabelDescriptionList"/>
    <dgm:cxn modelId="{33A553DB-79CD-40EB-B516-ADE44CA60449}" type="presParOf" srcId="{35200B6F-F3DD-422E-A097-24C7308B151C}" destId="{D1BED4B0-0930-4776-B9D4-3EDE08F71A4C}" srcOrd="9" destOrd="0" presId="urn:microsoft.com/office/officeart/2018/5/layout/CenteredIconLabelDescriptionList"/>
    <dgm:cxn modelId="{F7251DCC-EA1F-411A-9A4E-40A07773BADB}" type="presParOf" srcId="{35200B6F-F3DD-422E-A097-24C7308B151C}" destId="{88A60B3F-3B8B-4277-849A-8B0812D5E1B3}" srcOrd="10" destOrd="0" presId="urn:microsoft.com/office/officeart/2018/5/layout/CenteredIconLabelDescriptionList"/>
    <dgm:cxn modelId="{285C449C-AA51-47A9-B3A3-B9FACB3E463F}" type="presParOf" srcId="{88A60B3F-3B8B-4277-849A-8B0812D5E1B3}" destId="{8924CE3D-8A69-42CF-9268-C34930ED8679}" srcOrd="0" destOrd="0" presId="urn:microsoft.com/office/officeart/2018/5/layout/CenteredIconLabelDescriptionList"/>
    <dgm:cxn modelId="{02B96216-B892-460A-862A-6E17DD112F0C}" type="presParOf" srcId="{88A60B3F-3B8B-4277-849A-8B0812D5E1B3}" destId="{DEACB24F-798E-4EA7-8191-9C7E92C40FF6}" srcOrd="1" destOrd="0" presId="urn:microsoft.com/office/officeart/2018/5/layout/CenteredIconLabelDescriptionList"/>
    <dgm:cxn modelId="{BABD94BF-F57D-4C6D-BF65-160720A39713}" type="presParOf" srcId="{88A60B3F-3B8B-4277-849A-8B0812D5E1B3}" destId="{D1286572-2AF4-4340-8DE4-47399B2C6AED}" srcOrd="2" destOrd="0" presId="urn:microsoft.com/office/officeart/2018/5/layout/CenteredIconLabelDescriptionList"/>
    <dgm:cxn modelId="{E1F04C60-B12F-4941-A94D-AF4C48E912B4}" type="presParOf" srcId="{88A60B3F-3B8B-4277-849A-8B0812D5E1B3}" destId="{C7E9CF39-C91D-47BE-B80B-818A225A6421}" srcOrd="3" destOrd="0" presId="urn:microsoft.com/office/officeart/2018/5/layout/CenteredIconLabelDescriptionList"/>
    <dgm:cxn modelId="{C843474A-CA26-434B-B2DB-8399E7BE4936}" type="presParOf" srcId="{88A60B3F-3B8B-4277-849A-8B0812D5E1B3}" destId="{763D5B74-5BB0-4283-AD70-7B67C06BB2AA}" srcOrd="4" destOrd="0" presId="urn:microsoft.com/office/officeart/2018/5/layout/CenteredIconLabelDescriptionList"/>
    <dgm:cxn modelId="{83F07AC4-4192-40B8-B918-425C0C9E8593}" type="presParOf" srcId="{35200B6F-F3DD-422E-A097-24C7308B151C}" destId="{EC54FB80-674E-4762-A089-73B9F1D209C5}" srcOrd="11" destOrd="0" presId="urn:microsoft.com/office/officeart/2018/5/layout/CenteredIconLabelDescriptionList"/>
    <dgm:cxn modelId="{7131509A-F04C-4BE6-AAC3-B484F7D895CD}" type="presParOf" srcId="{35200B6F-F3DD-422E-A097-24C7308B151C}" destId="{9D7BCF39-5A0C-42C8-8135-B5308CE303D0}" srcOrd="12" destOrd="0" presId="urn:microsoft.com/office/officeart/2018/5/layout/CenteredIconLabelDescriptionList"/>
    <dgm:cxn modelId="{E0961775-A641-4017-937B-9E7F9F92F468}" type="presParOf" srcId="{9D7BCF39-5A0C-42C8-8135-B5308CE303D0}" destId="{E8D39F20-D516-4290-9C13-0CE22E914225}" srcOrd="0" destOrd="0" presId="urn:microsoft.com/office/officeart/2018/5/layout/CenteredIconLabelDescriptionList"/>
    <dgm:cxn modelId="{7739493E-7BEE-40CE-B30C-575F517778E6}" type="presParOf" srcId="{9D7BCF39-5A0C-42C8-8135-B5308CE303D0}" destId="{35C17A99-CCB3-448E-8640-5E58A9D5E68F}" srcOrd="1" destOrd="0" presId="urn:microsoft.com/office/officeart/2018/5/layout/CenteredIconLabelDescriptionList"/>
    <dgm:cxn modelId="{03D8F482-CD74-4A68-87D6-E1045EF6EE8A}" type="presParOf" srcId="{9D7BCF39-5A0C-42C8-8135-B5308CE303D0}" destId="{FA816F20-9F39-4E42-98AF-9A916C76D6C2}" srcOrd="2" destOrd="0" presId="urn:microsoft.com/office/officeart/2018/5/layout/CenteredIconLabelDescriptionList"/>
    <dgm:cxn modelId="{12B4852B-7869-4580-906E-4AB3B6765447}" type="presParOf" srcId="{9D7BCF39-5A0C-42C8-8135-B5308CE303D0}" destId="{479B9C23-46ED-4C58-BD8F-352C4EBE854F}" srcOrd="3" destOrd="0" presId="urn:microsoft.com/office/officeart/2018/5/layout/CenteredIconLabelDescriptionList"/>
    <dgm:cxn modelId="{3CDA699A-75B7-4BFF-95AA-BCA3D0D2C396}" type="presParOf" srcId="{9D7BCF39-5A0C-42C8-8135-B5308CE303D0}" destId="{93E577FE-611C-4744-89E3-4FECFFC8A33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8A8D7-F2A0-4D41-91C0-F297859C05B6}">
      <dsp:nvSpPr>
        <dsp:cNvPr id="0" name=""/>
        <dsp:cNvSpPr/>
      </dsp:nvSpPr>
      <dsp:spPr>
        <a:xfrm>
          <a:off x="4057795" y="72524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2467" y="768014"/>
        <a:ext cx="29470" cy="5894"/>
      </dsp:txXfrm>
    </dsp:sp>
    <dsp:sp modelId="{A0E3D422-D859-4747-897F-4D8235A9A010}">
      <dsp:nvSpPr>
        <dsp:cNvPr id="0" name=""/>
        <dsp:cNvSpPr/>
      </dsp:nvSpPr>
      <dsp:spPr>
        <a:xfrm>
          <a:off x="1496920" y="2158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1.1. Código deontológico de la función de auditoría</a:t>
          </a:r>
          <a:endParaRPr lang="en-US" sz="1500" kern="1200"/>
        </a:p>
      </dsp:txBody>
      <dsp:txXfrm>
        <a:off x="1496920" y="2158"/>
        <a:ext cx="2562674" cy="1537604"/>
      </dsp:txXfrm>
    </dsp:sp>
    <dsp:sp modelId="{41A37E80-EBFC-44E1-BE3F-F9824E305FC6}">
      <dsp:nvSpPr>
        <dsp:cNvPr id="0" name=""/>
        <dsp:cNvSpPr/>
      </dsp:nvSpPr>
      <dsp:spPr>
        <a:xfrm>
          <a:off x="7209885" y="72524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474557" y="768014"/>
        <a:ext cx="29470" cy="5894"/>
      </dsp:txXfrm>
    </dsp:sp>
    <dsp:sp modelId="{C972D659-9B6A-45F7-A7B4-B4D3A60512F8}">
      <dsp:nvSpPr>
        <dsp:cNvPr id="0" name=""/>
        <dsp:cNvSpPr/>
      </dsp:nvSpPr>
      <dsp:spPr>
        <a:xfrm>
          <a:off x="4649010" y="2158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1.2. Relación de los distintos tipos de auditoría en el marco de los sistemas de información</a:t>
          </a:r>
          <a:endParaRPr lang="en-US" sz="1500" kern="1200" dirty="0"/>
        </a:p>
      </dsp:txBody>
      <dsp:txXfrm>
        <a:off x="4649010" y="2158"/>
        <a:ext cx="2562674" cy="1537604"/>
      </dsp:txXfrm>
    </dsp:sp>
    <dsp:sp modelId="{6A892DB9-E592-49AC-831D-879DAF048D40}">
      <dsp:nvSpPr>
        <dsp:cNvPr id="0" name=""/>
        <dsp:cNvSpPr/>
      </dsp:nvSpPr>
      <dsp:spPr>
        <a:xfrm>
          <a:off x="2778258" y="1537963"/>
          <a:ext cx="6304179" cy="558815"/>
        </a:xfrm>
        <a:custGeom>
          <a:avLst/>
          <a:gdLst/>
          <a:ahLst/>
          <a:cxnLst/>
          <a:rect l="0" t="0" r="0" b="0"/>
          <a:pathLst>
            <a:path>
              <a:moveTo>
                <a:pt x="6304179" y="0"/>
              </a:moveTo>
              <a:lnTo>
                <a:pt x="6304179" y="296507"/>
              </a:lnTo>
              <a:lnTo>
                <a:pt x="0" y="296507"/>
              </a:lnTo>
              <a:lnTo>
                <a:pt x="0" y="55881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72056" y="1814424"/>
        <a:ext cx="316583" cy="5894"/>
      </dsp:txXfrm>
    </dsp:sp>
    <dsp:sp modelId="{76C087A2-D36E-4C6E-A227-B352F61F3EF8}">
      <dsp:nvSpPr>
        <dsp:cNvPr id="0" name=""/>
        <dsp:cNvSpPr/>
      </dsp:nvSpPr>
      <dsp:spPr>
        <a:xfrm>
          <a:off x="7801100" y="2158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1.3. Criterios a seguir para la composición del equipo auditor</a:t>
          </a:r>
          <a:endParaRPr lang="en-US" sz="1500" kern="1200" dirty="0"/>
        </a:p>
      </dsp:txBody>
      <dsp:txXfrm>
        <a:off x="7801100" y="2158"/>
        <a:ext cx="2562674" cy="1537604"/>
      </dsp:txXfrm>
    </dsp:sp>
    <dsp:sp modelId="{D1A5C56C-80E3-40BC-9FAA-64EAAA94883F}">
      <dsp:nvSpPr>
        <dsp:cNvPr id="0" name=""/>
        <dsp:cNvSpPr/>
      </dsp:nvSpPr>
      <dsp:spPr>
        <a:xfrm>
          <a:off x="4057795" y="285226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2467" y="2895034"/>
        <a:ext cx="29470" cy="5894"/>
      </dsp:txXfrm>
    </dsp:sp>
    <dsp:sp modelId="{1CB436E4-FE9C-4519-AD6E-0F1F335B8ED3}">
      <dsp:nvSpPr>
        <dsp:cNvPr id="0" name=""/>
        <dsp:cNvSpPr/>
      </dsp:nvSpPr>
      <dsp:spPr>
        <a:xfrm>
          <a:off x="1496920" y="212917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1.4. Tipos de pruebas a realizar en el marco de la auditoría, pruebas sustantivas y pruebas de cumplimiento</a:t>
          </a:r>
          <a:endParaRPr lang="en-US" sz="1500" kern="1200"/>
        </a:p>
      </dsp:txBody>
      <dsp:txXfrm>
        <a:off x="1496920" y="2129179"/>
        <a:ext cx="2562674" cy="1537604"/>
      </dsp:txXfrm>
    </dsp:sp>
    <dsp:sp modelId="{8EDDC407-4A7F-4A35-94F7-B233D07E4D6A}">
      <dsp:nvSpPr>
        <dsp:cNvPr id="0" name=""/>
        <dsp:cNvSpPr/>
      </dsp:nvSpPr>
      <dsp:spPr>
        <a:xfrm>
          <a:off x="7209885" y="285226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474557" y="2895034"/>
        <a:ext cx="29470" cy="5894"/>
      </dsp:txXfrm>
    </dsp:sp>
    <dsp:sp modelId="{E0C3C6D7-4D0E-4BC2-962F-9A00D613C05A}">
      <dsp:nvSpPr>
        <dsp:cNvPr id="0" name=""/>
        <dsp:cNvSpPr/>
      </dsp:nvSpPr>
      <dsp:spPr>
        <a:xfrm>
          <a:off x="4649010" y="212917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1.5. Tipos de muestreo a aplicar durante el proceso de auditoría</a:t>
          </a:r>
          <a:endParaRPr lang="en-US" sz="1500" kern="1200"/>
        </a:p>
      </dsp:txBody>
      <dsp:txXfrm>
        <a:off x="4649010" y="2129179"/>
        <a:ext cx="2562674" cy="1537604"/>
      </dsp:txXfrm>
    </dsp:sp>
    <dsp:sp modelId="{F3C2B504-7314-4A4B-B436-C56F60B8E700}">
      <dsp:nvSpPr>
        <dsp:cNvPr id="0" name=""/>
        <dsp:cNvSpPr/>
      </dsp:nvSpPr>
      <dsp:spPr>
        <a:xfrm>
          <a:off x="2778258" y="3664983"/>
          <a:ext cx="6304179" cy="558815"/>
        </a:xfrm>
        <a:custGeom>
          <a:avLst/>
          <a:gdLst/>
          <a:ahLst/>
          <a:cxnLst/>
          <a:rect l="0" t="0" r="0" b="0"/>
          <a:pathLst>
            <a:path>
              <a:moveTo>
                <a:pt x="6304179" y="0"/>
              </a:moveTo>
              <a:lnTo>
                <a:pt x="6304179" y="296507"/>
              </a:lnTo>
              <a:lnTo>
                <a:pt x="0" y="296507"/>
              </a:lnTo>
              <a:lnTo>
                <a:pt x="0" y="55881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72056" y="3941444"/>
        <a:ext cx="316583" cy="5894"/>
      </dsp:txXfrm>
    </dsp:sp>
    <dsp:sp modelId="{2CA8F334-E5E5-473E-8572-DCAF43E751E9}">
      <dsp:nvSpPr>
        <dsp:cNvPr id="0" name=""/>
        <dsp:cNvSpPr/>
      </dsp:nvSpPr>
      <dsp:spPr>
        <a:xfrm>
          <a:off x="7801100" y="212917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1.6. Utilización de herramientas tipo CAAT (Computer Assisted Audit Tools)</a:t>
          </a:r>
          <a:endParaRPr lang="en-US" sz="1500" kern="1200"/>
        </a:p>
      </dsp:txBody>
      <dsp:txXfrm>
        <a:off x="7801100" y="2129179"/>
        <a:ext cx="2562674" cy="1537604"/>
      </dsp:txXfrm>
    </dsp:sp>
    <dsp:sp modelId="{4A58CBD0-DD4E-4792-9996-098C48A5EA91}">
      <dsp:nvSpPr>
        <dsp:cNvPr id="0" name=""/>
        <dsp:cNvSpPr/>
      </dsp:nvSpPr>
      <dsp:spPr>
        <a:xfrm>
          <a:off x="4057795" y="497928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2467" y="5022054"/>
        <a:ext cx="29470" cy="5894"/>
      </dsp:txXfrm>
    </dsp:sp>
    <dsp:sp modelId="{9B1BC3DE-E94E-418F-BA9B-C44CA33E88F5}">
      <dsp:nvSpPr>
        <dsp:cNvPr id="0" name=""/>
        <dsp:cNvSpPr/>
      </dsp:nvSpPr>
      <dsp:spPr>
        <a:xfrm>
          <a:off x="1496920" y="425619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1.7. Explicación de los requerimientos que deben cumplir los hallazgos de auditoría</a:t>
          </a:r>
          <a:endParaRPr lang="en-US" sz="1500" kern="1200"/>
        </a:p>
      </dsp:txBody>
      <dsp:txXfrm>
        <a:off x="1496920" y="4256199"/>
        <a:ext cx="2562674" cy="1537604"/>
      </dsp:txXfrm>
    </dsp:sp>
    <dsp:sp modelId="{F660E88F-DFA5-4AB9-A1B4-98A30F9FC75D}">
      <dsp:nvSpPr>
        <dsp:cNvPr id="0" name=""/>
        <dsp:cNvSpPr/>
      </dsp:nvSpPr>
      <dsp:spPr>
        <a:xfrm>
          <a:off x="7209885" y="4979281"/>
          <a:ext cx="5588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81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474557" y="5022054"/>
        <a:ext cx="29470" cy="5894"/>
      </dsp:txXfrm>
    </dsp:sp>
    <dsp:sp modelId="{FE3F2EFB-B9BC-45BF-AF38-58F16545C043}">
      <dsp:nvSpPr>
        <dsp:cNvPr id="0" name=""/>
        <dsp:cNvSpPr/>
      </dsp:nvSpPr>
      <dsp:spPr>
        <a:xfrm>
          <a:off x="4649010" y="425619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1.8. Aplicación de criterios comunes para categorizar los hallazgos como observaciones o no conformidades</a:t>
          </a:r>
          <a:endParaRPr lang="en-US" sz="1500" kern="1200"/>
        </a:p>
      </dsp:txBody>
      <dsp:txXfrm>
        <a:off x="4649010" y="4256199"/>
        <a:ext cx="2562674" cy="1537604"/>
      </dsp:txXfrm>
    </dsp:sp>
    <dsp:sp modelId="{4ABF60EF-8503-4627-B0F8-41F52C1A8F59}">
      <dsp:nvSpPr>
        <dsp:cNvPr id="0" name=""/>
        <dsp:cNvSpPr/>
      </dsp:nvSpPr>
      <dsp:spPr>
        <a:xfrm>
          <a:off x="7801100" y="4256199"/>
          <a:ext cx="2562674" cy="15376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73" tIns="131811" rIns="125573" bIns="13181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1.9. Relación de las normativas y metodologías relacionadas con la auditoría de sistemas de información comúnmente aceptadas</a:t>
          </a:r>
          <a:endParaRPr lang="en-US" sz="1500" kern="1200"/>
        </a:p>
      </dsp:txBody>
      <dsp:txXfrm>
        <a:off x="7801100" y="4256199"/>
        <a:ext cx="2562674" cy="1537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0622E-6BB9-425A-831F-2DFDBB22159B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4B90017F-AF34-4B0C-BC63-BA1F1A5AF36C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de la gestión</a:t>
          </a:r>
          <a:endParaRPr lang="en-US" sz="2000" kern="1200"/>
        </a:p>
      </dsp:txBody>
      <dsp:txXfrm>
        <a:off x="105624" y="1502"/>
        <a:ext cx="2511156" cy="1506693"/>
      </dsp:txXfrm>
    </dsp:sp>
    <dsp:sp modelId="{FCE593F4-C3B6-4273-93F5-B429BDF83258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B8D58C97-29E5-4FD5-BA34-6A2312A20ED7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legal del reglamento de protección de datos en la organización</a:t>
          </a:r>
          <a:endParaRPr lang="en-US" sz="2000" kern="1200"/>
        </a:p>
      </dsp:txBody>
      <dsp:txXfrm>
        <a:off x="3194346" y="1502"/>
        <a:ext cx="2511156" cy="1506693"/>
      </dsp:txXfrm>
    </dsp:sp>
    <dsp:sp modelId="{1C8A739A-172A-4118-B81A-82A58C81BA3A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23E46966-95C5-482F-9D28-EA23A2AEBBA3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de datos</a:t>
          </a:r>
          <a:endParaRPr lang="en-US" sz="2000" kern="1200"/>
        </a:p>
      </dsp:txBody>
      <dsp:txXfrm>
        <a:off x="105624" y="2085762"/>
        <a:ext cx="2511156" cy="1506693"/>
      </dsp:txXfrm>
    </dsp:sp>
    <dsp:sp modelId="{1B2DB9B1-2CE5-4C1C-BB18-84AA143FB315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7B2AD625-8896-4B23-8B82-9CCEB466CC36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de la base de datos</a:t>
          </a:r>
          <a:endParaRPr lang="en-US" sz="2000" kern="1200"/>
        </a:p>
      </dsp:txBody>
      <dsp:txXfrm>
        <a:off x="3194346" y="2085762"/>
        <a:ext cx="2511156" cy="1506693"/>
      </dsp:txXfrm>
    </dsp:sp>
    <dsp:sp modelId="{AF209C52-B70F-4808-BCE5-09D05E47CC05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89A12A78-843A-416F-BC55-CE8F0AC51AF3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de la seguridad</a:t>
          </a:r>
          <a:endParaRPr lang="en-US" sz="2000" kern="1200"/>
        </a:p>
      </dsp:txBody>
      <dsp:txXfrm>
        <a:off x="105624" y="4170022"/>
        <a:ext cx="2511156" cy="1506693"/>
      </dsp:txXfrm>
    </dsp:sp>
    <dsp:sp modelId="{3FAE4CEE-79B4-4B60-9A66-937FA6E044FF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Auditoria de la seguridad de la producción </a:t>
          </a:r>
          <a:endParaRPr lang="en-US" sz="2000" kern="1200"/>
        </a:p>
      </dsp:txBody>
      <dsp:txXfrm>
        <a:off x="3194346" y="4170022"/>
        <a:ext cx="2511156" cy="1506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ADA2A-32EC-4BF7-A99E-90E82CB2DC2D}">
      <dsp:nvSpPr>
        <dsp:cNvPr id="0" name=""/>
        <dsp:cNvSpPr/>
      </dsp:nvSpPr>
      <dsp:spPr>
        <a:xfrm>
          <a:off x="0" y="2772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CF06B-4827-4ACD-84DB-82006FA2E7C8}">
      <dsp:nvSpPr>
        <dsp:cNvPr id="0" name=""/>
        <dsp:cNvSpPr/>
      </dsp:nvSpPr>
      <dsp:spPr>
        <a:xfrm>
          <a:off x="0" y="2772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Auditora web</a:t>
          </a:r>
          <a:endParaRPr lang="en-US" sz="2700" kern="1200"/>
        </a:p>
      </dsp:txBody>
      <dsp:txXfrm>
        <a:off x="0" y="2772"/>
        <a:ext cx="5811128" cy="945445"/>
      </dsp:txXfrm>
    </dsp:sp>
    <dsp:sp modelId="{02A5EC37-010F-4A1C-B717-F8BF98A7ED75}">
      <dsp:nvSpPr>
        <dsp:cNvPr id="0" name=""/>
        <dsp:cNvSpPr/>
      </dsp:nvSpPr>
      <dsp:spPr>
        <a:xfrm>
          <a:off x="0" y="948218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F8FB6-A0F4-4A80-A9F5-FBD6EB72ADB5}">
      <dsp:nvSpPr>
        <dsp:cNvPr id="0" name=""/>
        <dsp:cNvSpPr/>
      </dsp:nvSpPr>
      <dsp:spPr>
        <a:xfrm>
          <a:off x="0" y="948218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Auditoria a la red inalámbrica</a:t>
          </a:r>
          <a:endParaRPr lang="en-US" sz="2700" kern="1200"/>
        </a:p>
      </dsp:txBody>
      <dsp:txXfrm>
        <a:off x="0" y="948218"/>
        <a:ext cx="5811128" cy="945445"/>
      </dsp:txXfrm>
    </dsp:sp>
    <dsp:sp modelId="{370D3D1B-4910-40D7-8F80-750CA9F46785}">
      <dsp:nvSpPr>
        <dsp:cNvPr id="0" name=""/>
        <dsp:cNvSpPr/>
      </dsp:nvSpPr>
      <dsp:spPr>
        <a:xfrm>
          <a:off x="0" y="1893663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C3C62-E97C-47F9-8146-87A9A6107B2F}">
      <dsp:nvSpPr>
        <dsp:cNvPr id="0" name=""/>
        <dsp:cNvSpPr/>
      </dsp:nvSpPr>
      <dsp:spPr>
        <a:xfrm>
          <a:off x="0" y="1893663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Auditoria al código fuente</a:t>
          </a:r>
          <a:endParaRPr lang="en-US" sz="2700" kern="1200"/>
        </a:p>
      </dsp:txBody>
      <dsp:txXfrm>
        <a:off x="0" y="1893663"/>
        <a:ext cx="5811128" cy="945445"/>
      </dsp:txXfrm>
    </dsp:sp>
    <dsp:sp modelId="{9A1DA6A3-167E-441C-9FC8-4B88FEA0C4E4}">
      <dsp:nvSpPr>
        <dsp:cNvPr id="0" name=""/>
        <dsp:cNvSpPr/>
      </dsp:nvSpPr>
      <dsp:spPr>
        <a:xfrm>
          <a:off x="0" y="2839109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600FC-08F4-4138-8D2E-145A62D0121C}">
      <dsp:nvSpPr>
        <dsp:cNvPr id="0" name=""/>
        <dsp:cNvSpPr/>
      </dsp:nvSpPr>
      <dsp:spPr>
        <a:xfrm>
          <a:off x="0" y="2839109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Auditoría a dispositivos móviles</a:t>
          </a:r>
          <a:endParaRPr lang="en-US" sz="2700" kern="1200"/>
        </a:p>
      </dsp:txBody>
      <dsp:txXfrm>
        <a:off x="0" y="2839109"/>
        <a:ext cx="5811128" cy="945445"/>
      </dsp:txXfrm>
    </dsp:sp>
    <dsp:sp modelId="{8FCB6F93-9485-422B-A383-0E56C44685C1}">
      <dsp:nvSpPr>
        <dsp:cNvPr id="0" name=""/>
        <dsp:cNvSpPr/>
      </dsp:nvSpPr>
      <dsp:spPr>
        <a:xfrm>
          <a:off x="0" y="3784555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A50EF-7F69-47DB-8B1A-9289E38876B7}">
      <dsp:nvSpPr>
        <dsp:cNvPr id="0" name=""/>
        <dsp:cNvSpPr/>
      </dsp:nvSpPr>
      <dsp:spPr>
        <a:xfrm>
          <a:off x="0" y="3784555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Auditoría a infraestructuras críticas</a:t>
          </a:r>
          <a:endParaRPr lang="en-US" sz="2700" kern="1200"/>
        </a:p>
      </dsp:txBody>
      <dsp:txXfrm>
        <a:off x="0" y="3784555"/>
        <a:ext cx="5811128" cy="945445"/>
      </dsp:txXfrm>
    </dsp:sp>
    <dsp:sp modelId="{BCE6DAFE-4ABE-4030-9B1B-D1FF18354660}">
      <dsp:nvSpPr>
        <dsp:cNvPr id="0" name=""/>
        <dsp:cNvSpPr/>
      </dsp:nvSpPr>
      <dsp:spPr>
        <a:xfrm>
          <a:off x="0" y="4730000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483DF-8B8E-4AFC-B22C-5BDB1996D7BE}">
      <dsp:nvSpPr>
        <dsp:cNvPr id="0" name=""/>
        <dsp:cNvSpPr/>
      </dsp:nvSpPr>
      <dsp:spPr>
        <a:xfrm>
          <a:off x="0" y="4730000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Auditoría a la respuesta de incidentes</a:t>
          </a:r>
          <a:endParaRPr lang="en-US" sz="2700" kern="1200"/>
        </a:p>
      </dsp:txBody>
      <dsp:txXfrm>
        <a:off x="0" y="4730000"/>
        <a:ext cx="5811128" cy="945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043F7-C007-4620-A3CC-FA7953FBA34C}">
      <dsp:nvSpPr>
        <dsp:cNvPr id="0" name=""/>
        <dsp:cNvSpPr/>
      </dsp:nvSpPr>
      <dsp:spPr>
        <a:xfrm>
          <a:off x="450264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F30BA-0596-4C59-9261-5DACDF110C50}">
      <dsp:nvSpPr>
        <dsp:cNvPr id="0" name=""/>
        <dsp:cNvSpPr/>
      </dsp:nvSpPr>
      <dsp:spPr>
        <a:xfrm>
          <a:off x="2601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📌 Certificaciones para auditores informáticos</a:t>
          </a:r>
          <a:endParaRPr lang="en-US" sz="1400" kern="1200"/>
        </a:p>
      </dsp:txBody>
      <dsp:txXfrm>
        <a:off x="2601" y="985137"/>
        <a:ext cx="1377421" cy="980379"/>
      </dsp:txXfrm>
    </dsp:sp>
    <dsp:sp modelId="{F1FA7D7E-B4EA-4ABD-88FF-F6BF427CBE2F}">
      <dsp:nvSpPr>
        <dsp:cNvPr id="0" name=""/>
        <dsp:cNvSpPr/>
      </dsp:nvSpPr>
      <dsp:spPr>
        <a:xfrm>
          <a:off x="2601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7473FF-89B9-4450-9512-EDDA151E42C6}">
      <dsp:nvSpPr>
        <dsp:cNvPr id="0" name=""/>
        <dsp:cNvSpPr/>
      </dsp:nvSpPr>
      <dsp:spPr>
        <a:xfrm>
          <a:off x="2068734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B2BE4-2817-45C8-AE49-E868C4869E4C}">
      <dsp:nvSpPr>
        <dsp:cNvPr id="0" name=""/>
        <dsp:cNvSpPr/>
      </dsp:nvSpPr>
      <dsp:spPr>
        <a:xfrm>
          <a:off x="1621072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CISA (Certified Information Systems Auditor) – ISACA</a:t>
          </a:r>
          <a:endParaRPr lang="en-US" sz="1400" kern="1200"/>
        </a:p>
      </dsp:txBody>
      <dsp:txXfrm>
        <a:off x="1621072" y="985137"/>
        <a:ext cx="1377421" cy="980379"/>
      </dsp:txXfrm>
    </dsp:sp>
    <dsp:sp modelId="{D32FAC23-8FCC-4776-8833-9E0EECA14A0C}">
      <dsp:nvSpPr>
        <dsp:cNvPr id="0" name=""/>
        <dsp:cNvSpPr/>
      </dsp:nvSpPr>
      <dsp:spPr>
        <a:xfrm>
          <a:off x="1621072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La más reconocida en auditoría informática.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Avala conocimientos en auditoría, control y seguridad de sistemas de información.</a:t>
          </a:r>
          <a:endParaRPr lang="en-US" sz="1100" kern="1200"/>
        </a:p>
      </dsp:txBody>
      <dsp:txXfrm>
        <a:off x="1621072" y="2034478"/>
        <a:ext cx="1377421" cy="1768414"/>
      </dsp:txXfrm>
    </dsp:sp>
    <dsp:sp modelId="{800C5EA1-075F-443C-9A1E-FB4186C39C0D}">
      <dsp:nvSpPr>
        <dsp:cNvPr id="0" name=""/>
        <dsp:cNvSpPr/>
      </dsp:nvSpPr>
      <dsp:spPr>
        <a:xfrm>
          <a:off x="3687205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FE994-5AF8-47F3-8C93-3D35A380BB24}">
      <dsp:nvSpPr>
        <dsp:cNvPr id="0" name=""/>
        <dsp:cNvSpPr/>
      </dsp:nvSpPr>
      <dsp:spPr>
        <a:xfrm>
          <a:off x="3239543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CISM (Certified Information Security Manager) – ISACA</a:t>
          </a:r>
          <a:endParaRPr lang="en-US" sz="1400" kern="1200"/>
        </a:p>
      </dsp:txBody>
      <dsp:txXfrm>
        <a:off x="3239543" y="985137"/>
        <a:ext cx="1377421" cy="980379"/>
      </dsp:txXfrm>
    </dsp:sp>
    <dsp:sp modelId="{5BCFBC46-6AA6-42A8-AF02-4C5FFD5863F7}">
      <dsp:nvSpPr>
        <dsp:cNvPr id="0" name=""/>
        <dsp:cNvSpPr/>
      </dsp:nvSpPr>
      <dsp:spPr>
        <a:xfrm>
          <a:off x="3239543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Más orientada a la gestión de la seguridad.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Complementa a CISA si el auditor también ocupa roles de gestión.</a:t>
          </a:r>
          <a:endParaRPr lang="en-US" sz="1100" kern="1200"/>
        </a:p>
      </dsp:txBody>
      <dsp:txXfrm>
        <a:off x="3239543" y="2034478"/>
        <a:ext cx="1377421" cy="1768414"/>
      </dsp:txXfrm>
    </dsp:sp>
    <dsp:sp modelId="{57AEE55B-30FE-4A1B-AF0F-6BCC9E621B24}">
      <dsp:nvSpPr>
        <dsp:cNvPr id="0" name=""/>
        <dsp:cNvSpPr/>
      </dsp:nvSpPr>
      <dsp:spPr>
        <a:xfrm>
          <a:off x="5305676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67809-E8D3-462F-8EC5-CEBA0D31247D}">
      <dsp:nvSpPr>
        <dsp:cNvPr id="0" name=""/>
        <dsp:cNvSpPr/>
      </dsp:nvSpPr>
      <dsp:spPr>
        <a:xfrm>
          <a:off x="4858014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ISO/IEC 27001 Lead Auditor</a:t>
          </a:r>
          <a:endParaRPr lang="en-US" sz="1400" kern="1200"/>
        </a:p>
      </dsp:txBody>
      <dsp:txXfrm>
        <a:off x="4858014" y="985137"/>
        <a:ext cx="1377421" cy="980379"/>
      </dsp:txXfrm>
    </dsp:sp>
    <dsp:sp modelId="{06A53B84-4EEC-4B2F-BCAE-6321F090FD0C}">
      <dsp:nvSpPr>
        <dsp:cNvPr id="0" name=""/>
        <dsp:cNvSpPr/>
      </dsp:nvSpPr>
      <dsp:spPr>
        <a:xfrm>
          <a:off x="4858014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Certificación específica para auditar sistemas de gestión de seguridad de la información (SGSI) bajo la norma ISO 27001.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Muy demandada en empresas que aplican compliance y ciberseguridad.</a:t>
          </a:r>
          <a:endParaRPr lang="en-US" sz="1100" kern="1200"/>
        </a:p>
      </dsp:txBody>
      <dsp:txXfrm>
        <a:off x="4858014" y="2034478"/>
        <a:ext cx="1377421" cy="1768414"/>
      </dsp:txXfrm>
    </dsp:sp>
    <dsp:sp modelId="{F4FF76A4-4708-4E64-88E1-ECCCF9918DE2}">
      <dsp:nvSpPr>
        <dsp:cNvPr id="0" name=""/>
        <dsp:cNvSpPr/>
      </dsp:nvSpPr>
      <dsp:spPr>
        <a:xfrm>
          <a:off x="6924146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4DFFB-7A76-4B0C-83E9-EE65537C4F63}">
      <dsp:nvSpPr>
        <dsp:cNvPr id="0" name=""/>
        <dsp:cNvSpPr/>
      </dsp:nvSpPr>
      <dsp:spPr>
        <a:xfrm>
          <a:off x="6476484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CIA (Certified Internal Auditor) – IIA</a:t>
          </a:r>
          <a:endParaRPr lang="en-US" sz="1400" kern="1200"/>
        </a:p>
      </dsp:txBody>
      <dsp:txXfrm>
        <a:off x="6476484" y="985137"/>
        <a:ext cx="1377421" cy="980379"/>
      </dsp:txXfrm>
    </dsp:sp>
    <dsp:sp modelId="{8944D1F2-2745-4D6A-86C1-0DFA10CB8EDC}">
      <dsp:nvSpPr>
        <dsp:cNvPr id="0" name=""/>
        <dsp:cNvSpPr/>
      </dsp:nvSpPr>
      <dsp:spPr>
        <a:xfrm>
          <a:off x="6476484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Enfocada en la auditoría interna en general.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Útil cuando el auditor trabaja en un departamento de auditoría integral que incluye sistemas.</a:t>
          </a:r>
          <a:endParaRPr lang="en-US" sz="1100" kern="1200"/>
        </a:p>
      </dsp:txBody>
      <dsp:txXfrm>
        <a:off x="6476484" y="2034478"/>
        <a:ext cx="1377421" cy="1768414"/>
      </dsp:txXfrm>
    </dsp:sp>
    <dsp:sp modelId="{8924CE3D-8A69-42CF-9268-C34930ED8679}">
      <dsp:nvSpPr>
        <dsp:cNvPr id="0" name=""/>
        <dsp:cNvSpPr/>
      </dsp:nvSpPr>
      <dsp:spPr>
        <a:xfrm>
          <a:off x="8542617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86572-2AF4-4340-8DE4-47399B2C6AED}">
      <dsp:nvSpPr>
        <dsp:cNvPr id="0" name=""/>
        <dsp:cNvSpPr/>
      </dsp:nvSpPr>
      <dsp:spPr>
        <a:xfrm>
          <a:off x="8094955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CEH (Certified Ethical Hacker) – EC-Council</a:t>
          </a:r>
          <a:endParaRPr lang="en-US" sz="1400" kern="1200"/>
        </a:p>
      </dsp:txBody>
      <dsp:txXfrm>
        <a:off x="8094955" y="985137"/>
        <a:ext cx="1377421" cy="980379"/>
      </dsp:txXfrm>
    </dsp:sp>
    <dsp:sp modelId="{763D5B74-5BB0-4283-AD70-7B67C06BB2AA}">
      <dsp:nvSpPr>
        <dsp:cNvPr id="0" name=""/>
        <dsp:cNvSpPr/>
      </dsp:nvSpPr>
      <dsp:spPr>
        <a:xfrm>
          <a:off x="8094955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Aunque no es de auditoría como tal, da prestigio porque certifica habilidades en hacking ético y pruebas de seguridad, muy usadas en auditorías técnicas.</a:t>
          </a:r>
          <a:endParaRPr lang="en-US" sz="1100" kern="1200"/>
        </a:p>
      </dsp:txBody>
      <dsp:txXfrm>
        <a:off x="8094955" y="2034478"/>
        <a:ext cx="1377421" cy="1768414"/>
      </dsp:txXfrm>
    </dsp:sp>
    <dsp:sp modelId="{E8D39F20-D516-4290-9C13-0CE22E914225}">
      <dsp:nvSpPr>
        <dsp:cNvPr id="0" name=""/>
        <dsp:cNvSpPr/>
      </dsp:nvSpPr>
      <dsp:spPr>
        <a:xfrm>
          <a:off x="10161088" y="354770"/>
          <a:ext cx="482097" cy="48209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16F20-9F39-4E42-98AF-9A916C76D6C2}">
      <dsp:nvSpPr>
        <dsp:cNvPr id="0" name=""/>
        <dsp:cNvSpPr/>
      </dsp:nvSpPr>
      <dsp:spPr>
        <a:xfrm>
          <a:off x="9713426" y="985137"/>
          <a:ext cx="1377421" cy="980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/>
            <a:t>CompTIA Security+ y CompTIA CySA+</a:t>
          </a:r>
          <a:endParaRPr lang="en-US" sz="1400" kern="1200"/>
        </a:p>
      </dsp:txBody>
      <dsp:txXfrm>
        <a:off x="9713426" y="985137"/>
        <a:ext cx="1377421" cy="980379"/>
      </dsp:txXfrm>
    </dsp:sp>
    <dsp:sp modelId="{93E577FE-611C-4744-89E3-4FECFFC8A337}">
      <dsp:nvSpPr>
        <dsp:cNvPr id="0" name=""/>
        <dsp:cNvSpPr/>
      </dsp:nvSpPr>
      <dsp:spPr>
        <a:xfrm>
          <a:off x="9713426" y="2034478"/>
          <a:ext cx="1377421" cy="1768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De nivel intermedio.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/>
            <a:t>Valoran conocimientos en seguridad informática, análisis de riesgos y respuesta a incidentes.</a:t>
          </a:r>
          <a:endParaRPr lang="en-US" sz="1100" kern="1200"/>
        </a:p>
      </dsp:txBody>
      <dsp:txXfrm>
        <a:off x="9713426" y="2034478"/>
        <a:ext cx="1377421" cy="1768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19C46-2E76-456A-8F86-6CC2AB0A1D30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FA46E-14FC-4CA4-980A-D2EFBF6E8D9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99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FA46E-14FC-4CA4-980A-D2EFBF6E8D95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69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B9F73-BD45-7DAA-01B3-E572B1542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AF81FA-C281-B35E-E936-436810A14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9E1088-7442-D9FF-B9C6-23D75B5F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9790B3-5558-4857-FBC5-5AC7BB70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C5E08A-F3C9-1798-07AF-0546EC8A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81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76CC7-CEBD-025E-0300-C01C56F6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256CC-B285-5FB0-9D92-EC2A1E529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120A93-79C0-545E-5A7E-C8340B0E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AB35B4-9422-E968-E5FF-FA09EFE8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A5DBCC-54E4-74D3-13B7-82DF861E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107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EA965-8E4D-6400-50E9-11B9DCD5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BA30EA-495C-6DA5-37E1-4DB533F14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F7A88-0BB7-F30B-CBCB-2B304379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21E4B-4969-6A64-1326-71AFA4CA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CB51A0-C763-B03A-D1AD-D52DE36C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078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43D6-D924-0008-D66C-14D69CEB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563BB-4B59-1013-C51A-1DB981977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F91F2B-410F-57D3-C0F5-15A057A4E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1259D7-0084-AF21-A006-49D4E09F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0A0620-C589-8578-1CB7-3898D87A4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8E5EFC-BBCA-F885-D366-121012A3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64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3B1E1-CBF4-56D4-461A-E335B5CF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451359-B985-F9E0-F067-BEB02426F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FFB16A-9B59-AA3D-4519-9FFF94498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12B7B2-EF9B-0C8B-F557-9D88239DC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82D365-18A0-FA30-15D4-38CDBFFC1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4C4A31-4A0E-1990-FF1A-8D0BFB7A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81BA94-61ED-A9C6-4C2F-0700B04D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65A3CB-9AF9-335B-47E6-3E19211D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331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9E9F7-69BB-A21B-AEE2-F73B259D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4DB75C-8D23-1E5A-7DBC-3FC24633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360DDD-50B4-116F-8965-C8C622FF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090588-895D-F685-CE61-F3311C07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277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9DCDBD-C3C3-EB4D-40E5-0CE3B50D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4B607C-20D8-0929-BD88-E04E5499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122398-A018-BDBC-128F-72D403AB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428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4A4FF-C38F-B3D0-1A07-1F46B750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B74C6-2893-4EB8-75E4-FA291FA2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476CB-F1B4-C456-4BB5-D05638A7E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6CC83D-F3A0-F061-8122-7A6A666D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AE4F0-839A-F185-4D78-A686E08B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DD06A6-C92B-72E3-5F8C-BCE1A3BA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35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0D938-13F0-2D87-00AE-CAB59DEB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DE804-6359-AB9B-DBEE-1B0DFE7D6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23C1EA-0970-ACC0-CB07-D73E92EE7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8E93BE-1222-279E-92CF-9F0CEAF7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C8737D-2A6D-24C7-4A49-DA255DCF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E26345-2953-10C3-FB7F-A03E4DB8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151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AC12E-D939-E14B-555C-6AE79E95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DC638A-1E4E-4248-08C2-EF7BF3DA8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AA423D-C7E6-C62E-0D31-8BD797A8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3BAFC-D9E9-4A5B-69B0-9D56CC8F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543F13-3C1E-F590-FA45-EA165DA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387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F61F1E-96B4-1C82-1BFB-CD66D4F60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69051B-0ABD-F1DD-988A-EC8ABEEB4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14CE5F-76C2-7650-B19A-E4657E21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11AE55-ED94-988B-6953-9C489C35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705F76-BA9B-2CF3-F0B4-7341CC1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389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F27C4C-FE3A-41CB-5F29-AB108820F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41A5D7-FAF2-D8E9-D8E1-BBA176E65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6888B5-992A-AE84-C7FB-7C2930738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909B5-8412-4599-893D-8B0A790CA0A2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FABB8C-6001-E97F-7DEA-68CB1A01D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8EE0E3-B93A-75F1-1750-E31709E75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8EE0E-E235-455A-AADC-3BA997BF1C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8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32E580-7EA8-D6F4-EEFF-1DCAF5313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s-ES" sz="6200">
                <a:solidFill>
                  <a:srgbClr val="FFFFFF"/>
                </a:solidFill>
              </a:rPr>
              <a:t>Criterios generales comúnmente aceptados sobre auditoría informática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B049EC-4DD3-F162-1E92-14482FE91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s-ES" sz="2000">
                <a:solidFill>
                  <a:srgbClr val="FFFFFF"/>
                </a:solidFill>
              </a:rPr>
              <a:t>Agrega una breve explicación del propósito de la presentación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93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FFC8A-2B5A-6101-D194-06C34913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53"/>
            <a:ext cx="10515600" cy="602284"/>
          </a:xfrm>
        </p:spPr>
        <p:txBody>
          <a:bodyPr>
            <a:normAutofit fontScale="90000"/>
          </a:bodyPr>
          <a:lstStyle/>
          <a:p>
            <a:r>
              <a:rPr lang="es-ES" dirty="0"/>
              <a:t>Índice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947A647-F30C-9B9B-993D-E850A30F5E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147307"/>
              </p:ext>
            </p:extLst>
          </p:nvPr>
        </p:nvGraphicFramePr>
        <p:xfrm>
          <a:off x="331304" y="846136"/>
          <a:ext cx="11860696" cy="579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75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42A1D-A74E-BC99-9AB6-4A05AB44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ES" sz="4800">
                <a:solidFill>
                  <a:srgbClr val="FFFFFF"/>
                </a:solidFill>
              </a:rPr>
              <a:t>1.1. Código deontológico de la función de auditoría</a:t>
            </a:r>
            <a:br>
              <a:rPr lang="es-ES" sz="4800">
                <a:solidFill>
                  <a:srgbClr val="FFFFFF"/>
                </a:solidFill>
              </a:rPr>
            </a:br>
            <a:endParaRPr lang="es-ES" sz="48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420BB-94B4-0548-1D77-9C79A57FB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9300" y="215900"/>
            <a:ext cx="6163171" cy="6362700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Auditoría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La </a:t>
            </a:r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auditoría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es el proceso de revisión y verificación independiente de información, procesos o sistemas de una organización para comprobar su </a:t>
            </a:r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veracidad, cumplimiento y eficiencia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br>
              <a:rPr lang="es-ES" sz="2000" dirty="0">
                <a:solidFill>
                  <a:schemeClr val="tx1">
                    <a:alpha val="80000"/>
                  </a:schemeClr>
                </a:solidFill>
              </a:rPr>
            </a:b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📌 Código deontológico de la auditoría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Es el conjunto de </a:t>
            </a:r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principios éticos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que guían la labor del auditor, garantizando confianza y profesionalidad.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Principios básicos:</a:t>
            </a: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Integridad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actuar con honestidad.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Objetividad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emitir juicios sin influencias externas.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Confidencialidad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proteger la información obtenida.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Competencia profesional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trabajar con conocimiento y diligencia.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Independencia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evitar conflictos de interés.</a:t>
            </a:r>
          </a:p>
          <a:p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Responsabilidad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→ cumplir leyes y normas, generando confianza pública.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44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011EFA-CC92-F588-DC5A-C32343E0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s-ES" sz="2200">
                <a:solidFill>
                  <a:srgbClr val="FFFFFF"/>
                </a:solidFill>
              </a:rPr>
              <a:t>1.2. Relación de los distintos tipos de auditoría en el marco de los sistemas de información</a:t>
            </a:r>
            <a:br>
              <a:rPr lang="en-US" sz="2200">
                <a:solidFill>
                  <a:srgbClr val="FFFFFF"/>
                </a:solidFill>
              </a:rPr>
            </a:br>
            <a:endParaRPr lang="es-ES" sz="22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0090FC5-229A-985E-0210-9641353D7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84126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42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7EA2F-1CA0-A9B5-2839-45A5CE2C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A73A50-C359-CB46-98F1-EB87EE4D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s-ES" sz="2200">
                <a:solidFill>
                  <a:srgbClr val="FFFFFF"/>
                </a:solidFill>
              </a:rPr>
              <a:t>1.2. Relación de los distintos tipos de auditoría en el marco de los sistemas de información</a:t>
            </a:r>
            <a:br>
              <a:rPr lang="en-US" sz="2200">
                <a:solidFill>
                  <a:srgbClr val="FFFFFF"/>
                </a:solidFill>
              </a:rPr>
            </a:br>
            <a:endParaRPr lang="es-ES" sz="22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B0EE76B-1BD4-4216-0C76-36E159033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79587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32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488EE4-B88D-8F3A-AA21-4E8CFF6F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s-ES" sz="3000">
                <a:solidFill>
                  <a:srgbClr val="FFFFFF"/>
                </a:solidFill>
              </a:rPr>
              <a:t>1.3. Criterios a seguir para la composición del equipo auditor</a:t>
            </a:r>
            <a:br>
              <a:rPr lang="en-US" sz="3000">
                <a:solidFill>
                  <a:srgbClr val="FFFFFF"/>
                </a:solidFill>
              </a:rPr>
            </a:br>
            <a:endParaRPr lang="es-ES" sz="3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4F79B-EBCC-7A92-739E-B79ED2AC2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s-ES" sz="2000"/>
              <a:t>Requisitos:</a:t>
            </a:r>
          </a:p>
          <a:p>
            <a:pPr lvl="1"/>
            <a:r>
              <a:rPr lang="es-ES" sz="2000"/>
              <a:t>Conocimientos técnicos</a:t>
            </a:r>
          </a:p>
          <a:p>
            <a:pPr lvl="1"/>
            <a:r>
              <a:rPr lang="es-ES" sz="2000"/>
              <a:t>Experiencia en auditorías</a:t>
            </a:r>
          </a:p>
          <a:p>
            <a:pPr lvl="1"/>
            <a:r>
              <a:rPr lang="es-ES" sz="2000"/>
              <a:t>Certificaciones relevantes</a:t>
            </a:r>
          </a:p>
          <a:p>
            <a:pPr lvl="1"/>
            <a:r>
              <a:rPr lang="es-ES" sz="2000"/>
              <a:t>Habilidades de comunicación</a:t>
            </a:r>
          </a:p>
          <a:p>
            <a:pPr lvl="1"/>
            <a:r>
              <a:rPr lang="es-ES" sz="2000"/>
              <a:t>Conocimiento normativo y legal</a:t>
            </a:r>
          </a:p>
          <a:p>
            <a:pPr lvl="1"/>
            <a:r>
              <a:rPr lang="es-ES" sz="2000"/>
              <a:t>Capacidad de trabajo en equipo</a:t>
            </a:r>
          </a:p>
          <a:p>
            <a:pPr lvl="1"/>
            <a:r>
              <a:rPr lang="es-ES" sz="2000"/>
              <a:t>Independencia y objetividad</a:t>
            </a:r>
          </a:p>
          <a:p>
            <a:pPr lvl="1"/>
            <a:r>
              <a:rPr lang="es-ES" sz="2000"/>
              <a:t>Flexibilidad y adaptabilidad</a:t>
            </a:r>
          </a:p>
          <a:p>
            <a:pPr lvl="1"/>
            <a:r>
              <a:rPr lang="es-ES" sz="2000"/>
              <a:t>Documentación y gestión</a:t>
            </a:r>
          </a:p>
        </p:txBody>
      </p:sp>
    </p:spTree>
    <p:extLst>
      <p:ext uri="{BB962C8B-B14F-4D97-AF65-F5344CB8AC3E}">
        <p14:creationId xmlns:p14="http://schemas.microsoft.com/office/powerpoint/2010/main" val="228523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C4B1B0C-9BDD-83AC-9DA9-D9B9462C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s-ES" sz="4000"/>
              <a:t>Certificaciones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68AC98F-53A2-BA0F-DB12-0BEC4086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427053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660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828475-1063-6310-ED30-56E5F9DC4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Componentes de un equipo auditor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56679-C2FC-B507-699A-D333076EA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913" y="212035"/>
            <a:ext cx="7739269" cy="6135755"/>
          </a:xfrm>
        </p:spPr>
        <p:txBody>
          <a:bodyPr anchor="ctr">
            <a:normAutofit/>
          </a:bodyPr>
          <a:lstStyle/>
          <a:p>
            <a:r>
              <a:rPr lang="es-ES" sz="4000" dirty="0"/>
              <a:t>Director de la auditoría de sistemas de información</a:t>
            </a:r>
          </a:p>
          <a:p>
            <a:pPr lvl="1"/>
            <a:r>
              <a:rPr lang="es-ES" sz="3600" dirty="0"/>
              <a:t>Gerente de la auditoria de sistemas de información</a:t>
            </a:r>
          </a:p>
          <a:p>
            <a:pPr lvl="2"/>
            <a:r>
              <a:rPr lang="es-ES" sz="3200" dirty="0"/>
              <a:t>Auditores senior</a:t>
            </a:r>
          </a:p>
          <a:p>
            <a:pPr lvl="2"/>
            <a:r>
              <a:rPr lang="es-ES" sz="3200" dirty="0"/>
              <a:t>Auditores de sistemas de información</a:t>
            </a:r>
          </a:p>
          <a:p>
            <a:pPr lvl="2"/>
            <a:r>
              <a:rPr lang="es-ES" sz="3200" dirty="0"/>
              <a:t>Analista de datos o analista de ciberseguridad</a:t>
            </a:r>
          </a:p>
          <a:p>
            <a:pPr lvl="2"/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412058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E024D2A-CAC9-6C8D-17C3-19BD1BEF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Tipos de pruebas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481B2-73A7-C1E0-5C99-4BF7BF591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Sustantivas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Autenticación y autorización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registros y de eventos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vulnerabilidades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registros y eventos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vulnerabilidades 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Evaluación del host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Evaluaciones  de redes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Evaluaciones de aplicaciones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Evaluaciones de las bases de datos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penetración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Pruebas de continuidad y protección de datos</a:t>
            </a:r>
          </a:p>
          <a:p>
            <a:pPr lvl="1"/>
            <a:endParaRPr lang="es-ES" sz="1800">
              <a:solidFill>
                <a:schemeClr val="bg1"/>
              </a:solidFill>
            </a:endParaRPr>
          </a:p>
          <a:p>
            <a:pPr lvl="2"/>
            <a:endParaRPr lang="es-E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98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713606D-04CB-C49F-6859-0F56639F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Tipos de pruebas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19EEB-D79E-7C6C-63BF-A495678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Pruebas de cumplimiento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Lotes de pruebas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Carga de datos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Procesamiento de lotes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Monitorización y control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Rendimiento y eficiencia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Integridad de los datos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Simulación paralela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Pruebas integradas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Pruebas transaccionales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Comparación de programas</a:t>
            </a:r>
          </a:p>
          <a:p>
            <a:pPr lvl="2"/>
            <a:r>
              <a:rPr lang="es-ES" sz="1800">
                <a:solidFill>
                  <a:schemeClr val="bg1"/>
                </a:solidFill>
              </a:rPr>
              <a:t>Cumplimiento normativo</a:t>
            </a:r>
          </a:p>
        </p:txBody>
      </p:sp>
    </p:spTree>
    <p:extLst>
      <p:ext uri="{BB962C8B-B14F-4D97-AF65-F5344CB8AC3E}">
        <p14:creationId xmlns:p14="http://schemas.microsoft.com/office/powerpoint/2010/main" val="389867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480B5-1CD9-4FDB-0E00-FE01CA4B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604500" cy="1119586"/>
          </a:xfrm>
        </p:spPr>
        <p:txBody>
          <a:bodyPr/>
          <a:lstStyle/>
          <a:p>
            <a:r>
              <a:rPr lang="es-ES" dirty="0"/>
              <a:t>Tipos de muestreo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D8493-38A2-27A8-3A9C-B574CAC3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6230"/>
            <a:ext cx="11099800" cy="366712"/>
          </a:xfrm>
        </p:spPr>
        <p:txBody>
          <a:bodyPr>
            <a:normAutofit fontScale="85000" lnSpcReduction="20000"/>
          </a:bodyPr>
          <a:lstStyle/>
          <a:p>
            <a:pPr lvl="1"/>
            <a:endParaRPr lang="es-ES" sz="2800" dirty="0"/>
          </a:p>
          <a:p>
            <a:endParaRPr lang="es-ES" sz="3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02744F-4AF9-D9E5-F956-EA2627382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1902218"/>
            <a:ext cx="11912600" cy="360098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Representatividad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Obtener conclusiones válidas de un conjunto grande a partir de una muestra pequeña.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Eficiencia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Reducir tiempo y costes en la 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auditoría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evitando revisar el 100% de la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Detección de errores o fraudes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Identificar irregularidades, riesgos o incumplimientos en los sistemas, procesos o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Confianza en los resultados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Proporcionar un nivel razonable de seguridad de que la información auditada es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fiable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Soporte para la toma de decisiones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Ayudar al auditor a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emitir conclusiones y recomendaciones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base en evidencia suficiente.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519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EC05CF-1456-C1F9-60AD-FB71D706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Tipos mas comunes de muestreo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FB942-99CC-92EB-4D91-4CA64D5BE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De registros</a:t>
            </a:r>
          </a:p>
          <a:p>
            <a:r>
              <a:rPr lang="es-ES" sz="1800">
                <a:solidFill>
                  <a:schemeClr val="bg1"/>
                </a:solidFill>
              </a:rPr>
              <a:t>De campos</a:t>
            </a:r>
          </a:p>
          <a:p>
            <a:r>
              <a:rPr lang="es-ES" sz="1800">
                <a:solidFill>
                  <a:schemeClr val="bg1"/>
                </a:solidFill>
              </a:rPr>
              <a:t>De transacciones</a:t>
            </a:r>
          </a:p>
          <a:p>
            <a:r>
              <a:rPr lang="es-ES" sz="1800">
                <a:solidFill>
                  <a:schemeClr val="bg1"/>
                </a:solidFill>
              </a:rPr>
              <a:t>De eventos o registros de auditoría</a:t>
            </a:r>
          </a:p>
          <a:p>
            <a:r>
              <a:rPr lang="es-ES" sz="1800">
                <a:solidFill>
                  <a:schemeClr val="bg1"/>
                </a:solidFill>
              </a:rPr>
              <a:t>De excepciones</a:t>
            </a:r>
          </a:p>
          <a:p>
            <a:r>
              <a:rPr lang="es-ES" sz="1800">
                <a:solidFill>
                  <a:schemeClr val="bg1"/>
                </a:solidFill>
              </a:rPr>
              <a:t>De acceso</a:t>
            </a:r>
          </a:p>
          <a:p>
            <a:r>
              <a:rPr lang="es-ES" sz="1800">
                <a:solidFill>
                  <a:schemeClr val="bg1"/>
                </a:solidFill>
              </a:rPr>
              <a:t>De penetración</a:t>
            </a:r>
          </a:p>
          <a:p>
            <a:r>
              <a:rPr lang="es-ES" sz="1800">
                <a:solidFill>
                  <a:schemeClr val="bg1"/>
                </a:solidFill>
              </a:rPr>
              <a:t>De flujo de trabajo</a:t>
            </a:r>
          </a:p>
        </p:txBody>
      </p:sp>
    </p:spTree>
    <p:extLst>
      <p:ext uri="{BB962C8B-B14F-4D97-AF65-F5344CB8AC3E}">
        <p14:creationId xmlns:p14="http://schemas.microsoft.com/office/powerpoint/2010/main" val="62826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CB6EDE1-5E76-3395-CCF6-EB0CCF0F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Utilización de herramientas tipo CAAT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16B2F-AE0C-4071-3D61-FB62ACBE2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296" y="5962"/>
            <a:ext cx="7130655" cy="6739394"/>
          </a:xfrm>
          <a:noFill/>
        </p:spPr>
        <p:txBody>
          <a:bodyPr anchor="ctr">
            <a:normAutofit lnSpcReduction="10000"/>
          </a:bodyPr>
          <a:lstStyle/>
          <a:p>
            <a:r>
              <a:rPr lang="es-ES" sz="1800" dirty="0">
                <a:solidFill>
                  <a:schemeClr val="bg1"/>
                </a:solidFill>
              </a:rPr>
              <a:t>Son </a:t>
            </a:r>
            <a:r>
              <a:rPr lang="es-ES" sz="1800" b="1" dirty="0">
                <a:solidFill>
                  <a:schemeClr val="bg1"/>
                </a:solidFill>
              </a:rPr>
              <a:t>herramientas asistidas por ordenador</a:t>
            </a:r>
            <a:r>
              <a:rPr lang="es-ES" sz="1800" dirty="0">
                <a:solidFill>
                  <a:schemeClr val="bg1"/>
                </a:solidFill>
              </a:rPr>
              <a:t> que ayudan a los auditores a </a:t>
            </a:r>
            <a:r>
              <a:rPr lang="es-ES" sz="1800" b="1" dirty="0">
                <a:solidFill>
                  <a:schemeClr val="bg1"/>
                </a:solidFill>
              </a:rPr>
              <a:t>analizar grandes volúmenes de datos</a:t>
            </a:r>
            <a:r>
              <a:rPr lang="es-ES" sz="1800" dirty="0">
                <a:solidFill>
                  <a:schemeClr val="bg1"/>
                </a:solidFill>
              </a:rPr>
              <a:t>, comprobar integridad, detectar anomalías y automatizar pruebas.</a:t>
            </a:r>
          </a:p>
          <a:p>
            <a:br>
              <a:rPr lang="es-ES" sz="1800" dirty="0">
                <a:solidFill>
                  <a:schemeClr val="bg1"/>
                </a:solidFill>
              </a:rPr>
            </a:br>
            <a:endParaRPr lang="es-ES" sz="1800" dirty="0">
              <a:solidFill>
                <a:schemeClr val="bg1"/>
              </a:solidFill>
            </a:endParaRPr>
          </a:p>
          <a:p>
            <a:r>
              <a:rPr lang="es-ES" sz="1800" b="1" dirty="0">
                <a:solidFill>
                  <a:schemeClr val="bg1"/>
                </a:solidFill>
              </a:rPr>
              <a:t>🔹 Ejemplos de herramientas CAAT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ACL </a:t>
            </a:r>
            <a:r>
              <a:rPr lang="es-ES" sz="1800" b="1" dirty="0" err="1">
                <a:solidFill>
                  <a:schemeClr val="bg1"/>
                </a:solidFill>
              </a:rPr>
              <a:t>Analytics</a:t>
            </a:r>
            <a:r>
              <a:rPr lang="es-ES" sz="1800" b="1" dirty="0">
                <a:solidFill>
                  <a:schemeClr val="bg1"/>
                </a:solidFill>
              </a:rPr>
              <a:t> (Audit </a:t>
            </a:r>
            <a:r>
              <a:rPr lang="es-ES" sz="1800" b="1" dirty="0" err="1">
                <a:solidFill>
                  <a:schemeClr val="bg1"/>
                </a:solidFill>
              </a:rPr>
              <a:t>Command</a:t>
            </a:r>
            <a:r>
              <a:rPr lang="es-ES" sz="1800" b="1" dirty="0">
                <a:solidFill>
                  <a:schemeClr val="bg1"/>
                </a:solidFill>
              </a:rPr>
              <a:t> </a:t>
            </a:r>
            <a:r>
              <a:rPr lang="es-ES" sz="1800" b="1" dirty="0" err="1">
                <a:solidFill>
                  <a:schemeClr val="bg1"/>
                </a:solidFill>
              </a:rPr>
              <a:t>Language</a:t>
            </a:r>
            <a:r>
              <a:rPr lang="es-ES" sz="1800" b="1" dirty="0">
                <a:solidFill>
                  <a:schemeClr val="bg1"/>
                </a:solidFill>
              </a:rPr>
              <a:t>)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Muy usada en auditoría financiera e informática.</a:t>
            </a: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Permite extraer, filtrar y analizar grandes bases de datos.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IDEA (Interactive Data </a:t>
            </a:r>
            <a:r>
              <a:rPr lang="es-ES" sz="1800" b="1" dirty="0" err="1">
                <a:solidFill>
                  <a:schemeClr val="bg1"/>
                </a:solidFill>
              </a:rPr>
              <a:t>Extraction</a:t>
            </a:r>
            <a:r>
              <a:rPr lang="es-ES" sz="1800" b="1" dirty="0">
                <a:solidFill>
                  <a:schemeClr val="bg1"/>
                </a:solidFill>
              </a:rPr>
              <a:t> and </a:t>
            </a:r>
            <a:r>
              <a:rPr lang="es-ES" sz="1800" b="1" dirty="0" err="1">
                <a:solidFill>
                  <a:schemeClr val="bg1"/>
                </a:solidFill>
              </a:rPr>
              <a:t>Analysis</a:t>
            </a:r>
            <a:r>
              <a:rPr lang="es-ES" sz="1800" b="1" dirty="0">
                <a:solidFill>
                  <a:schemeClr val="bg1"/>
                </a:solidFill>
              </a:rPr>
              <a:t>)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Similar a ACL, especializada en análisis de datos y fraude.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Excel con macros / Power BI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Útiles para auditorías pequeñas o análisis de información tabular.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SQL </a:t>
            </a:r>
            <a:r>
              <a:rPr lang="es-ES" sz="1800" b="1" dirty="0" err="1">
                <a:solidFill>
                  <a:schemeClr val="bg1"/>
                </a:solidFill>
              </a:rPr>
              <a:t>Queries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Consultas SQL para revisar integridad de bases de datos.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Herramientas de auditoría de sistemas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Ejemplo: </a:t>
            </a:r>
            <a:r>
              <a:rPr lang="es-ES" sz="1800" dirty="0" err="1">
                <a:solidFill>
                  <a:schemeClr val="bg1"/>
                </a:solidFill>
              </a:rPr>
              <a:t>Nmap</a:t>
            </a:r>
            <a:r>
              <a:rPr lang="es-ES" sz="1800" dirty="0">
                <a:solidFill>
                  <a:schemeClr val="bg1"/>
                </a:solidFill>
              </a:rPr>
              <a:t>, Wireshark, </a:t>
            </a:r>
            <a:r>
              <a:rPr lang="es-ES" sz="1800" dirty="0" err="1">
                <a:solidFill>
                  <a:schemeClr val="bg1"/>
                </a:solidFill>
              </a:rPr>
              <a:t>Splunk</a:t>
            </a:r>
            <a:r>
              <a:rPr lang="es-ES" sz="1800" dirty="0">
                <a:solidFill>
                  <a:schemeClr val="bg1"/>
                </a:solidFill>
              </a:rPr>
              <a:t>, que ayudan en auditoría informática de seguridad y redes.</a:t>
            </a:r>
          </a:p>
          <a:p>
            <a:r>
              <a:rPr lang="es-ES" sz="1800" b="1" dirty="0">
                <a:solidFill>
                  <a:schemeClr val="bg1"/>
                </a:solidFill>
              </a:rPr>
              <a:t>Scripts propios en Python o R</a:t>
            </a:r>
            <a:endParaRPr lang="es-ES" sz="18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Para análisis de logs, correlación de eventos o detección de patrones anómalos.</a:t>
            </a:r>
          </a:p>
          <a:p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1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03209F9-52A8-3C64-0790-CD106A38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Requerimientos de los hallazgos de auditoria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4F986-3FA7-C489-7AFC-02E57386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Relevante</a:t>
            </a:r>
          </a:p>
          <a:p>
            <a:r>
              <a:rPr lang="es-ES" sz="1800">
                <a:solidFill>
                  <a:schemeClr val="bg1"/>
                </a:solidFill>
              </a:rPr>
              <a:t>Valida y confiable</a:t>
            </a:r>
          </a:p>
          <a:p>
            <a:r>
              <a:rPr lang="es-ES" sz="1800">
                <a:solidFill>
                  <a:schemeClr val="bg1"/>
                </a:solidFill>
              </a:rPr>
              <a:t>Independiente y fiable</a:t>
            </a:r>
          </a:p>
          <a:p>
            <a:r>
              <a:rPr lang="es-ES" sz="1800">
                <a:solidFill>
                  <a:schemeClr val="bg1"/>
                </a:solidFill>
              </a:rPr>
              <a:t>Clara y precisa</a:t>
            </a:r>
          </a:p>
          <a:p>
            <a:r>
              <a:rPr lang="es-ES" sz="1800">
                <a:solidFill>
                  <a:schemeClr val="bg1"/>
                </a:solidFill>
              </a:rPr>
              <a:t>Suficientemente detallada</a:t>
            </a:r>
          </a:p>
          <a:p>
            <a:r>
              <a:rPr lang="es-ES" sz="1800">
                <a:solidFill>
                  <a:schemeClr val="bg1"/>
                </a:solidFill>
              </a:rPr>
              <a:t>Clasificada</a:t>
            </a:r>
          </a:p>
          <a:p>
            <a:r>
              <a:rPr lang="es-ES" sz="1800">
                <a:solidFill>
                  <a:schemeClr val="bg1"/>
                </a:solidFill>
              </a:rPr>
              <a:t>Recomendaciones</a:t>
            </a:r>
          </a:p>
          <a:p>
            <a:r>
              <a:rPr lang="es-ES" sz="1800">
                <a:solidFill>
                  <a:schemeClr val="bg1"/>
                </a:solidFill>
              </a:rPr>
              <a:t>Temporalización </a:t>
            </a:r>
          </a:p>
          <a:p>
            <a:r>
              <a:rPr lang="es-ES" sz="1800">
                <a:solidFill>
                  <a:schemeClr val="bg1"/>
                </a:solidFill>
              </a:rPr>
              <a:t>Seguimiento</a:t>
            </a:r>
          </a:p>
          <a:p>
            <a:r>
              <a:rPr lang="es-ES" sz="1800">
                <a:solidFill>
                  <a:schemeClr val="bg1"/>
                </a:solidFill>
              </a:rPr>
              <a:t>Aprobación </a:t>
            </a:r>
          </a:p>
        </p:txBody>
      </p:sp>
    </p:spTree>
    <p:extLst>
      <p:ext uri="{BB962C8B-B14F-4D97-AF65-F5344CB8AC3E}">
        <p14:creationId xmlns:p14="http://schemas.microsoft.com/office/powerpoint/2010/main" val="1024875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C1F4F6-4178-BA9B-FB75-A34BE5D7D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Criterios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8CBDD0-1A51-91EC-E92F-154D12DEC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Criterios comunes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Normas y regulaciones legales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Estándares internacionales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Políticas y procedimientos internos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Mejores practicas de la industria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Criterios específicos de proyectos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Acuerdos de nivel de servicio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Requisitos de seguridad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Practicas de gestión de proyectos y de datos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Resiliencia del sistema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2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D979F4-C207-3BAE-72E0-8A6BBE90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Criterios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CF5CA0-F478-A2A5-1B3B-6F2CD91CD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Observación</a:t>
            </a:r>
          </a:p>
          <a:p>
            <a:r>
              <a:rPr lang="es-ES" sz="1800">
                <a:solidFill>
                  <a:schemeClr val="bg1"/>
                </a:solidFill>
              </a:rPr>
              <a:t>No conformidad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Clasificación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Gravedad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No cumple los criterios específicos de la auditoría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Evidencia 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Estar documentadas</a:t>
            </a:r>
          </a:p>
          <a:p>
            <a:pPr lvl="1"/>
            <a:r>
              <a:rPr lang="es-ES" sz="1800">
                <a:solidFill>
                  <a:schemeClr val="bg1"/>
                </a:solidFill>
              </a:rPr>
              <a:t>seguimiento</a:t>
            </a:r>
          </a:p>
        </p:txBody>
      </p:sp>
    </p:spTree>
    <p:extLst>
      <p:ext uri="{BB962C8B-B14F-4D97-AF65-F5344CB8AC3E}">
        <p14:creationId xmlns:p14="http://schemas.microsoft.com/office/powerpoint/2010/main" val="4111009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D2E7D-5075-0759-1241-994DD7AE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604907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Relación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las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normativas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metodologías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a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nivel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europeo</a:t>
            </a:r>
            <a:endParaRPr lang="en-US" sz="3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DC6CF62-347A-6FF7-E2FE-459AB5488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658725"/>
              </p:ext>
            </p:extLst>
          </p:nvPr>
        </p:nvGraphicFramePr>
        <p:xfrm>
          <a:off x="331305" y="509910"/>
          <a:ext cx="11741427" cy="5294544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998111">
                  <a:extLst>
                    <a:ext uri="{9D8B030D-6E8A-4147-A177-3AD203B41FA5}">
                      <a16:colId xmlns:a16="http://schemas.microsoft.com/office/drawing/2014/main" val="3990860187"/>
                    </a:ext>
                  </a:extLst>
                </a:gridCol>
                <a:gridCol w="2153185">
                  <a:extLst>
                    <a:ext uri="{9D8B030D-6E8A-4147-A177-3AD203B41FA5}">
                      <a16:colId xmlns:a16="http://schemas.microsoft.com/office/drawing/2014/main" val="999679791"/>
                    </a:ext>
                  </a:extLst>
                </a:gridCol>
                <a:gridCol w="3121159">
                  <a:extLst>
                    <a:ext uri="{9D8B030D-6E8A-4147-A177-3AD203B41FA5}">
                      <a16:colId xmlns:a16="http://schemas.microsoft.com/office/drawing/2014/main" val="66881319"/>
                    </a:ext>
                  </a:extLst>
                </a:gridCol>
                <a:gridCol w="3468972">
                  <a:extLst>
                    <a:ext uri="{9D8B030D-6E8A-4147-A177-3AD203B41FA5}">
                      <a16:colId xmlns:a16="http://schemas.microsoft.com/office/drawing/2014/main" val="3465392311"/>
                    </a:ext>
                  </a:extLst>
                </a:gridCol>
              </a:tblGrid>
              <a:tr h="468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Reglamento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Referencia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Ámbito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Nota clave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25184"/>
                  </a:ext>
                </a:extLst>
              </a:tr>
              <a:tr h="719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GDPR – Reglamento General de Protección de Datos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2016/679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Protección de datos personales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Aplicación directa en toda la UE.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75566"/>
                  </a:ext>
                </a:extLst>
              </a:tr>
              <a:tr h="719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DORA – Resiliencia Operativa Digital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2022/2554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Resiliencia y gestión de riesgos TIC en sector financiero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Exige pruebas, gestión de terceros y reporting de incidentes.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14322"/>
                  </a:ext>
                </a:extLst>
              </a:tr>
              <a:tr h="61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Data Governance Act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2022/868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Compartición y reutilización de datos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Fomenta intermediarios y altruismo de datos.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46304"/>
                  </a:ext>
                </a:extLst>
              </a:tr>
              <a:tr h="61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Data Act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2023/2854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Acceso/uso de datos (IoT, contratos)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Reglas para datos generados por dispositivos.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754790"/>
                  </a:ext>
                </a:extLst>
              </a:tr>
              <a:tr h="719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eIDAS</a:t>
                      </a: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 (y actualización eIDAS 2)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910/2014</a:t>
                      </a: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 (mod. 2024)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Identidad y servicios de confianza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Marcos de firma electrónica y cartera europea de identidad.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10826"/>
                  </a:ext>
                </a:extLst>
              </a:tr>
              <a:tr h="719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Cyber Resilience Act (CRA)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2024/…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Ciberseguridad de productos con software/hardware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Requisitos de seguridad y ciclo de vida.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03442"/>
                  </a:ext>
                </a:extLst>
              </a:tr>
              <a:tr h="719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 dirty="0">
                          <a:solidFill>
                            <a:schemeClr val="bg1"/>
                          </a:solidFill>
                        </a:rPr>
                        <a:t>AI </a:t>
                      </a:r>
                      <a:r>
                        <a:rPr lang="es-ES" sz="1600" b="1" cap="none" spc="0" dirty="0" err="1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es-ES" sz="1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cap="none" spc="0">
                          <a:solidFill>
                            <a:schemeClr val="bg1"/>
                          </a:solidFill>
                        </a:rPr>
                        <a:t>(UE) 2024/…</a:t>
                      </a:r>
                      <a:endParaRPr lang="es-E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>
                          <a:solidFill>
                            <a:schemeClr val="bg1"/>
                          </a:solidFill>
                        </a:rPr>
                        <a:t>Regulación de sistemas de IA por niveles de riesgo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cap="none" spc="0" dirty="0">
                          <a:solidFill>
                            <a:schemeClr val="bg1"/>
                          </a:solidFill>
                        </a:rPr>
                        <a:t>Obligaciones de gestión de riesgos y transparencia.</a:t>
                      </a:r>
                    </a:p>
                  </a:txBody>
                  <a:tcPr marL="56579" marR="56579" marT="84418" marB="282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26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934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DFA135-A1A6-1A3A-789A-9CFA81CC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308"/>
            <a:ext cx="5499970" cy="1021424"/>
          </a:xfrm>
        </p:spPr>
        <p:txBody>
          <a:bodyPr anchor="b">
            <a:normAutofit/>
          </a:bodyPr>
          <a:lstStyle/>
          <a:p>
            <a:pPr algn="r"/>
            <a:r>
              <a:rPr lang="es-ES" sz="3100">
                <a:solidFill>
                  <a:schemeClr val="bg1"/>
                </a:solidFill>
              </a:rPr>
              <a:t>Estándares a nivel internacional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1440584"/>
            <a:ext cx="62119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D3FBE5D-79CA-C26E-D4D5-2CD3CB3C5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20796"/>
              </p:ext>
            </p:extLst>
          </p:nvPr>
        </p:nvGraphicFramePr>
        <p:xfrm>
          <a:off x="344557" y="1682748"/>
          <a:ext cx="11582399" cy="4855372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</a:tblPr>
              <a:tblGrid>
                <a:gridCol w="2550208">
                  <a:extLst>
                    <a:ext uri="{9D8B030D-6E8A-4147-A177-3AD203B41FA5}">
                      <a16:colId xmlns:a16="http://schemas.microsoft.com/office/drawing/2014/main" val="3929462642"/>
                    </a:ext>
                  </a:extLst>
                </a:gridCol>
                <a:gridCol w="2364595">
                  <a:extLst>
                    <a:ext uri="{9D8B030D-6E8A-4147-A177-3AD203B41FA5}">
                      <a16:colId xmlns:a16="http://schemas.microsoft.com/office/drawing/2014/main" val="2377250816"/>
                    </a:ext>
                  </a:extLst>
                </a:gridCol>
                <a:gridCol w="2550208">
                  <a:extLst>
                    <a:ext uri="{9D8B030D-6E8A-4147-A177-3AD203B41FA5}">
                      <a16:colId xmlns:a16="http://schemas.microsoft.com/office/drawing/2014/main" val="2346090172"/>
                    </a:ext>
                  </a:extLst>
                </a:gridCol>
                <a:gridCol w="4117388">
                  <a:extLst>
                    <a:ext uri="{9D8B030D-6E8A-4147-A177-3AD203B41FA5}">
                      <a16:colId xmlns:a16="http://schemas.microsoft.com/office/drawing/2014/main" val="1177449692"/>
                    </a:ext>
                  </a:extLst>
                </a:gridCol>
              </a:tblGrid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 dirty="0">
                          <a:solidFill>
                            <a:schemeClr val="tx1"/>
                          </a:solidFill>
                        </a:rPr>
                        <a:t>Estándar / Marco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Referencia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Foco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Uso típico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631478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27001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27001:2022/2024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SGSI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Certificación de seguridad de la información.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673261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27002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27002:2022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Controles de seguridad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Catálogo de controles y buenas prácticas.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25725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27005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27005:2024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Gestión de riesgos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Metodología de riesgos alineada a 27001.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804259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27701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27701:2019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Privacidad (PIMS)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Extensión de 27001 para GDPR/privacidad.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00039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27017 / 27018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27017/27018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Seguridad y PII en nube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Controles específicos para cloud.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352609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 22301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22301:2019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Continuidad de negocio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BIA, planes y pruebas de continuidad.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95726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ISO/IEC 20000-1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20000-1:2018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Gestión de servicios TI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Integración con seguridad/operaciones.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89492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ISO 31000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31000:2018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Gestión de riesgos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Marco general, multi-dominio.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389359"/>
                  </a:ext>
                </a:extLst>
              </a:tr>
              <a:tr h="45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NIST CSF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Versión 2.0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Marco de ciberseguridad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cap="none" spc="0">
                          <a:solidFill>
                            <a:schemeClr val="tx1"/>
                          </a:solidFill>
                        </a:rPr>
                        <a:t>Identificar–Proteger–Detectar–Responder–Recuperar.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869115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NIST SP 800-53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Rev. 5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Controles de seguridad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Sistemas federales/altamente regulados.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25899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NIST SP 800-171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Rev. 3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CUI / proveedores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Requisitos para contratistas.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195081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COBIT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2019/2023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Gobierno y gestión TI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Alineación con negocio/controles.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642465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PCI DSS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v4.0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Seguridad en pagos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Comercios y proveedores de servicios.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392323"/>
                  </a:ext>
                </a:extLst>
              </a:tr>
              <a:tr h="45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OWASP ASVS / SAMM / Top 10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Seguridad de aplicaciones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Requisitos y madurez de desarrollo seguro.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278207"/>
                  </a:ext>
                </a:extLst>
              </a:tr>
              <a:tr h="277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cap="none" spc="0">
                          <a:solidFill>
                            <a:schemeClr val="tx1"/>
                          </a:solidFill>
                        </a:rPr>
                        <a:t>ITIL</a:t>
                      </a:r>
                      <a:endParaRPr lang="es-E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v4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>
                          <a:solidFill>
                            <a:schemeClr val="tx1"/>
                          </a:solidFill>
                        </a:rPr>
                        <a:t>Gestión de servicios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cap="none" spc="0" dirty="0">
                          <a:solidFill>
                            <a:schemeClr val="tx1"/>
                          </a:solidFill>
                        </a:rPr>
                        <a:t>Operación y mejora continua.</a:t>
                      </a:r>
                    </a:p>
                  </a:txBody>
                  <a:tcPr marL="22682" marR="22682" marT="11341" marB="576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84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935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736C16-B1A8-7694-031C-CA19A589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España: leyes y reales decretos (regulación)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5B436ED-EFC0-FB27-1782-C4085B213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683293"/>
              </p:ext>
            </p:extLst>
          </p:nvPr>
        </p:nvGraphicFramePr>
        <p:xfrm>
          <a:off x="432225" y="2074743"/>
          <a:ext cx="11327550" cy="423526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940052">
                  <a:extLst>
                    <a:ext uri="{9D8B030D-6E8A-4147-A177-3AD203B41FA5}">
                      <a16:colId xmlns:a16="http://schemas.microsoft.com/office/drawing/2014/main" val="2224459148"/>
                    </a:ext>
                  </a:extLst>
                </a:gridCol>
                <a:gridCol w="2189056">
                  <a:extLst>
                    <a:ext uri="{9D8B030D-6E8A-4147-A177-3AD203B41FA5}">
                      <a16:colId xmlns:a16="http://schemas.microsoft.com/office/drawing/2014/main" val="626891984"/>
                    </a:ext>
                  </a:extLst>
                </a:gridCol>
                <a:gridCol w="2836284">
                  <a:extLst>
                    <a:ext uri="{9D8B030D-6E8A-4147-A177-3AD203B41FA5}">
                      <a16:colId xmlns:a16="http://schemas.microsoft.com/office/drawing/2014/main" val="910186169"/>
                    </a:ext>
                  </a:extLst>
                </a:gridCol>
                <a:gridCol w="3362158">
                  <a:extLst>
                    <a:ext uri="{9D8B030D-6E8A-4147-A177-3AD203B41FA5}">
                      <a16:colId xmlns:a16="http://schemas.microsoft.com/office/drawing/2014/main" val="3674726861"/>
                    </a:ext>
                  </a:extLst>
                </a:gridCol>
              </a:tblGrid>
              <a:tr h="312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Norma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Referencia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Ámbito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Relación con la UE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2958127169"/>
                  </a:ext>
                </a:extLst>
              </a:tr>
              <a:tr h="312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LOPDGDD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Ley Orgánica 3/2018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Protección de datos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Desarrollo nacional de </a:t>
                      </a:r>
                      <a:r>
                        <a:rPr lang="es-ES" sz="1300" b="1"/>
                        <a:t>GDPR</a:t>
                      </a:r>
                      <a:r>
                        <a:rPr lang="es-ES" sz="1300"/>
                        <a:t>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2257619288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ENS – Esquema Nacional de Seguridad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RD 311/2022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Seguridad en la Adm. Pública y su sector público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Alineado con ISO 27001 y </a:t>
                      </a:r>
                      <a:r>
                        <a:rPr lang="es-ES" sz="1300" b="1"/>
                        <a:t>NIS</a:t>
                      </a:r>
                      <a:r>
                        <a:rPr lang="es-ES" sz="1300"/>
                        <a:t>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3111116411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Seguridad de redes y sistemas (NIS)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RD-ley 12/2018</a:t>
                      </a:r>
                      <a:r>
                        <a:rPr lang="es-ES" sz="1300"/>
                        <a:t> y </a:t>
                      </a:r>
                      <a:r>
                        <a:rPr lang="es-ES" sz="1300" b="1"/>
                        <a:t>RD 43/2021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Operadores esenciales y servicios digitales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Transposición de </a:t>
                      </a:r>
                      <a:r>
                        <a:rPr lang="es-ES" sz="1300" b="1"/>
                        <a:t>NIS (2016)</a:t>
                      </a:r>
                      <a:r>
                        <a:rPr lang="es-ES" sz="1300"/>
                        <a:t>; pendiente adaptación </a:t>
                      </a:r>
                      <a:r>
                        <a:rPr lang="es-ES" sz="1300" b="1"/>
                        <a:t>NIS2</a:t>
                      </a:r>
                      <a:r>
                        <a:rPr lang="es-ES" sz="1300"/>
                        <a:t>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2107437185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Servicios electrónicos de confianza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Ley 6/2020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Firma, sello, sello de tiempo, etc.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Implementa </a:t>
                      </a:r>
                      <a:r>
                        <a:rPr lang="es-ES" sz="1300" b="1"/>
                        <a:t>eIDAS</a:t>
                      </a:r>
                      <a:r>
                        <a:rPr lang="es-ES" sz="1300"/>
                        <a:t> en España.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3566593461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Esquema Nacional de Interoperabilidad (ENI)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RD 4/2010</a:t>
                      </a:r>
                      <a:r>
                        <a:rPr lang="es-ES" sz="1300"/>
                        <a:t> (y normas técnicas)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Interoperabilidad y gestión documental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Soporta e-administración.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3656371743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Ley General de Telecomunicaciones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Ley 11/2022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Redes/servicios de comunicaciones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Transpone varios marcos UE de telecom.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2018985443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Procedimiento y régimen jurídico sector público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Leyes 39/2015 y 40/2015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Administración electrónica y seguridad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Exigen cumplimiento ENS/ENI.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2643024121"/>
                  </a:ext>
                </a:extLst>
              </a:tr>
              <a:tr h="51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Código Penal (delitos informáticos)</a:t>
                      </a:r>
                      <a:endParaRPr lang="es-ES" sz="1300"/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/>
                        <a:t>Arts. 197, 248, 264, etc.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Acceso ilícito, daños, fraudes</a:t>
                      </a:r>
                    </a:p>
                  </a:txBody>
                  <a:tcPr marL="69867" marR="69867" marT="34933" marB="349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Armonización con directivas UE.</a:t>
                      </a:r>
                    </a:p>
                  </a:txBody>
                  <a:tcPr marL="69867" marR="69867" marT="34933" marB="34933" anchor="ctr"/>
                </a:tc>
                <a:extLst>
                  <a:ext uri="{0D108BD9-81ED-4DB2-BD59-A6C34878D82A}">
                    <a16:rowId xmlns:a16="http://schemas.microsoft.com/office/drawing/2014/main" val="1176649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92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EC3C90-07A6-1E70-DD1E-75C331B3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Estándares a nivel español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2416766-D9ED-CFDE-0300-37BC69FE5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089667"/>
              </p:ext>
            </p:extLst>
          </p:nvPr>
        </p:nvGraphicFramePr>
        <p:xfrm>
          <a:off x="432225" y="2210276"/>
          <a:ext cx="11327550" cy="3964198"/>
        </p:xfrm>
        <a:graphic>
          <a:graphicData uri="http://schemas.openxmlformats.org/drawingml/2006/table">
            <a:tbl>
              <a:tblPr/>
              <a:tblGrid>
                <a:gridCol w="3206653">
                  <a:extLst>
                    <a:ext uri="{9D8B030D-6E8A-4147-A177-3AD203B41FA5}">
                      <a16:colId xmlns:a16="http://schemas.microsoft.com/office/drawing/2014/main" val="2839403663"/>
                    </a:ext>
                  </a:extLst>
                </a:gridCol>
                <a:gridCol w="2170909">
                  <a:extLst>
                    <a:ext uri="{9D8B030D-6E8A-4147-A177-3AD203B41FA5}">
                      <a16:colId xmlns:a16="http://schemas.microsoft.com/office/drawing/2014/main" val="2553958028"/>
                    </a:ext>
                  </a:extLst>
                </a:gridCol>
                <a:gridCol w="3116519">
                  <a:extLst>
                    <a:ext uri="{9D8B030D-6E8A-4147-A177-3AD203B41FA5}">
                      <a16:colId xmlns:a16="http://schemas.microsoft.com/office/drawing/2014/main" val="492325200"/>
                    </a:ext>
                  </a:extLst>
                </a:gridCol>
                <a:gridCol w="2833469">
                  <a:extLst>
                    <a:ext uri="{9D8B030D-6E8A-4147-A177-3AD203B41FA5}">
                      <a16:colId xmlns:a16="http://schemas.microsoft.com/office/drawing/2014/main" val="4289776243"/>
                    </a:ext>
                  </a:extLst>
                </a:gridCol>
              </a:tblGrid>
              <a:tr h="358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Estándar / Guía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Referencia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Foco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Nota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74152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UNE-EN ISO/IEC 27001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Edición española de ISO 27001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SGSI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Publicada por </a:t>
                      </a:r>
                      <a:r>
                        <a:rPr lang="es-ES" sz="1600" b="1"/>
                        <a:t>AENOR</a:t>
                      </a:r>
                      <a:r>
                        <a:rPr lang="es-ES" sz="1600"/>
                        <a:t> (adopción nacional).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584607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/>
                        <a:t>UNE-EN ISO/IEC 27002, 27005, 22301, 20000-1, 31000</a:t>
                      </a:r>
                      <a:endParaRPr lang="fr-FR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UNE-EN …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Controles, riesgos, continuidad, servicios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Equivalentes nacionales de ISO.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120526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ENS – Guías y Perfiles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CCN-STIC serie 800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Implementación del ENS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Controles, cumplimiento y auditoría ENS.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081106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CCN-STIC (general)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Series 400/600/800/…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Criptografía, hardening, respuesta incidentes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Referencia técnica del </a:t>
                      </a:r>
                      <a:r>
                        <a:rPr lang="es-ES" sz="1600" b="1"/>
                        <a:t>CCN</a:t>
                      </a:r>
                      <a:r>
                        <a:rPr lang="es-ES" sz="1600"/>
                        <a:t>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19848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MAGERIT v3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Metodología oficial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Análisis y gestión de riesgos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Usada en AA.PP.; herramienta </a:t>
                      </a:r>
                      <a:r>
                        <a:rPr lang="es-ES" sz="1600" b="1"/>
                        <a:t>PILAR</a:t>
                      </a:r>
                      <a:r>
                        <a:rPr lang="es-ES" sz="1600"/>
                        <a:t>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334704"/>
                  </a:ext>
                </a:extLst>
              </a:tr>
              <a:tr h="601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Esquema Nacional de Interoperabilidad – NTI</a:t>
                      </a:r>
                      <a:endParaRPr lang="es-ES" sz="1600"/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Diversas NTI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Metadatos, documentos, firma, políticas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Complemento del ENI/ENS.</a:t>
                      </a:r>
                    </a:p>
                  </a:txBody>
                  <a:tcPr marL="78805" marR="78805" marT="39403" marB="39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4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5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945D7-5438-A0C4-1A11-1989574E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Herramientas osint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B14922-E146-E790-EBDA-8A99747F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s-ES" sz="2000" b="1">
                <a:solidFill>
                  <a:schemeClr val="bg1"/>
                </a:solidFill>
              </a:rPr>
              <a:t>¿Qué es OSINT?</a:t>
            </a:r>
          </a:p>
          <a:p>
            <a:r>
              <a:rPr lang="es-ES" sz="2000" b="1">
                <a:solidFill>
                  <a:schemeClr val="bg1"/>
                </a:solidFill>
              </a:rPr>
              <a:t>OSINT</a:t>
            </a:r>
            <a:r>
              <a:rPr lang="es-ES" sz="2000">
                <a:solidFill>
                  <a:schemeClr val="bg1"/>
                </a:solidFill>
              </a:rPr>
              <a:t> significa recopilar información de fuentes </a:t>
            </a:r>
            <a:r>
              <a:rPr lang="es-ES" sz="2000" b="1">
                <a:solidFill>
                  <a:schemeClr val="bg1"/>
                </a:solidFill>
              </a:rPr>
              <a:t>públicas y accesibles</a:t>
            </a:r>
            <a:r>
              <a:rPr lang="es-ES" sz="2000">
                <a:solidFill>
                  <a:schemeClr val="bg1"/>
                </a:solidFill>
              </a:rPr>
              <a:t> (redes sociales, buscadores, registros públicos, webs, foros, DNS, etc.).</a:t>
            </a:r>
          </a:p>
          <a:p>
            <a:r>
              <a:rPr lang="es-ES" sz="2000">
                <a:solidFill>
                  <a:schemeClr val="bg1"/>
                </a:solidFill>
              </a:rPr>
              <a:t>Se utiliza en </a:t>
            </a:r>
            <a:r>
              <a:rPr lang="es-ES" sz="2000" b="1">
                <a:solidFill>
                  <a:schemeClr val="bg1"/>
                </a:solidFill>
              </a:rPr>
              <a:t>ciberseguridad, auditoría, investigación y forense digital</a:t>
            </a:r>
            <a:r>
              <a:rPr lang="es-ES" sz="2000">
                <a:solidFill>
                  <a:schemeClr val="bg1"/>
                </a:solidFill>
              </a:rPr>
              <a:t>.</a:t>
            </a:r>
          </a:p>
          <a:p>
            <a:endParaRPr lang="es-E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4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A7713-985B-FF11-130D-E5078926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 sz="8000">
                <a:solidFill>
                  <a:schemeClr val="bg1"/>
                </a:solidFill>
              </a:rPr>
              <a:t>Fuentes osint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CB32C3-4DD7-9361-C81B-FB059365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s-ES" sz="2000" b="1">
                <a:solidFill>
                  <a:schemeClr val="bg1"/>
                </a:solidFill>
              </a:rPr>
              <a:t>Ejemplos de fuentes OSINT</a:t>
            </a:r>
          </a:p>
          <a:p>
            <a:r>
              <a:rPr lang="es-ES" sz="2000" b="1">
                <a:solidFill>
                  <a:schemeClr val="bg1"/>
                </a:solidFill>
              </a:rPr>
              <a:t>Motores de búsqueda</a:t>
            </a:r>
            <a:r>
              <a:rPr lang="es-ES" sz="2000">
                <a:solidFill>
                  <a:schemeClr val="bg1"/>
                </a:solidFill>
              </a:rPr>
              <a:t> → Google, DuckDuckGo, Bing.</a:t>
            </a:r>
          </a:p>
          <a:p>
            <a:r>
              <a:rPr lang="es-ES" sz="2000" b="1">
                <a:solidFill>
                  <a:schemeClr val="bg1"/>
                </a:solidFill>
              </a:rPr>
              <a:t>Metadatos de documentos</a:t>
            </a:r>
            <a:r>
              <a:rPr lang="es-ES" sz="2000">
                <a:solidFill>
                  <a:schemeClr val="bg1"/>
                </a:solidFill>
              </a:rPr>
              <a:t> → información oculta en PDFs, imágenes, etc.</a:t>
            </a:r>
          </a:p>
          <a:p>
            <a:r>
              <a:rPr lang="es-ES" sz="2000" b="1">
                <a:solidFill>
                  <a:schemeClr val="bg1"/>
                </a:solidFill>
              </a:rPr>
              <a:t>Registros de dominios</a:t>
            </a:r>
            <a:r>
              <a:rPr lang="es-ES" sz="2000">
                <a:solidFill>
                  <a:schemeClr val="bg1"/>
                </a:solidFill>
              </a:rPr>
              <a:t> → WHOIS, DNS.</a:t>
            </a:r>
          </a:p>
          <a:p>
            <a:r>
              <a:rPr lang="es-ES" sz="2000" b="1">
                <a:solidFill>
                  <a:schemeClr val="bg1"/>
                </a:solidFill>
              </a:rPr>
              <a:t>Redes sociales</a:t>
            </a:r>
            <a:r>
              <a:rPr lang="es-ES" sz="2000">
                <a:solidFill>
                  <a:schemeClr val="bg1"/>
                </a:solidFill>
              </a:rPr>
              <a:t> → LinkedIn, Twitter/X, Facebook.</a:t>
            </a:r>
          </a:p>
          <a:p>
            <a:r>
              <a:rPr lang="es-ES" sz="2000" b="1">
                <a:solidFill>
                  <a:schemeClr val="bg1"/>
                </a:solidFill>
              </a:rPr>
              <a:t>Dark web</a:t>
            </a:r>
            <a:r>
              <a:rPr lang="es-ES" sz="2000">
                <a:solidFill>
                  <a:schemeClr val="bg1"/>
                </a:solidFill>
              </a:rPr>
              <a:t> (cuando se requiere en investigaciones).</a:t>
            </a:r>
          </a:p>
          <a:p>
            <a:endParaRPr lang="es-E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679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7EA4A2-8FD9-F638-4549-96781F05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 sz="5000">
                <a:solidFill>
                  <a:schemeClr val="bg1"/>
                </a:solidFill>
              </a:rPr>
              <a:t>Herramientas en Kali linux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66764-06E0-C739-6E0D-3DE663A0D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312" y="112645"/>
            <a:ext cx="6231688" cy="6745355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2400" b="1" dirty="0" err="1">
                <a:solidFill>
                  <a:schemeClr val="bg1"/>
                </a:solidFill>
              </a:rPr>
              <a:t>theHarvester</a:t>
            </a:r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Busca </a:t>
            </a:r>
            <a:r>
              <a:rPr lang="es-ES" b="1" dirty="0">
                <a:solidFill>
                  <a:schemeClr val="bg1"/>
                </a:solidFill>
              </a:rPr>
              <a:t>correos, dominios y hosts</a:t>
            </a:r>
            <a:r>
              <a:rPr lang="es-ES" dirty="0">
                <a:solidFill>
                  <a:schemeClr val="bg1"/>
                </a:solidFill>
              </a:rPr>
              <a:t> relacionados con una empresa.</a:t>
            </a:r>
          </a:p>
          <a:p>
            <a:r>
              <a:rPr lang="es-ES" sz="2400" dirty="0" err="1">
                <a:solidFill>
                  <a:schemeClr val="bg1"/>
                </a:solidFill>
              </a:rPr>
              <a:t>theHarvester</a:t>
            </a:r>
            <a:r>
              <a:rPr lang="es-ES" sz="2400" dirty="0">
                <a:solidFill>
                  <a:schemeClr val="bg1"/>
                </a:solidFill>
              </a:rPr>
              <a:t> -d ejemplo.com -b </a:t>
            </a:r>
            <a:r>
              <a:rPr lang="es-ES" sz="2400" dirty="0" err="1">
                <a:solidFill>
                  <a:schemeClr val="bg1"/>
                </a:solidFill>
              </a:rPr>
              <a:t>google</a:t>
            </a:r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b="1" dirty="0" err="1">
                <a:solidFill>
                  <a:schemeClr val="bg1"/>
                </a:solidFill>
              </a:rPr>
              <a:t>Maltego</a:t>
            </a:r>
            <a:r>
              <a:rPr lang="es-ES" sz="2400" b="1" dirty="0">
                <a:solidFill>
                  <a:schemeClr val="bg1"/>
                </a:solidFill>
              </a:rPr>
              <a:t> CE</a:t>
            </a:r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Herramienta gráfica que genera </a:t>
            </a:r>
            <a:r>
              <a:rPr lang="es-ES" b="1" dirty="0">
                <a:solidFill>
                  <a:schemeClr val="bg1"/>
                </a:solidFill>
              </a:rPr>
              <a:t>mapas de relaciones</a:t>
            </a:r>
            <a:r>
              <a:rPr lang="es-ES" dirty="0">
                <a:solidFill>
                  <a:schemeClr val="bg1"/>
                </a:solidFill>
              </a:rPr>
              <a:t> entre personas, correos, dominios, redes sociales.</a:t>
            </a:r>
          </a:p>
          <a:p>
            <a:r>
              <a:rPr lang="es-ES" sz="2400" b="1" dirty="0" err="1">
                <a:solidFill>
                  <a:schemeClr val="bg1"/>
                </a:solidFill>
              </a:rPr>
              <a:t>Metagoofil</a:t>
            </a:r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Extrae </a:t>
            </a:r>
            <a:r>
              <a:rPr lang="es-ES" b="1" dirty="0">
                <a:solidFill>
                  <a:schemeClr val="bg1"/>
                </a:solidFill>
              </a:rPr>
              <a:t>metadatos</a:t>
            </a:r>
            <a:r>
              <a:rPr lang="es-ES" dirty="0">
                <a:solidFill>
                  <a:schemeClr val="bg1"/>
                </a:solidFill>
              </a:rPr>
              <a:t> de documentos públicos de un dominio.</a:t>
            </a:r>
          </a:p>
          <a:p>
            <a:r>
              <a:rPr lang="es-ES" sz="2400" dirty="0" err="1">
                <a:solidFill>
                  <a:schemeClr val="bg1"/>
                </a:solidFill>
              </a:rPr>
              <a:t>metagoofil</a:t>
            </a:r>
            <a:r>
              <a:rPr lang="es-ES" sz="2400" dirty="0">
                <a:solidFill>
                  <a:schemeClr val="bg1"/>
                </a:solidFill>
              </a:rPr>
              <a:t> -d ejemplo.com -t </a:t>
            </a:r>
            <a:r>
              <a:rPr lang="es-ES" sz="2400" dirty="0" err="1">
                <a:solidFill>
                  <a:schemeClr val="bg1"/>
                </a:solidFill>
              </a:rPr>
              <a:t>pdf,doc,xls</a:t>
            </a:r>
            <a:r>
              <a:rPr lang="es-ES" sz="2400" dirty="0">
                <a:solidFill>
                  <a:schemeClr val="bg1"/>
                </a:solidFill>
              </a:rPr>
              <a:t> -l 50 -n 20 -o /</a:t>
            </a:r>
            <a:r>
              <a:rPr lang="es-ES" sz="2400" dirty="0" err="1">
                <a:solidFill>
                  <a:schemeClr val="bg1"/>
                </a:solidFill>
              </a:rPr>
              <a:t>tmp</a:t>
            </a:r>
            <a:r>
              <a:rPr lang="es-ES" sz="2400" dirty="0">
                <a:solidFill>
                  <a:schemeClr val="bg1"/>
                </a:solidFill>
              </a:rPr>
              <a:t>/resultados</a:t>
            </a:r>
          </a:p>
          <a:p>
            <a:r>
              <a:rPr lang="es-ES" sz="2400" b="1" dirty="0" err="1">
                <a:solidFill>
                  <a:schemeClr val="bg1"/>
                </a:solidFill>
              </a:rPr>
              <a:t>Recon</a:t>
            </a:r>
            <a:r>
              <a:rPr lang="es-ES" sz="2400" b="1" dirty="0">
                <a:solidFill>
                  <a:schemeClr val="bg1"/>
                </a:solidFill>
              </a:rPr>
              <a:t>-ng</a:t>
            </a:r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Framework OSINT en consola para automatizar recolección de datos.</a:t>
            </a:r>
          </a:p>
          <a:p>
            <a:r>
              <a:rPr lang="es-ES" sz="2400" b="1" dirty="0" err="1">
                <a:solidFill>
                  <a:schemeClr val="bg1"/>
                </a:solidFill>
              </a:rPr>
              <a:t>DNSenum</a:t>
            </a:r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Permite descubrir subdominios y servidores DNS.</a:t>
            </a:r>
          </a:p>
          <a:p>
            <a:r>
              <a:rPr lang="es-ES" sz="2400" dirty="0" err="1">
                <a:solidFill>
                  <a:schemeClr val="bg1"/>
                </a:solidFill>
              </a:rPr>
              <a:t>dnsenum</a:t>
            </a:r>
            <a:r>
              <a:rPr lang="es-ES" sz="2400" dirty="0">
                <a:solidFill>
                  <a:schemeClr val="bg1"/>
                </a:solidFill>
              </a:rPr>
              <a:t> ejemplo.com</a:t>
            </a:r>
          </a:p>
          <a:p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877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2005</Words>
  <Application>Microsoft Office PowerPoint</Application>
  <PresentationFormat>Panorámica</PresentationFormat>
  <Paragraphs>359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de Office</vt:lpstr>
      <vt:lpstr>Criterios generales comúnmente aceptados sobre auditoría informática</vt:lpstr>
      <vt:lpstr>Índice</vt:lpstr>
      <vt:lpstr>1.1. Código deontológico de la función de auditoría </vt:lpstr>
      <vt:lpstr>1.2. Relación de los distintos tipos de auditoría en el marco de los sistemas de información </vt:lpstr>
      <vt:lpstr>1.2. Relación de los distintos tipos de auditoría en el marco de los sistemas de información </vt:lpstr>
      <vt:lpstr>1.3. Criterios a seguir para la composición del equipo auditor </vt:lpstr>
      <vt:lpstr>Certificaciones</vt:lpstr>
      <vt:lpstr>Componentes de un equipo auditor</vt:lpstr>
      <vt:lpstr>Tipos de pruebas</vt:lpstr>
      <vt:lpstr>Tipos de pruebas</vt:lpstr>
      <vt:lpstr>Tipos de muestreo</vt:lpstr>
      <vt:lpstr>Tipos mas comunes de muestreo</vt:lpstr>
      <vt:lpstr>Utilización de herramientas tipo CAAT</vt:lpstr>
      <vt:lpstr>Requerimientos de los hallazgos de auditoria</vt:lpstr>
      <vt:lpstr>Criterios</vt:lpstr>
      <vt:lpstr>Criterios</vt:lpstr>
      <vt:lpstr>Relación de las normativas y metodologías: a nivel europeo</vt:lpstr>
      <vt:lpstr>Estándares a nivel internacional</vt:lpstr>
      <vt:lpstr>España: leyes y reales decretos (regulación)</vt:lpstr>
      <vt:lpstr>Estándares a nivel español</vt:lpstr>
      <vt:lpstr>Herramientas osint</vt:lpstr>
      <vt:lpstr>Fuentes osint</vt:lpstr>
      <vt:lpstr>Herramientas en Kali linux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1</cp:revision>
  <dcterms:created xsi:type="dcterms:W3CDTF">2025-10-03T06:38:25Z</dcterms:created>
  <dcterms:modified xsi:type="dcterms:W3CDTF">2025-10-07T08:08:15Z</dcterms:modified>
</cp:coreProperties>
</file>