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7" r:id="rId12"/>
    <p:sldId id="264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8E5D52-B134-4962-8644-E33C4B2B192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897E93F-DF91-4189-A55D-8E6D926137BF}">
      <dgm:prSet/>
      <dgm:spPr/>
      <dgm:t>
        <a:bodyPr/>
        <a:lstStyle/>
        <a:p>
          <a:r>
            <a:rPr lang="es-ES"/>
            <a:t>Archivar trabajos de investigación</a:t>
          </a:r>
          <a:endParaRPr lang="en-US"/>
        </a:p>
      </dgm:t>
    </dgm:pt>
    <dgm:pt modelId="{1471824A-74A9-4037-9117-43B68ABAF7E4}" type="parTrans" cxnId="{727FCE1E-8789-4E68-AB04-90962CC02A87}">
      <dgm:prSet/>
      <dgm:spPr/>
      <dgm:t>
        <a:bodyPr/>
        <a:lstStyle/>
        <a:p>
          <a:endParaRPr lang="en-US"/>
        </a:p>
      </dgm:t>
    </dgm:pt>
    <dgm:pt modelId="{EEC1DC25-16C5-49F0-9D66-F261DD6B7225}" type="sibTrans" cxnId="{727FCE1E-8789-4E68-AB04-90962CC02A87}">
      <dgm:prSet/>
      <dgm:spPr/>
      <dgm:t>
        <a:bodyPr/>
        <a:lstStyle/>
        <a:p>
          <a:endParaRPr lang="en-US"/>
        </a:p>
      </dgm:t>
    </dgm:pt>
    <dgm:pt modelId="{36BF7A91-CC42-48C6-8C20-9A343D01B6DB}">
      <dgm:prSet/>
      <dgm:spPr/>
      <dgm:t>
        <a:bodyPr/>
        <a:lstStyle/>
        <a:p>
          <a:r>
            <a:rPr lang="es-ES"/>
            <a:t>Comentarios del auditor en el documento</a:t>
          </a:r>
          <a:endParaRPr lang="en-US"/>
        </a:p>
      </dgm:t>
    </dgm:pt>
    <dgm:pt modelId="{0407D57C-6618-4976-AF46-83351E5FA393}" type="parTrans" cxnId="{DE6420DC-0739-443B-921E-5A4EBC9FA14F}">
      <dgm:prSet/>
      <dgm:spPr/>
      <dgm:t>
        <a:bodyPr/>
        <a:lstStyle/>
        <a:p>
          <a:endParaRPr lang="en-US"/>
        </a:p>
      </dgm:t>
    </dgm:pt>
    <dgm:pt modelId="{0F7BB6C4-0CA2-48F6-B8F3-3D6B625333D4}" type="sibTrans" cxnId="{DE6420DC-0739-443B-921E-5A4EBC9FA14F}">
      <dgm:prSet/>
      <dgm:spPr/>
      <dgm:t>
        <a:bodyPr/>
        <a:lstStyle/>
        <a:p>
          <a:endParaRPr lang="en-US"/>
        </a:p>
      </dgm:t>
    </dgm:pt>
    <dgm:pt modelId="{51528A5F-46C4-444B-9471-8A4E96D8EF69}">
      <dgm:prSet/>
      <dgm:spPr/>
      <dgm:t>
        <a:bodyPr/>
        <a:lstStyle/>
        <a:p>
          <a:r>
            <a:rPr lang="es-ES"/>
            <a:t>Incluir un informe de un miembro del equipo auditor, no verificado.</a:t>
          </a:r>
          <a:endParaRPr lang="en-US"/>
        </a:p>
      </dgm:t>
    </dgm:pt>
    <dgm:pt modelId="{62F223F8-92E4-4B2D-9256-281087D0FB09}" type="parTrans" cxnId="{2F1E3021-9115-4ED2-BE62-DD87198B9094}">
      <dgm:prSet/>
      <dgm:spPr/>
      <dgm:t>
        <a:bodyPr/>
        <a:lstStyle/>
        <a:p>
          <a:endParaRPr lang="en-US"/>
        </a:p>
      </dgm:t>
    </dgm:pt>
    <dgm:pt modelId="{A08F2454-CB3F-4B8D-9A18-7492D11321D1}" type="sibTrans" cxnId="{2F1E3021-9115-4ED2-BE62-DD87198B9094}">
      <dgm:prSet/>
      <dgm:spPr/>
      <dgm:t>
        <a:bodyPr/>
        <a:lstStyle/>
        <a:p>
          <a:endParaRPr lang="en-US"/>
        </a:p>
      </dgm:t>
    </dgm:pt>
    <dgm:pt modelId="{C17484B8-81D8-4171-B490-75BFCD873885}">
      <dgm:prSet/>
      <dgm:spPr/>
      <dgm:t>
        <a:bodyPr/>
        <a:lstStyle/>
        <a:p>
          <a:r>
            <a:rPr lang="es-ES"/>
            <a:t>No revisar documentos y papeles de trabajo</a:t>
          </a:r>
          <a:endParaRPr lang="en-US"/>
        </a:p>
      </dgm:t>
    </dgm:pt>
    <dgm:pt modelId="{9C0F2277-D4FC-406A-9D4B-DA1252BC3544}" type="parTrans" cxnId="{C9298EEA-1B4A-4540-8B54-9F9886C1A95D}">
      <dgm:prSet/>
      <dgm:spPr/>
      <dgm:t>
        <a:bodyPr/>
        <a:lstStyle/>
        <a:p>
          <a:endParaRPr lang="en-US"/>
        </a:p>
      </dgm:t>
    </dgm:pt>
    <dgm:pt modelId="{7867ADB0-2669-425D-8E50-7E7ECA6E0296}" type="sibTrans" cxnId="{C9298EEA-1B4A-4540-8B54-9F9886C1A95D}">
      <dgm:prSet/>
      <dgm:spPr/>
      <dgm:t>
        <a:bodyPr/>
        <a:lstStyle/>
        <a:p>
          <a:endParaRPr lang="en-US"/>
        </a:p>
      </dgm:t>
    </dgm:pt>
    <dgm:pt modelId="{DA17C5C8-F99F-4DC9-AFEE-81D554D700B0}">
      <dgm:prSet/>
      <dgm:spPr/>
      <dgm:t>
        <a:bodyPr/>
        <a:lstStyle/>
        <a:p>
          <a:r>
            <a:rPr lang="es-ES"/>
            <a:t>No incluir artículos de investigación de rango alto</a:t>
          </a:r>
          <a:endParaRPr lang="en-US"/>
        </a:p>
      </dgm:t>
    </dgm:pt>
    <dgm:pt modelId="{CC241FAE-5202-456E-A20D-D6D72D17FFFE}" type="parTrans" cxnId="{55D892F1-DBBF-463A-9BC3-BBBF4B8D67B2}">
      <dgm:prSet/>
      <dgm:spPr/>
      <dgm:t>
        <a:bodyPr/>
        <a:lstStyle/>
        <a:p>
          <a:endParaRPr lang="en-US"/>
        </a:p>
      </dgm:t>
    </dgm:pt>
    <dgm:pt modelId="{EB48493A-2662-4E80-B14A-05A1F65571E4}" type="sibTrans" cxnId="{55D892F1-DBBF-463A-9BC3-BBBF4B8D67B2}">
      <dgm:prSet/>
      <dgm:spPr/>
      <dgm:t>
        <a:bodyPr/>
        <a:lstStyle/>
        <a:p>
          <a:endParaRPr lang="en-US"/>
        </a:p>
      </dgm:t>
    </dgm:pt>
    <dgm:pt modelId="{45428E08-B504-48BD-9E08-04306B0CB290}">
      <dgm:prSet/>
      <dgm:spPr/>
      <dgm:t>
        <a:bodyPr/>
        <a:lstStyle/>
        <a:p>
          <a:r>
            <a:rPr lang="es-ES"/>
            <a:t>Usar una plantilla de otro trabajo y no actualizarlo</a:t>
          </a:r>
          <a:endParaRPr lang="en-US"/>
        </a:p>
      </dgm:t>
    </dgm:pt>
    <dgm:pt modelId="{257C5E24-28C9-463D-B211-87572F2BA4C9}" type="parTrans" cxnId="{95945CBB-0473-4AA0-A3E4-98B95FFB37FE}">
      <dgm:prSet/>
      <dgm:spPr/>
      <dgm:t>
        <a:bodyPr/>
        <a:lstStyle/>
        <a:p>
          <a:endParaRPr lang="en-US"/>
        </a:p>
      </dgm:t>
    </dgm:pt>
    <dgm:pt modelId="{0BE45B47-5487-406B-B838-4A21A392E543}" type="sibTrans" cxnId="{95945CBB-0473-4AA0-A3E4-98B95FFB37FE}">
      <dgm:prSet/>
      <dgm:spPr/>
      <dgm:t>
        <a:bodyPr/>
        <a:lstStyle/>
        <a:p>
          <a:endParaRPr lang="en-US"/>
        </a:p>
      </dgm:t>
    </dgm:pt>
    <dgm:pt modelId="{6A8EA7F3-12E2-4A33-BDAC-D2516509C989}" type="pres">
      <dgm:prSet presAssocID="{618E5D52-B134-4962-8644-E33C4B2B1928}" presName="Name0" presStyleCnt="0">
        <dgm:presLayoutVars>
          <dgm:dir/>
          <dgm:resizeHandles val="exact"/>
        </dgm:presLayoutVars>
      </dgm:prSet>
      <dgm:spPr/>
    </dgm:pt>
    <dgm:pt modelId="{9EB80C86-CE5F-4C12-BB40-FCB25554D2D2}" type="pres">
      <dgm:prSet presAssocID="{D897E93F-DF91-4189-A55D-8E6D926137BF}" presName="node" presStyleLbl="node1" presStyleIdx="0" presStyleCnt="6">
        <dgm:presLayoutVars>
          <dgm:bulletEnabled val="1"/>
        </dgm:presLayoutVars>
      </dgm:prSet>
      <dgm:spPr/>
    </dgm:pt>
    <dgm:pt modelId="{C993B1AB-AC7E-4123-9D91-8841BF64F3CA}" type="pres">
      <dgm:prSet presAssocID="{EEC1DC25-16C5-49F0-9D66-F261DD6B7225}" presName="sibTrans" presStyleLbl="sibTrans1D1" presStyleIdx="0" presStyleCnt="5"/>
      <dgm:spPr/>
    </dgm:pt>
    <dgm:pt modelId="{471D3731-B947-4E61-BDAC-657FB7EE6639}" type="pres">
      <dgm:prSet presAssocID="{EEC1DC25-16C5-49F0-9D66-F261DD6B7225}" presName="connectorText" presStyleLbl="sibTrans1D1" presStyleIdx="0" presStyleCnt="5"/>
      <dgm:spPr/>
    </dgm:pt>
    <dgm:pt modelId="{0CD6B7E3-9D7B-4AD8-92E7-775ADDF66028}" type="pres">
      <dgm:prSet presAssocID="{36BF7A91-CC42-48C6-8C20-9A343D01B6DB}" presName="node" presStyleLbl="node1" presStyleIdx="1" presStyleCnt="6">
        <dgm:presLayoutVars>
          <dgm:bulletEnabled val="1"/>
        </dgm:presLayoutVars>
      </dgm:prSet>
      <dgm:spPr/>
    </dgm:pt>
    <dgm:pt modelId="{BE4D0152-D1A2-44ED-9D54-878D57C3A7CA}" type="pres">
      <dgm:prSet presAssocID="{0F7BB6C4-0CA2-48F6-B8F3-3D6B625333D4}" presName="sibTrans" presStyleLbl="sibTrans1D1" presStyleIdx="1" presStyleCnt="5"/>
      <dgm:spPr/>
    </dgm:pt>
    <dgm:pt modelId="{ABCCAFC8-2895-4BFA-96D3-BD8C4827E7A9}" type="pres">
      <dgm:prSet presAssocID="{0F7BB6C4-0CA2-48F6-B8F3-3D6B625333D4}" presName="connectorText" presStyleLbl="sibTrans1D1" presStyleIdx="1" presStyleCnt="5"/>
      <dgm:spPr/>
    </dgm:pt>
    <dgm:pt modelId="{00D43143-1E17-40F4-A01A-4DD04AB141CC}" type="pres">
      <dgm:prSet presAssocID="{51528A5F-46C4-444B-9471-8A4E96D8EF69}" presName="node" presStyleLbl="node1" presStyleIdx="2" presStyleCnt="6">
        <dgm:presLayoutVars>
          <dgm:bulletEnabled val="1"/>
        </dgm:presLayoutVars>
      </dgm:prSet>
      <dgm:spPr/>
    </dgm:pt>
    <dgm:pt modelId="{A925FFAD-D818-478F-BB72-8EAEE0834C01}" type="pres">
      <dgm:prSet presAssocID="{A08F2454-CB3F-4B8D-9A18-7492D11321D1}" presName="sibTrans" presStyleLbl="sibTrans1D1" presStyleIdx="2" presStyleCnt="5"/>
      <dgm:spPr/>
    </dgm:pt>
    <dgm:pt modelId="{105564CB-7763-43C6-BDEC-E8C81AC2ABE8}" type="pres">
      <dgm:prSet presAssocID="{A08F2454-CB3F-4B8D-9A18-7492D11321D1}" presName="connectorText" presStyleLbl="sibTrans1D1" presStyleIdx="2" presStyleCnt="5"/>
      <dgm:spPr/>
    </dgm:pt>
    <dgm:pt modelId="{C24B5ECF-3A48-499D-91F9-BCBA98346348}" type="pres">
      <dgm:prSet presAssocID="{C17484B8-81D8-4171-B490-75BFCD873885}" presName="node" presStyleLbl="node1" presStyleIdx="3" presStyleCnt="6">
        <dgm:presLayoutVars>
          <dgm:bulletEnabled val="1"/>
        </dgm:presLayoutVars>
      </dgm:prSet>
      <dgm:spPr/>
    </dgm:pt>
    <dgm:pt modelId="{8B9DABB3-5714-4D82-9735-7A5648E3FA01}" type="pres">
      <dgm:prSet presAssocID="{7867ADB0-2669-425D-8E50-7E7ECA6E0296}" presName="sibTrans" presStyleLbl="sibTrans1D1" presStyleIdx="3" presStyleCnt="5"/>
      <dgm:spPr/>
    </dgm:pt>
    <dgm:pt modelId="{D56D2567-5726-423E-8459-77B6ED5A5A10}" type="pres">
      <dgm:prSet presAssocID="{7867ADB0-2669-425D-8E50-7E7ECA6E0296}" presName="connectorText" presStyleLbl="sibTrans1D1" presStyleIdx="3" presStyleCnt="5"/>
      <dgm:spPr/>
    </dgm:pt>
    <dgm:pt modelId="{E4ECEADC-4FFF-4881-8D21-D663D62D62E8}" type="pres">
      <dgm:prSet presAssocID="{DA17C5C8-F99F-4DC9-AFEE-81D554D700B0}" presName="node" presStyleLbl="node1" presStyleIdx="4" presStyleCnt="6">
        <dgm:presLayoutVars>
          <dgm:bulletEnabled val="1"/>
        </dgm:presLayoutVars>
      </dgm:prSet>
      <dgm:spPr/>
    </dgm:pt>
    <dgm:pt modelId="{952B3EAF-2C80-46F0-BCB5-2F181C84932C}" type="pres">
      <dgm:prSet presAssocID="{EB48493A-2662-4E80-B14A-05A1F65571E4}" presName="sibTrans" presStyleLbl="sibTrans1D1" presStyleIdx="4" presStyleCnt="5"/>
      <dgm:spPr/>
    </dgm:pt>
    <dgm:pt modelId="{34C064D1-512E-4044-A247-571915073338}" type="pres">
      <dgm:prSet presAssocID="{EB48493A-2662-4E80-B14A-05A1F65571E4}" presName="connectorText" presStyleLbl="sibTrans1D1" presStyleIdx="4" presStyleCnt="5"/>
      <dgm:spPr/>
    </dgm:pt>
    <dgm:pt modelId="{AA566726-898B-4554-A3C6-9C5AF8AF99B6}" type="pres">
      <dgm:prSet presAssocID="{45428E08-B504-48BD-9E08-04306B0CB290}" presName="node" presStyleLbl="node1" presStyleIdx="5" presStyleCnt="6">
        <dgm:presLayoutVars>
          <dgm:bulletEnabled val="1"/>
        </dgm:presLayoutVars>
      </dgm:prSet>
      <dgm:spPr/>
    </dgm:pt>
  </dgm:ptLst>
  <dgm:cxnLst>
    <dgm:cxn modelId="{9AAA900D-37AB-48AE-9A51-4B40B196AF83}" type="presOf" srcId="{45428E08-B504-48BD-9E08-04306B0CB290}" destId="{AA566726-898B-4554-A3C6-9C5AF8AF99B6}" srcOrd="0" destOrd="0" presId="urn:microsoft.com/office/officeart/2016/7/layout/RepeatingBendingProcessNew"/>
    <dgm:cxn modelId="{D5CC8019-7761-4EC1-95EB-F22E2708E252}" type="presOf" srcId="{51528A5F-46C4-444B-9471-8A4E96D8EF69}" destId="{00D43143-1E17-40F4-A01A-4DD04AB141CC}" srcOrd="0" destOrd="0" presId="urn:microsoft.com/office/officeart/2016/7/layout/RepeatingBendingProcessNew"/>
    <dgm:cxn modelId="{727FCE1E-8789-4E68-AB04-90962CC02A87}" srcId="{618E5D52-B134-4962-8644-E33C4B2B1928}" destId="{D897E93F-DF91-4189-A55D-8E6D926137BF}" srcOrd="0" destOrd="0" parTransId="{1471824A-74A9-4037-9117-43B68ABAF7E4}" sibTransId="{EEC1DC25-16C5-49F0-9D66-F261DD6B7225}"/>
    <dgm:cxn modelId="{9780B51F-B6F8-4D41-8FF1-BDD558B8CFC5}" type="presOf" srcId="{DA17C5C8-F99F-4DC9-AFEE-81D554D700B0}" destId="{E4ECEADC-4FFF-4881-8D21-D663D62D62E8}" srcOrd="0" destOrd="0" presId="urn:microsoft.com/office/officeart/2016/7/layout/RepeatingBendingProcessNew"/>
    <dgm:cxn modelId="{2F1E3021-9115-4ED2-BE62-DD87198B9094}" srcId="{618E5D52-B134-4962-8644-E33C4B2B1928}" destId="{51528A5F-46C4-444B-9471-8A4E96D8EF69}" srcOrd="2" destOrd="0" parTransId="{62F223F8-92E4-4B2D-9256-281087D0FB09}" sibTransId="{A08F2454-CB3F-4B8D-9A18-7492D11321D1}"/>
    <dgm:cxn modelId="{7958FD64-9F4D-4A2E-BE1E-F790EC63B88F}" type="presOf" srcId="{618E5D52-B134-4962-8644-E33C4B2B1928}" destId="{6A8EA7F3-12E2-4A33-BDAC-D2516509C989}" srcOrd="0" destOrd="0" presId="urn:microsoft.com/office/officeart/2016/7/layout/RepeatingBendingProcessNew"/>
    <dgm:cxn modelId="{9681C849-BAF8-4D77-9CDB-CB414C2B4031}" type="presOf" srcId="{EB48493A-2662-4E80-B14A-05A1F65571E4}" destId="{952B3EAF-2C80-46F0-BCB5-2F181C84932C}" srcOrd="0" destOrd="0" presId="urn:microsoft.com/office/officeart/2016/7/layout/RepeatingBendingProcessNew"/>
    <dgm:cxn modelId="{498AB76B-DB5A-4E7A-9805-5514E3F38A89}" type="presOf" srcId="{7867ADB0-2669-425D-8E50-7E7ECA6E0296}" destId="{8B9DABB3-5714-4D82-9735-7A5648E3FA01}" srcOrd="0" destOrd="0" presId="urn:microsoft.com/office/officeart/2016/7/layout/RepeatingBendingProcessNew"/>
    <dgm:cxn modelId="{BDB6336E-125A-4BDE-BB58-450B9CA7C6A4}" type="presOf" srcId="{C17484B8-81D8-4171-B490-75BFCD873885}" destId="{C24B5ECF-3A48-499D-91F9-BCBA98346348}" srcOrd="0" destOrd="0" presId="urn:microsoft.com/office/officeart/2016/7/layout/RepeatingBendingProcessNew"/>
    <dgm:cxn modelId="{534DE070-8A45-421C-BB8A-717961753552}" type="presOf" srcId="{D897E93F-DF91-4189-A55D-8E6D926137BF}" destId="{9EB80C86-CE5F-4C12-BB40-FCB25554D2D2}" srcOrd="0" destOrd="0" presId="urn:microsoft.com/office/officeart/2016/7/layout/RepeatingBendingProcessNew"/>
    <dgm:cxn modelId="{4D934F92-AC76-41A2-B1D3-4FA28BE64211}" type="presOf" srcId="{EEC1DC25-16C5-49F0-9D66-F261DD6B7225}" destId="{C993B1AB-AC7E-4123-9D91-8841BF64F3CA}" srcOrd="0" destOrd="0" presId="urn:microsoft.com/office/officeart/2016/7/layout/RepeatingBendingProcessNew"/>
    <dgm:cxn modelId="{342A7C9E-5B95-49F0-900E-F0ED8B71F7A2}" type="presOf" srcId="{EB48493A-2662-4E80-B14A-05A1F65571E4}" destId="{34C064D1-512E-4044-A247-571915073338}" srcOrd="1" destOrd="0" presId="urn:microsoft.com/office/officeart/2016/7/layout/RepeatingBendingProcessNew"/>
    <dgm:cxn modelId="{078551A6-1F9B-4FAE-865B-95B967A16F27}" type="presOf" srcId="{EEC1DC25-16C5-49F0-9D66-F261DD6B7225}" destId="{471D3731-B947-4E61-BDAC-657FB7EE6639}" srcOrd="1" destOrd="0" presId="urn:microsoft.com/office/officeart/2016/7/layout/RepeatingBendingProcessNew"/>
    <dgm:cxn modelId="{064D0CB0-46CD-432B-9A4E-7F5DEB2AA456}" type="presOf" srcId="{0F7BB6C4-0CA2-48F6-B8F3-3D6B625333D4}" destId="{ABCCAFC8-2895-4BFA-96D3-BD8C4827E7A9}" srcOrd="1" destOrd="0" presId="urn:microsoft.com/office/officeart/2016/7/layout/RepeatingBendingProcessNew"/>
    <dgm:cxn modelId="{95945CBB-0473-4AA0-A3E4-98B95FFB37FE}" srcId="{618E5D52-B134-4962-8644-E33C4B2B1928}" destId="{45428E08-B504-48BD-9E08-04306B0CB290}" srcOrd="5" destOrd="0" parTransId="{257C5E24-28C9-463D-B211-87572F2BA4C9}" sibTransId="{0BE45B47-5487-406B-B838-4A21A392E543}"/>
    <dgm:cxn modelId="{A2A2F7BB-E119-43C1-8EAB-0B93471A5317}" type="presOf" srcId="{A08F2454-CB3F-4B8D-9A18-7492D11321D1}" destId="{A925FFAD-D818-478F-BB72-8EAEE0834C01}" srcOrd="0" destOrd="0" presId="urn:microsoft.com/office/officeart/2016/7/layout/RepeatingBendingProcessNew"/>
    <dgm:cxn modelId="{317745C9-B358-4BD4-9B9B-A7C5F988DE37}" type="presOf" srcId="{A08F2454-CB3F-4B8D-9A18-7492D11321D1}" destId="{105564CB-7763-43C6-BDEC-E8C81AC2ABE8}" srcOrd="1" destOrd="0" presId="urn:microsoft.com/office/officeart/2016/7/layout/RepeatingBendingProcessNew"/>
    <dgm:cxn modelId="{97906DD2-6D0D-4829-87C5-B272BB7AF02A}" type="presOf" srcId="{0F7BB6C4-0CA2-48F6-B8F3-3D6B625333D4}" destId="{BE4D0152-D1A2-44ED-9D54-878D57C3A7CA}" srcOrd="0" destOrd="0" presId="urn:microsoft.com/office/officeart/2016/7/layout/RepeatingBendingProcessNew"/>
    <dgm:cxn modelId="{DE6420DC-0739-443B-921E-5A4EBC9FA14F}" srcId="{618E5D52-B134-4962-8644-E33C4B2B1928}" destId="{36BF7A91-CC42-48C6-8C20-9A343D01B6DB}" srcOrd="1" destOrd="0" parTransId="{0407D57C-6618-4976-AF46-83351E5FA393}" sibTransId="{0F7BB6C4-0CA2-48F6-B8F3-3D6B625333D4}"/>
    <dgm:cxn modelId="{C9298EEA-1B4A-4540-8B54-9F9886C1A95D}" srcId="{618E5D52-B134-4962-8644-E33C4B2B1928}" destId="{C17484B8-81D8-4171-B490-75BFCD873885}" srcOrd="3" destOrd="0" parTransId="{9C0F2277-D4FC-406A-9D4B-DA1252BC3544}" sibTransId="{7867ADB0-2669-425D-8E50-7E7ECA6E0296}"/>
    <dgm:cxn modelId="{A08782EC-7B05-4279-A182-7D31AB8B09FD}" type="presOf" srcId="{7867ADB0-2669-425D-8E50-7E7ECA6E0296}" destId="{D56D2567-5726-423E-8459-77B6ED5A5A10}" srcOrd="1" destOrd="0" presId="urn:microsoft.com/office/officeart/2016/7/layout/RepeatingBendingProcessNew"/>
    <dgm:cxn modelId="{54B406EE-41A9-4140-8048-C0A50C9DB987}" type="presOf" srcId="{36BF7A91-CC42-48C6-8C20-9A343D01B6DB}" destId="{0CD6B7E3-9D7B-4AD8-92E7-775ADDF66028}" srcOrd="0" destOrd="0" presId="urn:microsoft.com/office/officeart/2016/7/layout/RepeatingBendingProcessNew"/>
    <dgm:cxn modelId="{55D892F1-DBBF-463A-9BC3-BBBF4B8D67B2}" srcId="{618E5D52-B134-4962-8644-E33C4B2B1928}" destId="{DA17C5C8-F99F-4DC9-AFEE-81D554D700B0}" srcOrd="4" destOrd="0" parTransId="{CC241FAE-5202-456E-A20D-D6D72D17FFFE}" sibTransId="{EB48493A-2662-4E80-B14A-05A1F65571E4}"/>
    <dgm:cxn modelId="{716F3300-AC76-4982-9C24-6D743AAF9A01}" type="presParOf" srcId="{6A8EA7F3-12E2-4A33-BDAC-D2516509C989}" destId="{9EB80C86-CE5F-4C12-BB40-FCB25554D2D2}" srcOrd="0" destOrd="0" presId="urn:microsoft.com/office/officeart/2016/7/layout/RepeatingBendingProcessNew"/>
    <dgm:cxn modelId="{A9CEF720-2544-4B80-BEA2-C76BE4CB8086}" type="presParOf" srcId="{6A8EA7F3-12E2-4A33-BDAC-D2516509C989}" destId="{C993B1AB-AC7E-4123-9D91-8841BF64F3CA}" srcOrd="1" destOrd="0" presId="urn:microsoft.com/office/officeart/2016/7/layout/RepeatingBendingProcessNew"/>
    <dgm:cxn modelId="{F9E975B5-EA2B-4E59-9102-2A4EE7BA6759}" type="presParOf" srcId="{C993B1AB-AC7E-4123-9D91-8841BF64F3CA}" destId="{471D3731-B947-4E61-BDAC-657FB7EE6639}" srcOrd="0" destOrd="0" presId="urn:microsoft.com/office/officeart/2016/7/layout/RepeatingBendingProcessNew"/>
    <dgm:cxn modelId="{860F35F6-723A-44CD-8846-7EFA59392370}" type="presParOf" srcId="{6A8EA7F3-12E2-4A33-BDAC-D2516509C989}" destId="{0CD6B7E3-9D7B-4AD8-92E7-775ADDF66028}" srcOrd="2" destOrd="0" presId="urn:microsoft.com/office/officeart/2016/7/layout/RepeatingBendingProcessNew"/>
    <dgm:cxn modelId="{DD39274A-91A5-41B4-9FD0-AB07D4D18136}" type="presParOf" srcId="{6A8EA7F3-12E2-4A33-BDAC-D2516509C989}" destId="{BE4D0152-D1A2-44ED-9D54-878D57C3A7CA}" srcOrd="3" destOrd="0" presId="urn:microsoft.com/office/officeart/2016/7/layout/RepeatingBendingProcessNew"/>
    <dgm:cxn modelId="{B87089CB-92C4-4BF2-A064-8B47EA1215DE}" type="presParOf" srcId="{BE4D0152-D1A2-44ED-9D54-878D57C3A7CA}" destId="{ABCCAFC8-2895-4BFA-96D3-BD8C4827E7A9}" srcOrd="0" destOrd="0" presId="urn:microsoft.com/office/officeart/2016/7/layout/RepeatingBendingProcessNew"/>
    <dgm:cxn modelId="{E656B765-B023-4043-BC5B-7470630E774F}" type="presParOf" srcId="{6A8EA7F3-12E2-4A33-BDAC-D2516509C989}" destId="{00D43143-1E17-40F4-A01A-4DD04AB141CC}" srcOrd="4" destOrd="0" presId="urn:microsoft.com/office/officeart/2016/7/layout/RepeatingBendingProcessNew"/>
    <dgm:cxn modelId="{85D9F920-B569-400D-AD30-6B31B74F6724}" type="presParOf" srcId="{6A8EA7F3-12E2-4A33-BDAC-D2516509C989}" destId="{A925FFAD-D818-478F-BB72-8EAEE0834C01}" srcOrd="5" destOrd="0" presId="urn:microsoft.com/office/officeart/2016/7/layout/RepeatingBendingProcessNew"/>
    <dgm:cxn modelId="{9A1EE626-2687-4053-B102-D1EDA5A0687A}" type="presParOf" srcId="{A925FFAD-D818-478F-BB72-8EAEE0834C01}" destId="{105564CB-7763-43C6-BDEC-E8C81AC2ABE8}" srcOrd="0" destOrd="0" presId="urn:microsoft.com/office/officeart/2016/7/layout/RepeatingBendingProcessNew"/>
    <dgm:cxn modelId="{D45874E3-CF60-4771-85D6-844B84869C73}" type="presParOf" srcId="{6A8EA7F3-12E2-4A33-BDAC-D2516509C989}" destId="{C24B5ECF-3A48-499D-91F9-BCBA98346348}" srcOrd="6" destOrd="0" presId="urn:microsoft.com/office/officeart/2016/7/layout/RepeatingBendingProcessNew"/>
    <dgm:cxn modelId="{D9722666-28A8-4A9A-89F6-1032FB05738C}" type="presParOf" srcId="{6A8EA7F3-12E2-4A33-BDAC-D2516509C989}" destId="{8B9DABB3-5714-4D82-9735-7A5648E3FA01}" srcOrd="7" destOrd="0" presId="urn:microsoft.com/office/officeart/2016/7/layout/RepeatingBendingProcessNew"/>
    <dgm:cxn modelId="{83B0F751-1B51-406A-9779-63449ED0814D}" type="presParOf" srcId="{8B9DABB3-5714-4D82-9735-7A5648E3FA01}" destId="{D56D2567-5726-423E-8459-77B6ED5A5A10}" srcOrd="0" destOrd="0" presId="urn:microsoft.com/office/officeart/2016/7/layout/RepeatingBendingProcessNew"/>
    <dgm:cxn modelId="{F365695C-EED9-40B5-B3E8-0B55C2188676}" type="presParOf" srcId="{6A8EA7F3-12E2-4A33-BDAC-D2516509C989}" destId="{E4ECEADC-4FFF-4881-8D21-D663D62D62E8}" srcOrd="8" destOrd="0" presId="urn:microsoft.com/office/officeart/2016/7/layout/RepeatingBendingProcessNew"/>
    <dgm:cxn modelId="{8897D4CB-9436-4450-9F6A-0FC0FE184C1F}" type="presParOf" srcId="{6A8EA7F3-12E2-4A33-BDAC-D2516509C989}" destId="{952B3EAF-2C80-46F0-BCB5-2F181C84932C}" srcOrd="9" destOrd="0" presId="urn:microsoft.com/office/officeart/2016/7/layout/RepeatingBendingProcessNew"/>
    <dgm:cxn modelId="{4EE2629D-F54A-403F-B487-317E07B10035}" type="presParOf" srcId="{952B3EAF-2C80-46F0-BCB5-2F181C84932C}" destId="{34C064D1-512E-4044-A247-571915073338}" srcOrd="0" destOrd="0" presId="urn:microsoft.com/office/officeart/2016/7/layout/RepeatingBendingProcessNew"/>
    <dgm:cxn modelId="{2B040F4B-72BA-4DCD-A46D-3888556E3E4B}" type="presParOf" srcId="{6A8EA7F3-12E2-4A33-BDAC-D2516509C989}" destId="{AA566726-898B-4554-A3C6-9C5AF8AF99B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9801CE-DF89-4673-98C8-8758E13F4B2D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7658B8-F032-4A20-8A10-14F9B4FDACD5}">
      <dgm:prSet/>
      <dgm:spPr/>
      <dgm:t>
        <a:bodyPr/>
        <a:lstStyle/>
        <a:p>
          <a:r>
            <a:rPr lang="es-ES" b="1"/>
            <a:t>Definición del alcance y objetivos de la auditoría</a:t>
          </a:r>
          <a:endParaRPr lang="en-US"/>
        </a:p>
      </dgm:t>
    </dgm:pt>
    <dgm:pt modelId="{0E34C838-5C74-440E-BA5D-751B9DE9723B}" type="parTrans" cxnId="{38F1B6BE-5D07-40F3-8DA4-A71C2A4EC264}">
      <dgm:prSet/>
      <dgm:spPr/>
      <dgm:t>
        <a:bodyPr/>
        <a:lstStyle/>
        <a:p>
          <a:endParaRPr lang="en-US"/>
        </a:p>
      </dgm:t>
    </dgm:pt>
    <dgm:pt modelId="{DA75FD7B-706D-44CD-B198-E92A833A8828}" type="sibTrans" cxnId="{38F1B6BE-5D07-40F3-8DA4-A71C2A4EC264}">
      <dgm:prSet/>
      <dgm:spPr/>
      <dgm:t>
        <a:bodyPr/>
        <a:lstStyle/>
        <a:p>
          <a:endParaRPr lang="en-US"/>
        </a:p>
      </dgm:t>
    </dgm:pt>
    <dgm:pt modelId="{2BD81FE2-3B61-4D4C-941E-269F06A854C3}">
      <dgm:prSet/>
      <dgm:spPr/>
      <dgm:t>
        <a:bodyPr/>
        <a:lstStyle/>
        <a:p>
          <a:r>
            <a:rPr lang="es-ES" b="1"/>
            <a:t>Identificación de las áreas de enfoque de la auditoría</a:t>
          </a:r>
          <a:endParaRPr lang="en-US"/>
        </a:p>
      </dgm:t>
    </dgm:pt>
    <dgm:pt modelId="{AF95B378-29D0-4F1C-A168-DDEBE463E66D}" type="parTrans" cxnId="{DC1829D7-336F-4BBA-87B4-91C9AEAAF855}">
      <dgm:prSet/>
      <dgm:spPr/>
      <dgm:t>
        <a:bodyPr/>
        <a:lstStyle/>
        <a:p>
          <a:endParaRPr lang="en-US"/>
        </a:p>
      </dgm:t>
    </dgm:pt>
    <dgm:pt modelId="{6DED95C8-16A6-4C75-BBFA-A450B0D7D7AF}" type="sibTrans" cxnId="{DC1829D7-336F-4BBA-87B4-91C9AEAAF855}">
      <dgm:prSet/>
      <dgm:spPr/>
      <dgm:t>
        <a:bodyPr/>
        <a:lstStyle/>
        <a:p>
          <a:endParaRPr lang="en-US"/>
        </a:p>
      </dgm:t>
    </dgm:pt>
    <dgm:pt modelId="{70F67CD8-5D1E-4EC2-892B-1B502D86D839}">
      <dgm:prSet/>
      <dgm:spPr/>
      <dgm:t>
        <a:bodyPr/>
        <a:lstStyle/>
        <a:p>
          <a:r>
            <a:rPr lang="es-ES" b="1"/>
            <a:t>Recopilación de información previa</a:t>
          </a:r>
          <a:endParaRPr lang="en-US"/>
        </a:p>
      </dgm:t>
    </dgm:pt>
    <dgm:pt modelId="{48D0C394-299B-497C-9B73-D6A10773C66C}" type="parTrans" cxnId="{E93F598E-D0A1-467D-8E7B-EF1C031ED570}">
      <dgm:prSet/>
      <dgm:spPr/>
      <dgm:t>
        <a:bodyPr/>
        <a:lstStyle/>
        <a:p>
          <a:endParaRPr lang="en-US"/>
        </a:p>
      </dgm:t>
    </dgm:pt>
    <dgm:pt modelId="{F9E75E85-F945-4E7C-9E4D-9BE132CB5ECE}" type="sibTrans" cxnId="{E93F598E-D0A1-467D-8E7B-EF1C031ED570}">
      <dgm:prSet/>
      <dgm:spPr/>
      <dgm:t>
        <a:bodyPr/>
        <a:lstStyle/>
        <a:p>
          <a:endParaRPr lang="en-US"/>
        </a:p>
      </dgm:t>
    </dgm:pt>
    <dgm:pt modelId="{511B25B8-E241-4736-BCD3-28E65C89429E}">
      <dgm:prSet/>
      <dgm:spPr/>
      <dgm:t>
        <a:bodyPr/>
        <a:lstStyle/>
        <a:p>
          <a:r>
            <a:rPr lang="es-ES" b="1"/>
            <a:t>Evaluación de los riesgos</a:t>
          </a:r>
          <a:endParaRPr lang="en-US"/>
        </a:p>
      </dgm:t>
    </dgm:pt>
    <dgm:pt modelId="{D3D2812B-2B33-4D3D-BD88-FFE4806BC14D}" type="parTrans" cxnId="{3A566098-E554-462A-978B-A35E22050131}">
      <dgm:prSet/>
      <dgm:spPr/>
      <dgm:t>
        <a:bodyPr/>
        <a:lstStyle/>
        <a:p>
          <a:endParaRPr lang="en-US"/>
        </a:p>
      </dgm:t>
    </dgm:pt>
    <dgm:pt modelId="{B76170AE-8440-45E8-A9E6-617D0F5C01CB}" type="sibTrans" cxnId="{3A566098-E554-462A-978B-A35E22050131}">
      <dgm:prSet/>
      <dgm:spPr/>
      <dgm:t>
        <a:bodyPr/>
        <a:lstStyle/>
        <a:p>
          <a:endParaRPr lang="en-US"/>
        </a:p>
      </dgm:t>
    </dgm:pt>
    <dgm:pt modelId="{8D2B10B9-F5E1-4201-986B-C4BABEF77A3D}">
      <dgm:prSet/>
      <dgm:spPr/>
      <dgm:t>
        <a:bodyPr/>
        <a:lstStyle/>
        <a:p>
          <a:r>
            <a:rPr lang="es-ES" b="1"/>
            <a:t>Planificación de las actividades de auditoría</a:t>
          </a:r>
          <a:endParaRPr lang="en-US"/>
        </a:p>
      </dgm:t>
    </dgm:pt>
    <dgm:pt modelId="{457C8BA1-A1C6-4F21-8F76-869C1975C008}" type="parTrans" cxnId="{95D86521-990F-4753-A21C-A272F1D57FE4}">
      <dgm:prSet/>
      <dgm:spPr/>
      <dgm:t>
        <a:bodyPr/>
        <a:lstStyle/>
        <a:p>
          <a:endParaRPr lang="en-US"/>
        </a:p>
      </dgm:t>
    </dgm:pt>
    <dgm:pt modelId="{C0B7D018-B239-4847-B00C-9C42EA916791}" type="sibTrans" cxnId="{95D86521-990F-4753-A21C-A272F1D57FE4}">
      <dgm:prSet/>
      <dgm:spPr/>
      <dgm:t>
        <a:bodyPr/>
        <a:lstStyle/>
        <a:p>
          <a:endParaRPr lang="en-US"/>
        </a:p>
      </dgm:t>
    </dgm:pt>
    <dgm:pt modelId="{24A17CE0-4B29-4654-9F41-B3B3C239915C}">
      <dgm:prSet/>
      <dgm:spPr/>
      <dgm:t>
        <a:bodyPr/>
        <a:lstStyle/>
        <a:p>
          <a:r>
            <a:rPr lang="es-ES" b="1"/>
            <a:t>Asignación de recursos</a:t>
          </a:r>
          <a:endParaRPr lang="en-US"/>
        </a:p>
      </dgm:t>
    </dgm:pt>
    <dgm:pt modelId="{F39BC88D-2931-4936-8890-6108B0E038B9}" type="parTrans" cxnId="{3C06864F-F16B-42EF-9E07-DB483EE06976}">
      <dgm:prSet/>
      <dgm:spPr/>
      <dgm:t>
        <a:bodyPr/>
        <a:lstStyle/>
        <a:p>
          <a:endParaRPr lang="en-US"/>
        </a:p>
      </dgm:t>
    </dgm:pt>
    <dgm:pt modelId="{0D8BB634-7D5E-44F9-A0B7-A9E761AE436F}" type="sibTrans" cxnId="{3C06864F-F16B-42EF-9E07-DB483EE06976}">
      <dgm:prSet/>
      <dgm:spPr/>
      <dgm:t>
        <a:bodyPr/>
        <a:lstStyle/>
        <a:p>
          <a:endParaRPr lang="en-US"/>
        </a:p>
      </dgm:t>
    </dgm:pt>
    <dgm:pt modelId="{453190E5-2E84-44DA-8847-124640911D7C}">
      <dgm:prSet/>
      <dgm:spPr/>
      <dgm:t>
        <a:bodyPr/>
        <a:lstStyle/>
        <a:p>
          <a:r>
            <a:rPr lang="es-ES" b="1"/>
            <a:t>Desarrollo de la metodología de trabajo</a:t>
          </a:r>
          <a:endParaRPr lang="en-US"/>
        </a:p>
      </dgm:t>
    </dgm:pt>
    <dgm:pt modelId="{C20C4E52-CF03-46D4-9673-B1424449EC82}" type="parTrans" cxnId="{F7217006-0EAF-4445-821E-00D2AC8B9783}">
      <dgm:prSet/>
      <dgm:spPr/>
      <dgm:t>
        <a:bodyPr/>
        <a:lstStyle/>
        <a:p>
          <a:endParaRPr lang="en-US"/>
        </a:p>
      </dgm:t>
    </dgm:pt>
    <dgm:pt modelId="{C9D00C15-B93D-489C-95BE-3F9643CEB773}" type="sibTrans" cxnId="{F7217006-0EAF-4445-821E-00D2AC8B9783}">
      <dgm:prSet/>
      <dgm:spPr/>
      <dgm:t>
        <a:bodyPr/>
        <a:lstStyle/>
        <a:p>
          <a:endParaRPr lang="en-US"/>
        </a:p>
      </dgm:t>
    </dgm:pt>
    <dgm:pt modelId="{888C78F3-A98D-4CF0-B5C9-0C01FEF07E89}">
      <dgm:prSet/>
      <dgm:spPr/>
      <dgm:t>
        <a:bodyPr/>
        <a:lstStyle/>
        <a:p>
          <a:r>
            <a:rPr lang="es-ES" b="1"/>
            <a:t>Desarrollo de un cronograma</a:t>
          </a:r>
          <a:endParaRPr lang="en-US"/>
        </a:p>
      </dgm:t>
    </dgm:pt>
    <dgm:pt modelId="{78C14759-EF5F-4837-945F-1FCD20595265}" type="parTrans" cxnId="{B3BC28E9-F261-4212-B5F7-95000CCB5E0F}">
      <dgm:prSet/>
      <dgm:spPr/>
      <dgm:t>
        <a:bodyPr/>
        <a:lstStyle/>
        <a:p>
          <a:endParaRPr lang="en-US"/>
        </a:p>
      </dgm:t>
    </dgm:pt>
    <dgm:pt modelId="{7C5E31FD-D334-4BC5-A016-348B718F904A}" type="sibTrans" cxnId="{B3BC28E9-F261-4212-B5F7-95000CCB5E0F}">
      <dgm:prSet/>
      <dgm:spPr/>
      <dgm:t>
        <a:bodyPr/>
        <a:lstStyle/>
        <a:p>
          <a:endParaRPr lang="en-US"/>
        </a:p>
      </dgm:t>
    </dgm:pt>
    <dgm:pt modelId="{17280899-2A2C-4299-A4F4-BE808CFB2792}">
      <dgm:prSet/>
      <dgm:spPr/>
      <dgm:t>
        <a:bodyPr/>
        <a:lstStyle/>
        <a:p>
          <a:r>
            <a:rPr lang="es-ES" b="1"/>
            <a:t>Evaluación de los procesos de adquisición y mantenimiento</a:t>
          </a:r>
          <a:endParaRPr lang="en-US"/>
        </a:p>
      </dgm:t>
    </dgm:pt>
    <dgm:pt modelId="{6F86BE33-A1A5-40F6-BC24-4B06D9ED5041}" type="parTrans" cxnId="{FEC84023-B61D-40D9-A4A4-DF13274ED8C7}">
      <dgm:prSet/>
      <dgm:spPr/>
      <dgm:t>
        <a:bodyPr/>
        <a:lstStyle/>
        <a:p>
          <a:endParaRPr lang="en-US"/>
        </a:p>
      </dgm:t>
    </dgm:pt>
    <dgm:pt modelId="{CF82430F-A6A4-4043-A68C-4A90830B723B}" type="sibTrans" cxnId="{FEC84023-B61D-40D9-A4A4-DF13274ED8C7}">
      <dgm:prSet/>
      <dgm:spPr/>
      <dgm:t>
        <a:bodyPr/>
        <a:lstStyle/>
        <a:p>
          <a:endParaRPr lang="en-US"/>
        </a:p>
      </dgm:t>
    </dgm:pt>
    <dgm:pt modelId="{1B2F812C-86D0-4059-B9E9-01D763C342E9}">
      <dgm:prSet/>
      <dgm:spPr/>
      <dgm:t>
        <a:bodyPr/>
        <a:lstStyle/>
        <a:p>
          <a:r>
            <a:rPr lang="es-ES" b="1"/>
            <a:t>Realización de la auditoría</a:t>
          </a:r>
          <a:endParaRPr lang="en-US"/>
        </a:p>
      </dgm:t>
    </dgm:pt>
    <dgm:pt modelId="{E3EB6A81-5371-4D53-B0C2-9CC50A49F3D8}" type="parTrans" cxnId="{3520EFBB-B448-49E1-8680-6B0F995A523A}">
      <dgm:prSet/>
      <dgm:spPr/>
      <dgm:t>
        <a:bodyPr/>
        <a:lstStyle/>
        <a:p>
          <a:endParaRPr lang="en-US"/>
        </a:p>
      </dgm:t>
    </dgm:pt>
    <dgm:pt modelId="{E7A27982-CD05-4AB6-A588-77D2D650DBBE}" type="sibTrans" cxnId="{3520EFBB-B448-49E1-8680-6B0F995A523A}">
      <dgm:prSet/>
      <dgm:spPr/>
      <dgm:t>
        <a:bodyPr/>
        <a:lstStyle/>
        <a:p>
          <a:endParaRPr lang="en-US"/>
        </a:p>
      </dgm:t>
    </dgm:pt>
    <dgm:pt modelId="{5F1611FE-963C-4A60-9833-A59222622840}">
      <dgm:prSet/>
      <dgm:spPr/>
      <dgm:t>
        <a:bodyPr/>
        <a:lstStyle/>
        <a:p>
          <a:r>
            <a:rPr lang="es-ES" b="1"/>
            <a:t>Recopilación de evidencias</a:t>
          </a:r>
          <a:endParaRPr lang="en-US"/>
        </a:p>
      </dgm:t>
    </dgm:pt>
    <dgm:pt modelId="{8938D995-8568-4D49-B815-4646237FA884}" type="parTrans" cxnId="{35B0C7E5-DD32-4EF4-9028-DD039F9B19F5}">
      <dgm:prSet/>
      <dgm:spPr/>
      <dgm:t>
        <a:bodyPr/>
        <a:lstStyle/>
        <a:p>
          <a:endParaRPr lang="en-US"/>
        </a:p>
      </dgm:t>
    </dgm:pt>
    <dgm:pt modelId="{A7ADD4FF-6836-4397-B8AA-53DF7C9555F6}" type="sibTrans" cxnId="{35B0C7E5-DD32-4EF4-9028-DD039F9B19F5}">
      <dgm:prSet/>
      <dgm:spPr/>
      <dgm:t>
        <a:bodyPr/>
        <a:lstStyle/>
        <a:p>
          <a:endParaRPr lang="en-US"/>
        </a:p>
      </dgm:t>
    </dgm:pt>
    <dgm:pt modelId="{6F55C905-1F76-443B-A9C7-6BA9C2C98BB0}">
      <dgm:prSet/>
      <dgm:spPr/>
      <dgm:t>
        <a:bodyPr/>
        <a:lstStyle/>
        <a:p>
          <a:r>
            <a:rPr lang="es-ES" b="1"/>
            <a:t>Evaluación de los resultados-conclusiones</a:t>
          </a:r>
          <a:endParaRPr lang="en-US"/>
        </a:p>
      </dgm:t>
    </dgm:pt>
    <dgm:pt modelId="{EBB64E04-EE81-45CD-9319-137A25503C56}" type="parTrans" cxnId="{DD176DB8-B14F-4242-ADF6-50B19BA65269}">
      <dgm:prSet/>
      <dgm:spPr/>
      <dgm:t>
        <a:bodyPr/>
        <a:lstStyle/>
        <a:p>
          <a:endParaRPr lang="en-US"/>
        </a:p>
      </dgm:t>
    </dgm:pt>
    <dgm:pt modelId="{2E70318E-77D2-40DE-AA46-4198C7F94C94}" type="sibTrans" cxnId="{DD176DB8-B14F-4242-ADF6-50B19BA65269}">
      <dgm:prSet/>
      <dgm:spPr/>
      <dgm:t>
        <a:bodyPr/>
        <a:lstStyle/>
        <a:p>
          <a:endParaRPr lang="en-US"/>
        </a:p>
      </dgm:t>
    </dgm:pt>
    <dgm:pt modelId="{024B4C0D-5543-403B-BD95-CC8A334210BE}">
      <dgm:prSet/>
      <dgm:spPr/>
      <dgm:t>
        <a:bodyPr/>
        <a:lstStyle/>
        <a:p>
          <a:r>
            <a:rPr lang="es-ES" b="1"/>
            <a:t>Revisión de la documentación y normativa</a:t>
          </a:r>
          <a:endParaRPr lang="en-US"/>
        </a:p>
      </dgm:t>
    </dgm:pt>
    <dgm:pt modelId="{0355DA1A-F077-4EB7-AB77-5CAA59AACD8C}" type="parTrans" cxnId="{65BF5621-ED78-4A0D-9CB1-BE557CE733AD}">
      <dgm:prSet/>
      <dgm:spPr/>
      <dgm:t>
        <a:bodyPr/>
        <a:lstStyle/>
        <a:p>
          <a:endParaRPr lang="en-US"/>
        </a:p>
      </dgm:t>
    </dgm:pt>
    <dgm:pt modelId="{59FE8D79-1248-4A27-BA9F-B657D4C57350}" type="sibTrans" cxnId="{65BF5621-ED78-4A0D-9CB1-BE557CE733AD}">
      <dgm:prSet/>
      <dgm:spPr/>
      <dgm:t>
        <a:bodyPr/>
        <a:lstStyle/>
        <a:p>
          <a:endParaRPr lang="en-US"/>
        </a:p>
      </dgm:t>
    </dgm:pt>
    <dgm:pt modelId="{24816CDF-B52F-4419-9F24-0FADE8425ED2}">
      <dgm:prSet/>
      <dgm:spPr/>
      <dgm:t>
        <a:bodyPr/>
        <a:lstStyle/>
        <a:p>
          <a:r>
            <a:rPr lang="es-ES" b="1"/>
            <a:t>Análisis de la seguridad y protección de datos</a:t>
          </a:r>
          <a:endParaRPr lang="en-US"/>
        </a:p>
      </dgm:t>
    </dgm:pt>
    <dgm:pt modelId="{9DECAA4E-1F3C-4E2E-89C3-B211FEAFF5B5}" type="parTrans" cxnId="{24900BE2-4D51-4578-821E-1A0691EA5311}">
      <dgm:prSet/>
      <dgm:spPr/>
      <dgm:t>
        <a:bodyPr/>
        <a:lstStyle/>
        <a:p>
          <a:endParaRPr lang="en-US"/>
        </a:p>
      </dgm:t>
    </dgm:pt>
    <dgm:pt modelId="{5C401C2A-6675-491F-AD82-5E0CC907F829}" type="sibTrans" cxnId="{24900BE2-4D51-4578-821E-1A0691EA5311}">
      <dgm:prSet/>
      <dgm:spPr/>
      <dgm:t>
        <a:bodyPr/>
        <a:lstStyle/>
        <a:p>
          <a:endParaRPr lang="en-US"/>
        </a:p>
      </dgm:t>
    </dgm:pt>
    <dgm:pt modelId="{1C5CFB26-ECF4-4E7D-971C-69FE80478FCC}">
      <dgm:prSet/>
      <dgm:spPr/>
      <dgm:t>
        <a:bodyPr/>
        <a:lstStyle/>
        <a:p>
          <a:r>
            <a:rPr lang="es-ES" b="1"/>
            <a:t>Evaluación de la eficiencia operativa</a:t>
          </a:r>
          <a:endParaRPr lang="en-US"/>
        </a:p>
      </dgm:t>
    </dgm:pt>
    <dgm:pt modelId="{06C2DAE4-9DD5-4249-B380-5E8EC4C0B2B3}" type="parTrans" cxnId="{080CA43E-2CEE-44B3-B492-A7BC1A066507}">
      <dgm:prSet/>
      <dgm:spPr/>
      <dgm:t>
        <a:bodyPr/>
        <a:lstStyle/>
        <a:p>
          <a:endParaRPr lang="en-US"/>
        </a:p>
      </dgm:t>
    </dgm:pt>
    <dgm:pt modelId="{10D8D058-D75F-4B5D-A7EB-9D50DEF1F035}" type="sibTrans" cxnId="{080CA43E-2CEE-44B3-B492-A7BC1A066507}">
      <dgm:prSet/>
      <dgm:spPr/>
      <dgm:t>
        <a:bodyPr/>
        <a:lstStyle/>
        <a:p>
          <a:endParaRPr lang="en-US"/>
        </a:p>
      </dgm:t>
    </dgm:pt>
    <dgm:pt modelId="{AE6A2E59-8376-4337-9D2B-0B0B50A22FC7}">
      <dgm:prSet/>
      <dgm:spPr/>
      <dgm:t>
        <a:bodyPr/>
        <a:lstStyle/>
        <a:p>
          <a:r>
            <a:rPr lang="es-ES" b="1"/>
            <a:t>Preparación del informe de auditoría</a:t>
          </a:r>
          <a:endParaRPr lang="en-US"/>
        </a:p>
      </dgm:t>
    </dgm:pt>
    <dgm:pt modelId="{D4D74B5C-2517-484B-817C-02CCF23E40C9}" type="parTrans" cxnId="{A675B6E0-9996-4A84-B246-6BB584E90D63}">
      <dgm:prSet/>
      <dgm:spPr/>
      <dgm:t>
        <a:bodyPr/>
        <a:lstStyle/>
        <a:p>
          <a:endParaRPr lang="en-US"/>
        </a:p>
      </dgm:t>
    </dgm:pt>
    <dgm:pt modelId="{336FEAFC-7BF2-4D1C-8DEB-072E4FCBA1E7}" type="sibTrans" cxnId="{A675B6E0-9996-4A84-B246-6BB584E90D63}">
      <dgm:prSet/>
      <dgm:spPr/>
      <dgm:t>
        <a:bodyPr/>
        <a:lstStyle/>
        <a:p>
          <a:endParaRPr lang="en-US"/>
        </a:p>
      </dgm:t>
    </dgm:pt>
    <dgm:pt modelId="{98671E1C-E232-46F5-932C-9576303F036E}">
      <dgm:prSet/>
      <dgm:spPr/>
      <dgm:t>
        <a:bodyPr/>
        <a:lstStyle/>
        <a:p>
          <a:r>
            <a:rPr lang="es-ES" b="1"/>
            <a:t>Comunicación de resultados</a:t>
          </a:r>
          <a:endParaRPr lang="en-US"/>
        </a:p>
      </dgm:t>
    </dgm:pt>
    <dgm:pt modelId="{4EC4D0D9-2735-4C4E-8CAC-08A3943C31F1}" type="parTrans" cxnId="{EBC76287-05C1-4278-9DB4-31FC1274BED3}">
      <dgm:prSet/>
      <dgm:spPr/>
      <dgm:t>
        <a:bodyPr/>
        <a:lstStyle/>
        <a:p>
          <a:endParaRPr lang="en-US"/>
        </a:p>
      </dgm:t>
    </dgm:pt>
    <dgm:pt modelId="{75E353DC-12A3-4323-AF34-74635850C020}" type="sibTrans" cxnId="{EBC76287-05C1-4278-9DB4-31FC1274BED3}">
      <dgm:prSet/>
      <dgm:spPr/>
      <dgm:t>
        <a:bodyPr/>
        <a:lstStyle/>
        <a:p>
          <a:endParaRPr lang="en-US"/>
        </a:p>
      </dgm:t>
    </dgm:pt>
    <dgm:pt modelId="{677B1117-2378-4957-803F-E6F5B1E33423}">
      <dgm:prSet/>
      <dgm:spPr/>
      <dgm:t>
        <a:bodyPr/>
        <a:lstStyle/>
        <a:p>
          <a:r>
            <a:rPr lang="es-ES" b="1"/>
            <a:t>Seguimiento y supervisión</a:t>
          </a:r>
          <a:endParaRPr lang="en-US"/>
        </a:p>
      </dgm:t>
    </dgm:pt>
    <dgm:pt modelId="{132B532E-96E3-4CD1-BF63-1B451567F53D}" type="parTrans" cxnId="{B493176B-7CE3-47DD-A633-FBD96755E66A}">
      <dgm:prSet/>
      <dgm:spPr/>
      <dgm:t>
        <a:bodyPr/>
        <a:lstStyle/>
        <a:p>
          <a:endParaRPr lang="en-US"/>
        </a:p>
      </dgm:t>
    </dgm:pt>
    <dgm:pt modelId="{E5CC8FF6-EB18-42F7-93AD-2372D44DB746}" type="sibTrans" cxnId="{B493176B-7CE3-47DD-A633-FBD96755E66A}">
      <dgm:prSet/>
      <dgm:spPr/>
      <dgm:t>
        <a:bodyPr/>
        <a:lstStyle/>
        <a:p>
          <a:endParaRPr lang="en-US"/>
        </a:p>
      </dgm:t>
    </dgm:pt>
    <dgm:pt modelId="{8D1050EF-9D6A-40DD-AF04-9E0888205CDA}" type="pres">
      <dgm:prSet presAssocID="{BC9801CE-DF89-4673-98C8-8758E13F4B2D}" presName="Name0" presStyleCnt="0">
        <dgm:presLayoutVars>
          <dgm:dir/>
          <dgm:resizeHandles val="exact"/>
        </dgm:presLayoutVars>
      </dgm:prSet>
      <dgm:spPr/>
    </dgm:pt>
    <dgm:pt modelId="{A3E549C1-A7C2-4C43-9874-1703341448B9}" type="pres">
      <dgm:prSet presAssocID="{CF7658B8-F032-4A20-8A10-14F9B4FDACD5}" presName="node" presStyleLbl="node1" presStyleIdx="0" presStyleCnt="18">
        <dgm:presLayoutVars>
          <dgm:bulletEnabled val="1"/>
        </dgm:presLayoutVars>
      </dgm:prSet>
      <dgm:spPr/>
    </dgm:pt>
    <dgm:pt modelId="{B4B06EF0-5220-4BF4-832E-F6789CF0399C}" type="pres">
      <dgm:prSet presAssocID="{DA75FD7B-706D-44CD-B198-E92A833A8828}" presName="sibTrans" presStyleLbl="sibTrans1D1" presStyleIdx="0" presStyleCnt="17"/>
      <dgm:spPr/>
    </dgm:pt>
    <dgm:pt modelId="{16FA6412-5BD1-4027-B284-887F5E27194F}" type="pres">
      <dgm:prSet presAssocID="{DA75FD7B-706D-44CD-B198-E92A833A8828}" presName="connectorText" presStyleLbl="sibTrans1D1" presStyleIdx="0" presStyleCnt="17"/>
      <dgm:spPr/>
    </dgm:pt>
    <dgm:pt modelId="{A9610404-025B-482A-BC31-FC4808F2D4F4}" type="pres">
      <dgm:prSet presAssocID="{2BD81FE2-3B61-4D4C-941E-269F06A854C3}" presName="node" presStyleLbl="node1" presStyleIdx="1" presStyleCnt="18">
        <dgm:presLayoutVars>
          <dgm:bulletEnabled val="1"/>
        </dgm:presLayoutVars>
      </dgm:prSet>
      <dgm:spPr/>
    </dgm:pt>
    <dgm:pt modelId="{D07B4D55-CED2-4817-9F58-8A406EA085A1}" type="pres">
      <dgm:prSet presAssocID="{6DED95C8-16A6-4C75-BBFA-A450B0D7D7AF}" presName="sibTrans" presStyleLbl="sibTrans1D1" presStyleIdx="1" presStyleCnt="17"/>
      <dgm:spPr/>
    </dgm:pt>
    <dgm:pt modelId="{0D914C02-A7D9-4EFC-9C1D-8567F63B9B69}" type="pres">
      <dgm:prSet presAssocID="{6DED95C8-16A6-4C75-BBFA-A450B0D7D7AF}" presName="connectorText" presStyleLbl="sibTrans1D1" presStyleIdx="1" presStyleCnt="17"/>
      <dgm:spPr/>
    </dgm:pt>
    <dgm:pt modelId="{D5E8BE21-A83E-45AF-AACA-00C453BC8F2A}" type="pres">
      <dgm:prSet presAssocID="{70F67CD8-5D1E-4EC2-892B-1B502D86D839}" presName="node" presStyleLbl="node1" presStyleIdx="2" presStyleCnt="18">
        <dgm:presLayoutVars>
          <dgm:bulletEnabled val="1"/>
        </dgm:presLayoutVars>
      </dgm:prSet>
      <dgm:spPr/>
    </dgm:pt>
    <dgm:pt modelId="{BB43A36A-6612-4AAF-941E-56E47CD23567}" type="pres">
      <dgm:prSet presAssocID="{F9E75E85-F945-4E7C-9E4D-9BE132CB5ECE}" presName="sibTrans" presStyleLbl="sibTrans1D1" presStyleIdx="2" presStyleCnt="17"/>
      <dgm:spPr/>
    </dgm:pt>
    <dgm:pt modelId="{7D122630-E4A7-426A-87F8-35100962065D}" type="pres">
      <dgm:prSet presAssocID="{F9E75E85-F945-4E7C-9E4D-9BE132CB5ECE}" presName="connectorText" presStyleLbl="sibTrans1D1" presStyleIdx="2" presStyleCnt="17"/>
      <dgm:spPr/>
    </dgm:pt>
    <dgm:pt modelId="{12C7334D-AB73-46F3-945B-AE87A77515DD}" type="pres">
      <dgm:prSet presAssocID="{511B25B8-E241-4736-BCD3-28E65C89429E}" presName="node" presStyleLbl="node1" presStyleIdx="3" presStyleCnt="18">
        <dgm:presLayoutVars>
          <dgm:bulletEnabled val="1"/>
        </dgm:presLayoutVars>
      </dgm:prSet>
      <dgm:spPr/>
    </dgm:pt>
    <dgm:pt modelId="{6ADF5652-0B93-400F-8EE8-93F3288001CC}" type="pres">
      <dgm:prSet presAssocID="{B76170AE-8440-45E8-A9E6-617D0F5C01CB}" presName="sibTrans" presStyleLbl="sibTrans1D1" presStyleIdx="3" presStyleCnt="17"/>
      <dgm:spPr/>
    </dgm:pt>
    <dgm:pt modelId="{59424058-1C7B-4F91-95A0-0B3B88BF05DF}" type="pres">
      <dgm:prSet presAssocID="{B76170AE-8440-45E8-A9E6-617D0F5C01CB}" presName="connectorText" presStyleLbl="sibTrans1D1" presStyleIdx="3" presStyleCnt="17"/>
      <dgm:spPr/>
    </dgm:pt>
    <dgm:pt modelId="{A3787322-7B2C-41CD-95ED-975BBA2C3AC5}" type="pres">
      <dgm:prSet presAssocID="{8D2B10B9-F5E1-4201-986B-C4BABEF77A3D}" presName="node" presStyleLbl="node1" presStyleIdx="4" presStyleCnt="18">
        <dgm:presLayoutVars>
          <dgm:bulletEnabled val="1"/>
        </dgm:presLayoutVars>
      </dgm:prSet>
      <dgm:spPr/>
    </dgm:pt>
    <dgm:pt modelId="{133A7CC8-42DF-49CF-91FA-6CCB981566B4}" type="pres">
      <dgm:prSet presAssocID="{C0B7D018-B239-4847-B00C-9C42EA916791}" presName="sibTrans" presStyleLbl="sibTrans1D1" presStyleIdx="4" presStyleCnt="17"/>
      <dgm:spPr/>
    </dgm:pt>
    <dgm:pt modelId="{C3372C14-F770-4A9B-83FB-5CF9FEE4B9CE}" type="pres">
      <dgm:prSet presAssocID="{C0B7D018-B239-4847-B00C-9C42EA916791}" presName="connectorText" presStyleLbl="sibTrans1D1" presStyleIdx="4" presStyleCnt="17"/>
      <dgm:spPr/>
    </dgm:pt>
    <dgm:pt modelId="{8E1B34B5-D3C6-4DD7-9BE2-98F89B88CEE1}" type="pres">
      <dgm:prSet presAssocID="{24A17CE0-4B29-4654-9F41-B3B3C239915C}" presName="node" presStyleLbl="node1" presStyleIdx="5" presStyleCnt="18">
        <dgm:presLayoutVars>
          <dgm:bulletEnabled val="1"/>
        </dgm:presLayoutVars>
      </dgm:prSet>
      <dgm:spPr/>
    </dgm:pt>
    <dgm:pt modelId="{B13B2C2C-A0F1-4C85-9B1E-E3CF96906A93}" type="pres">
      <dgm:prSet presAssocID="{0D8BB634-7D5E-44F9-A0B7-A9E761AE436F}" presName="sibTrans" presStyleLbl="sibTrans1D1" presStyleIdx="5" presStyleCnt="17"/>
      <dgm:spPr/>
    </dgm:pt>
    <dgm:pt modelId="{E794F1A1-CD69-4AB2-B74D-8661941B107C}" type="pres">
      <dgm:prSet presAssocID="{0D8BB634-7D5E-44F9-A0B7-A9E761AE436F}" presName="connectorText" presStyleLbl="sibTrans1D1" presStyleIdx="5" presStyleCnt="17"/>
      <dgm:spPr/>
    </dgm:pt>
    <dgm:pt modelId="{5E5A686E-FBD4-4DA3-BA62-5AE178C343B8}" type="pres">
      <dgm:prSet presAssocID="{453190E5-2E84-44DA-8847-124640911D7C}" presName="node" presStyleLbl="node1" presStyleIdx="6" presStyleCnt="18">
        <dgm:presLayoutVars>
          <dgm:bulletEnabled val="1"/>
        </dgm:presLayoutVars>
      </dgm:prSet>
      <dgm:spPr/>
    </dgm:pt>
    <dgm:pt modelId="{6F3F0E74-1080-4A01-B253-55500431480B}" type="pres">
      <dgm:prSet presAssocID="{C9D00C15-B93D-489C-95BE-3F9643CEB773}" presName="sibTrans" presStyleLbl="sibTrans1D1" presStyleIdx="6" presStyleCnt="17"/>
      <dgm:spPr/>
    </dgm:pt>
    <dgm:pt modelId="{E0B67D6C-1C49-40F2-9942-7A8AF9B8D1CD}" type="pres">
      <dgm:prSet presAssocID="{C9D00C15-B93D-489C-95BE-3F9643CEB773}" presName="connectorText" presStyleLbl="sibTrans1D1" presStyleIdx="6" presStyleCnt="17"/>
      <dgm:spPr/>
    </dgm:pt>
    <dgm:pt modelId="{7D8D966C-A6AE-481C-85C6-A55F26E6BAAA}" type="pres">
      <dgm:prSet presAssocID="{888C78F3-A98D-4CF0-B5C9-0C01FEF07E89}" presName="node" presStyleLbl="node1" presStyleIdx="7" presStyleCnt="18">
        <dgm:presLayoutVars>
          <dgm:bulletEnabled val="1"/>
        </dgm:presLayoutVars>
      </dgm:prSet>
      <dgm:spPr/>
    </dgm:pt>
    <dgm:pt modelId="{2BB11317-F550-46FD-A153-A739DEBF481D}" type="pres">
      <dgm:prSet presAssocID="{7C5E31FD-D334-4BC5-A016-348B718F904A}" presName="sibTrans" presStyleLbl="sibTrans1D1" presStyleIdx="7" presStyleCnt="17"/>
      <dgm:spPr/>
    </dgm:pt>
    <dgm:pt modelId="{8815E5C9-AB9C-4D41-9161-D7647D96E881}" type="pres">
      <dgm:prSet presAssocID="{7C5E31FD-D334-4BC5-A016-348B718F904A}" presName="connectorText" presStyleLbl="sibTrans1D1" presStyleIdx="7" presStyleCnt="17"/>
      <dgm:spPr/>
    </dgm:pt>
    <dgm:pt modelId="{D92614D7-FDB0-4547-AD44-EC18D23A5424}" type="pres">
      <dgm:prSet presAssocID="{17280899-2A2C-4299-A4F4-BE808CFB2792}" presName="node" presStyleLbl="node1" presStyleIdx="8" presStyleCnt="18">
        <dgm:presLayoutVars>
          <dgm:bulletEnabled val="1"/>
        </dgm:presLayoutVars>
      </dgm:prSet>
      <dgm:spPr/>
    </dgm:pt>
    <dgm:pt modelId="{ADDD9D6A-6F90-4ECB-8DC7-9F46B8CFB301}" type="pres">
      <dgm:prSet presAssocID="{CF82430F-A6A4-4043-A68C-4A90830B723B}" presName="sibTrans" presStyleLbl="sibTrans1D1" presStyleIdx="8" presStyleCnt="17"/>
      <dgm:spPr/>
    </dgm:pt>
    <dgm:pt modelId="{D16F1FB2-1C3C-4F76-99B5-A0D61ED3C7DE}" type="pres">
      <dgm:prSet presAssocID="{CF82430F-A6A4-4043-A68C-4A90830B723B}" presName="connectorText" presStyleLbl="sibTrans1D1" presStyleIdx="8" presStyleCnt="17"/>
      <dgm:spPr/>
    </dgm:pt>
    <dgm:pt modelId="{E2F8F03A-7159-4D3C-8FF3-A7FD9ACB6B95}" type="pres">
      <dgm:prSet presAssocID="{1B2F812C-86D0-4059-B9E9-01D763C342E9}" presName="node" presStyleLbl="node1" presStyleIdx="9" presStyleCnt="18">
        <dgm:presLayoutVars>
          <dgm:bulletEnabled val="1"/>
        </dgm:presLayoutVars>
      </dgm:prSet>
      <dgm:spPr/>
    </dgm:pt>
    <dgm:pt modelId="{66355426-1992-4943-A470-3708C128E731}" type="pres">
      <dgm:prSet presAssocID="{E7A27982-CD05-4AB6-A588-77D2D650DBBE}" presName="sibTrans" presStyleLbl="sibTrans1D1" presStyleIdx="9" presStyleCnt="17"/>
      <dgm:spPr/>
    </dgm:pt>
    <dgm:pt modelId="{995734DD-329D-4B33-BA98-752862D91818}" type="pres">
      <dgm:prSet presAssocID="{E7A27982-CD05-4AB6-A588-77D2D650DBBE}" presName="connectorText" presStyleLbl="sibTrans1D1" presStyleIdx="9" presStyleCnt="17"/>
      <dgm:spPr/>
    </dgm:pt>
    <dgm:pt modelId="{5A4E00EF-D0FC-440C-9A3D-11AD2D679A18}" type="pres">
      <dgm:prSet presAssocID="{5F1611FE-963C-4A60-9833-A59222622840}" presName="node" presStyleLbl="node1" presStyleIdx="10" presStyleCnt="18">
        <dgm:presLayoutVars>
          <dgm:bulletEnabled val="1"/>
        </dgm:presLayoutVars>
      </dgm:prSet>
      <dgm:spPr/>
    </dgm:pt>
    <dgm:pt modelId="{5DEC8EEB-7EEB-4C7D-95B2-169CC4381BFE}" type="pres">
      <dgm:prSet presAssocID="{A7ADD4FF-6836-4397-B8AA-53DF7C9555F6}" presName="sibTrans" presStyleLbl="sibTrans1D1" presStyleIdx="10" presStyleCnt="17"/>
      <dgm:spPr/>
    </dgm:pt>
    <dgm:pt modelId="{A4FB4665-A961-46D6-8CB2-0FBEB82F4A44}" type="pres">
      <dgm:prSet presAssocID="{A7ADD4FF-6836-4397-B8AA-53DF7C9555F6}" presName="connectorText" presStyleLbl="sibTrans1D1" presStyleIdx="10" presStyleCnt="17"/>
      <dgm:spPr/>
    </dgm:pt>
    <dgm:pt modelId="{B326F412-E032-40FB-A2CA-86284F3A07FB}" type="pres">
      <dgm:prSet presAssocID="{6F55C905-1F76-443B-A9C7-6BA9C2C98BB0}" presName="node" presStyleLbl="node1" presStyleIdx="11" presStyleCnt="18">
        <dgm:presLayoutVars>
          <dgm:bulletEnabled val="1"/>
        </dgm:presLayoutVars>
      </dgm:prSet>
      <dgm:spPr/>
    </dgm:pt>
    <dgm:pt modelId="{377810AB-3EB6-4770-8D37-4144B5E59603}" type="pres">
      <dgm:prSet presAssocID="{2E70318E-77D2-40DE-AA46-4198C7F94C94}" presName="sibTrans" presStyleLbl="sibTrans1D1" presStyleIdx="11" presStyleCnt="17"/>
      <dgm:spPr/>
    </dgm:pt>
    <dgm:pt modelId="{E0742872-7A34-494D-BB74-F180236A243E}" type="pres">
      <dgm:prSet presAssocID="{2E70318E-77D2-40DE-AA46-4198C7F94C94}" presName="connectorText" presStyleLbl="sibTrans1D1" presStyleIdx="11" presStyleCnt="17"/>
      <dgm:spPr/>
    </dgm:pt>
    <dgm:pt modelId="{1F81B0A0-D5D7-485F-BFFE-E1C099762D92}" type="pres">
      <dgm:prSet presAssocID="{024B4C0D-5543-403B-BD95-CC8A334210BE}" presName="node" presStyleLbl="node1" presStyleIdx="12" presStyleCnt="18">
        <dgm:presLayoutVars>
          <dgm:bulletEnabled val="1"/>
        </dgm:presLayoutVars>
      </dgm:prSet>
      <dgm:spPr/>
    </dgm:pt>
    <dgm:pt modelId="{E5D8BAF3-2D94-4ABE-A14D-F23D4E3BB6E1}" type="pres">
      <dgm:prSet presAssocID="{59FE8D79-1248-4A27-BA9F-B657D4C57350}" presName="sibTrans" presStyleLbl="sibTrans1D1" presStyleIdx="12" presStyleCnt="17"/>
      <dgm:spPr/>
    </dgm:pt>
    <dgm:pt modelId="{B1D18FF4-3FD9-4890-B666-6702F04ADE96}" type="pres">
      <dgm:prSet presAssocID="{59FE8D79-1248-4A27-BA9F-B657D4C57350}" presName="connectorText" presStyleLbl="sibTrans1D1" presStyleIdx="12" presStyleCnt="17"/>
      <dgm:spPr/>
    </dgm:pt>
    <dgm:pt modelId="{19250991-8FCE-4B07-B632-8F16910D0088}" type="pres">
      <dgm:prSet presAssocID="{24816CDF-B52F-4419-9F24-0FADE8425ED2}" presName="node" presStyleLbl="node1" presStyleIdx="13" presStyleCnt="18">
        <dgm:presLayoutVars>
          <dgm:bulletEnabled val="1"/>
        </dgm:presLayoutVars>
      </dgm:prSet>
      <dgm:spPr/>
    </dgm:pt>
    <dgm:pt modelId="{26FC9B90-C2A7-4DD5-9565-27B95D93056E}" type="pres">
      <dgm:prSet presAssocID="{5C401C2A-6675-491F-AD82-5E0CC907F829}" presName="sibTrans" presStyleLbl="sibTrans1D1" presStyleIdx="13" presStyleCnt="17"/>
      <dgm:spPr/>
    </dgm:pt>
    <dgm:pt modelId="{A3D03B3A-2D39-42AE-861C-26C01F8CB739}" type="pres">
      <dgm:prSet presAssocID="{5C401C2A-6675-491F-AD82-5E0CC907F829}" presName="connectorText" presStyleLbl="sibTrans1D1" presStyleIdx="13" presStyleCnt="17"/>
      <dgm:spPr/>
    </dgm:pt>
    <dgm:pt modelId="{F86C996A-615A-42A0-AAD5-DCF4560D8D12}" type="pres">
      <dgm:prSet presAssocID="{1C5CFB26-ECF4-4E7D-971C-69FE80478FCC}" presName="node" presStyleLbl="node1" presStyleIdx="14" presStyleCnt="18">
        <dgm:presLayoutVars>
          <dgm:bulletEnabled val="1"/>
        </dgm:presLayoutVars>
      </dgm:prSet>
      <dgm:spPr/>
    </dgm:pt>
    <dgm:pt modelId="{42C8818B-C908-48F6-ADF5-5476BDBF50B3}" type="pres">
      <dgm:prSet presAssocID="{10D8D058-D75F-4B5D-A7EB-9D50DEF1F035}" presName="sibTrans" presStyleLbl="sibTrans1D1" presStyleIdx="14" presStyleCnt="17"/>
      <dgm:spPr/>
    </dgm:pt>
    <dgm:pt modelId="{BC3E071E-4692-4085-B5A4-B8A9837C1D7C}" type="pres">
      <dgm:prSet presAssocID="{10D8D058-D75F-4B5D-A7EB-9D50DEF1F035}" presName="connectorText" presStyleLbl="sibTrans1D1" presStyleIdx="14" presStyleCnt="17"/>
      <dgm:spPr/>
    </dgm:pt>
    <dgm:pt modelId="{C8753321-CE83-4793-B443-749E95588D63}" type="pres">
      <dgm:prSet presAssocID="{AE6A2E59-8376-4337-9D2B-0B0B50A22FC7}" presName="node" presStyleLbl="node1" presStyleIdx="15" presStyleCnt="18">
        <dgm:presLayoutVars>
          <dgm:bulletEnabled val="1"/>
        </dgm:presLayoutVars>
      </dgm:prSet>
      <dgm:spPr/>
    </dgm:pt>
    <dgm:pt modelId="{9E1D1F6A-9699-4104-AF03-0C18BABA241E}" type="pres">
      <dgm:prSet presAssocID="{336FEAFC-7BF2-4D1C-8DEB-072E4FCBA1E7}" presName="sibTrans" presStyleLbl="sibTrans1D1" presStyleIdx="15" presStyleCnt="17"/>
      <dgm:spPr/>
    </dgm:pt>
    <dgm:pt modelId="{E9EF2B97-8FE1-4430-9D9F-C6ECE05B28FB}" type="pres">
      <dgm:prSet presAssocID="{336FEAFC-7BF2-4D1C-8DEB-072E4FCBA1E7}" presName="connectorText" presStyleLbl="sibTrans1D1" presStyleIdx="15" presStyleCnt="17"/>
      <dgm:spPr/>
    </dgm:pt>
    <dgm:pt modelId="{DBD24ADC-765D-4A7F-8778-E4FD534A1D21}" type="pres">
      <dgm:prSet presAssocID="{98671E1C-E232-46F5-932C-9576303F036E}" presName="node" presStyleLbl="node1" presStyleIdx="16" presStyleCnt="18">
        <dgm:presLayoutVars>
          <dgm:bulletEnabled val="1"/>
        </dgm:presLayoutVars>
      </dgm:prSet>
      <dgm:spPr/>
    </dgm:pt>
    <dgm:pt modelId="{6AC34F56-FFD7-43D1-9E0D-18CFAC2E0B57}" type="pres">
      <dgm:prSet presAssocID="{75E353DC-12A3-4323-AF34-74635850C020}" presName="sibTrans" presStyleLbl="sibTrans1D1" presStyleIdx="16" presStyleCnt="17"/>
      <dgm:spPr/>
    </dgm:pt>
    <dgm:pt modelId="{BBCFE2AC-B034-424B-B5CD-B8F14F824096}" type="pres">
      <dgm:prSet presAssocID="{75E353DC-12A3-4323-AF34-74635850C020}" presName="connectorText" presStyleLbl="sibTrans1D1" presStyleIdx="16" presStyleCnt="17"/>
      <dgm:spPr/>
    </dgm:pt>
    <dgm:pt modelId="{ACFDE726-9DC9-4223-9553-4719DEF49FA3}" type="pres">
      <dgm:prSet presAssocID="{677B1117-2378-4957-803F-E6F5B1E33423}" presName="node" presStyleLbl="node1" presStyleIdx="17" presStyleCnt="18">
        <dgm:presLayoutVars>
          <dgm:bulletEnabled val="1"/>
        </dgm:presLayoutVars>
      </dgm:prSet>
      <dgm:spPr/>
    </dgm:pt>
  </dgm:ptLst>
  <dgm:cxnLst>
    <dgm:cxn modelId="{BA52F501-E9B4-4FBA-A596-EA0D0578A368}" type="presOf" srcId="{F9E75E85-F945-4E7C-9E4D-9BE132CB5ECE}" destId="{BB43A36A-6612-4AAF-941E-56E47CD23567}" srcOrd="0" destOrd="0" presId="urn:microsoft.com/office/officeart/2016/7/layout/RepeatingBendingProcessNew"/>
    <dgm:cxn modelId="{6820EB02-A217-418A-B3E0-D011BD5231EA}" type="presOf" srcId="{C9D00C15-B93D-489C-95BE-3F9643CEB773}" destId="{E0B67D6C-1C49-40F2-9942-7A8AF9B8D1CD}" srcOrd="1" destOrd="0" presId="urn:microsoft.com/office/officeart/2016/7/layout/RepeatingBendingProcessNew"/>
    <dgm:cxn modelId="{F7217006-0EAF-4445-821E-00D2AC8B9783}" srcId="{BC9801CE-DF89-4673-98C8-8758E13F4B2D}" destId="{453190E5-2E84-44DA-8847-124640911D7C}" srcOrd="6" destOrd="0" parTransId="{C20C4E52-CF03-46D4-9673-B1424449EC82}" sibTransId="{C9D00C15-B93D-489C-95BE-3F9643CEB773}"/>
    <dgm:cxn modelId="{F64AA909-E9C4-451F-BD53-23FD09A819F3}" type="presOf" srcId="{75E353DC-12A3-4323-AF34-74635850C020}" destId="{6AC34F56-FFD7-43D1-9E0D-18CFAC2E0B57}" srcOrd="0" destOrd="0" presId="urn:microsoft.com/office/officeart/2016/7/layout/RepeatingBendingProcessNew"/>
    <dgm:cxn modelId="{31CACE0A-6ED5-48AB-A469-F1BA38082FBC}" type="presOf" srcId="{888C78F3-A98D-4CF0-B5C9-0C01FEF07E89}" destId="{7D8D966C-A6AE-481C-85C6-A55F26E6BAAA}" srcOrd="0" destOrd="0" presId="urn:microsoft.com/office/officeart/2016/7/layout/RepeatingBendingProcessNew"/>
    <dgm:cxn modelId="{FE407110-3F5B-4B84-8F5B-634AC15EED5D}" type="presOf" srcId="{AE6A2E59-8376-4337-9D2B-0B0B50A22FC7}" destId="{C8753321-CE83-4793-B443-749E95588D63}" srcOrd="0" destOrd="0" presId="urn:microsoft.com/office/officeart/2016/7/layout/RepeatingBendingProcessNew"/>
    <dgm:cxn modelId="{4852A610-2B6E-4A44-91FA-AE0F273F4763}" type="presOf" srcId="{336FEAFC-7BF2-4D1C-8DEB-072E4FCBA1E7}" destId="{E9EF2B97-8FE1-4430-9D9F-C6ECE05B28FB}" srcOrd="1" destOrd="0" presId="urn:microsoft.com/office/officeart/2016/7/layout/RepeatingBendingProcessNew"/>
    <dgm:cxn modelId="{8EE71213-12A7-4999-8217-ED87E4D71E80}" type="presOf" srcId="{677B1117-2378-4957-803F-E6F5B1E33423}" destId="{ACFDE726-9DC9-4223-9553-4719DEF49FA3}" srcOrd="0" destOrd="0" presId="urn:microsoft.com/office/officeart/2016/7/layout/RepeatingBendingProcessNew"/>
    <dgm:cxn modelId="{95D86521-990F-4753-A21C-A272F1D57FE4}" srcId="{BC9801CE-DF89-4673-98C8-8758E13F4B2D}" destId="{8D2B10B9-F5E1-4201-986B-C4BABEF77A3D}" srcOrd="4" destOrd="0" parTransId="{457C8BA1-A1C6-4F21-8F76-869C1975C008}" sibTransId="{C0B7D018-B239-4847-B00C-9C42EA916791}"/>
    <dgm:cxn modelId="{65BF5621-ED78-4A0D-9CB1-BE557CE733AD}" srcId="{BC9801CE-DF89-4673-98C8-8758E13F4B2D}" destId="{024B4C0D-5543-403B-BD95-CC8A334210BE}" srcOrd="12" destOrd="0" parTransId="{0355DA1A-F077-4EB7-AB77-5CAA59AACD8C}" sibTransId="{59FE8D79-1248-4A27-BA9F-B657D4C57350}"/>
    <dgm:cxn modelId="{FEC84023-B61D-40D9-A4A4-DF13274ED8C7}" srcId="{BC9801CE-DF89-4673-98C8-8758E13F4B2D}" destId="{17280899-2A2C-4299-A4F4-BE808CFB2792}" srcOrd="8" destOrd="0" parTransId="{6F86BE33-A1A5-40F6-BC24-4B06D9ED5041}" sibTransId="{CF82430F-A6A4-4043-A68C-4A90830B723B}"/>
    <dgm:cxn modelId="{CCD26E24-4609-4579-BB4F-3B2BC8570B1D}" type="presOf" srcId="{75E353DC-12A3-4323-AF34-74635850C020}" destId="{BBCFE2AC-B034-424B-B5CD-B8F14F824096}" srcOrd="1" destOrd="0" presId="urn:microsoft.com/office/officeart/2016/7/layout/RepeatingBendingProcessNew"/>
    <dgm:cxn modelId="{78040C25-8C49-4662-A64F-95FF07543963}" type="presOf" srcId="{7C5E31FD-D334-4BC5-A016-348B718F904A}" destId="{8815E5C9-AB9C-4D41-9161-D7647D96E881}" srcOrd="1" destOrd="0" presId="urn:microsoft.com/office/officeart/2016/7/layout/RepeatingBendingProcessNew"/>
    <dgm:cxn modelId="{247B3F2F-8B1E-422B-B039-014EFFAAA902}" type="presOf" srcId="{DA75FD7B-706D-44CD-B198-E92A833A8828}" destId="{16FA6412-5BD1-4027-B284-887F5E27194F}" srcOrd="1" destOrd="0" presId="urn:microsoft.com/office/officeart/2016/7/layout/RepeatingBendingProcessNew"/>
    <dgm:cxn modelId="{2B059C3B-F03B-427C-8E4A-72D20E73E41B}" type="presOf" srcId="{BC9801CE-DF89-4673-98C8-8758E13F4B2D}" destId="{8D1050EF-9D6A-40DD-AF04-9E0888205CDA}" srcOrd="0" destOrd="0" presId="urn:microsoft.com/office/officeart/2016/7/layout/RepeatingBendingProcessNew"/>
    <dgm:cxn modelId="{080CA43E-2CEE-44B3-B492-A7BC1A066507}" srcId="{BC9801CE-DF89-4673-98C8-8758E13F4B2D}" destId="{1C5CFB26-ECF4-4E7D-971C-69FE80478FCC}" srcOrd="14" destOrd="0" parTransId="{06C2DAE4-9DD5-4249-B380-5E8EC4C0B2B3}" sibTransId="{10D8D058-D75F-4B5D-A7EB-9D50DEF1F035}"/>
    <dgm:cxn modelId="{D211A75D-55BA-47A4-8058-19C25B7FCEDF}" type="presOf" srcId="{A7ADD4FF-6836-4397-B8AA-53DF7C9555F6}" destId="{A4FB4665-A961-46D6-8CB2-0FBEB82F4A44}" srcOrd="1" destOrd="0" presId="urn:microsoft.com/office/officeart/2016/7/layout/RepeatingBendingProcessNew"/>
    <dgm:cxn modelId="{A2FFAA5D-34F8-4095-8138-81772C883AF1}" type="presOf" srcId="{8D2B10B9-F5E1-4201-986B-C4BABEF77A3D}" destId="{A3787322-7B2C-41CD-95ED-975BBA2C3AC5}" srcOrd="0" destOrd="0" presId="urn:microsoft.com/office/officeart/2016/7/layout/RepeatingBendingProcessNew"/>
    <dgm:cxn modelId="{4E1FBA60-CC23-444D-97ED-F43C4585F10D}" type="presOf" srcId="{CF82430F-A6A4-4043-A68C-4A90830B723B}" destId="{D16F1FB2-1C3C-4F76-99B5-A0D61ED3C7DE}" srcOrd="1" destOrd="0" presId="urn:microsoft.com/office/officeart/2016/7/layout/RepeatingBendingProcessNew"/>
    <dgm:cxn modelId="{8000C961-2731-44D9-952E-2B9A0CF16AA1}" type="presOf" srcId="{98671E1C-E232-46F5-932C-9576303F036E}" destId="{DBD24ADC-765D-4A7F-8778-E4FD534A1D21}" srcOrd="0" destOrd="0" presId="urn:microsoft.com/office/officeart/2016/7/layout/RepeatingBendingProcessNew"/>
    <dgm:cxn modelId="{80D17A43-D880-4C06-824B-3D1C76579278}" type="presOf" srcId="{7C5E31FD-D334-4BC5-A016-348B718F904A}" destId="{2BB11317-F550-46FD-A153-A739DEBF481D}" srcOrd="0" destOrd="0" presId="urn:microsoft.com/office/officeart/2016/7/layout/RepeatingBendingProcessNew"/>
    <dgm:cxn modelId="{61E2CB43-DDCE-499F-91A1-D20CF2F90E0A}" type="presOf" srcId="{C0B7D018-B239-4847-B00C-9C42EA916791}" destId="{C3372C14-F770-4A9B-83FB-5CF9FEE4B9CE}" srcOrd="1" destOrd="0" presId="urn:microsoft.com/office/officeart/2016/7/layout/RepeatingBendingProcessNew"/>
    <dgm:cxn modelId="{524E594A-6FAE-46E8-B504-64C53529463A}" type="presOf" srcId="{E7A27982-CD05-4AB6-A588-77D2D650DBBE}" destId="{66355426-1992-4943-A470-3708C128E731}" srcOrd="0" destOrd="0" presId="urn:microsoft.com/office/officeart/2016/7/layout/RepeatingBendingProcessNew"/>
    <dgm:cxn modelId="{B7CDC56A-AB64-413F-9EDF-E461C7AFAB0A}" type="presOf" srcId="{17280899-2A2C-4299-A4F4-BE808CFB2792}" destId="{D92614D7-FDB0-4547-AD44-EC18D23A5424}" srcOrd="0" destOrd="0" presId="urn:microsoft.com/office/officeart/2016/7/layout/RepeatingBendingProcessNew"/>
    <dgm:cxn modelId="{B493176B-7CE3-47DD-A633-FBD96755E66A}" srcId="{BC9801CE-DF89-4673-98C8-8758E13F4B2D}" destId="{677B1117-2378-4957-803F-E6F5B1E33423}" srcOrd="17" destOrd="0" parTransId="{132B532E-96E3-4CD1-BF63-1B451567F53D}" sibTransId="{E5CC8FF6-EB18-42F7-93AD-2372D44DB746}"/>
    <dgm:cxn modelId="{E0D5DD6B-2418-4F0F-A2FF-A286077BF1B4}" type="presOf" srcId="{6DED95C8-16A6-4C75-BBFA-A450B0D7D7AF}" destId="{D07B4D55-CED2-4817-9F58-8A406EA085A1}" srcOrd="0" destOrd="0" presId="urn:microsoft.com/office/officeart/2016/7/layout/RepeatingBendingProcessNew"/>
    <dgm:cxn modelId="{05256C6C-A11A-4BC3-9161-CEFCBA6F24C8}" type="presOf" srcId="{1C5CFB26-ECF4-4E7D-971C-69FE80478FCC}" destId="{F86C996A-615A-42A0-AAD5-DCF4560D8D12}" srcOrd="0" destOrd="0" presId="urn:microsoft.com/office/officeart/2016/7/layout/RepeatingBendingProcessNew"/>
    <dgm:cxn modelId="{3C06864F-F16B-42EF-9E07-DB483EE06976}" srcId="{BC9801CE-DF89-4673-98C8-8758E13F4B2D}" destId="{24A17CE0-4B29-4654-9F41-B3B3C239915C}" srcOrd="5" destOrd="0" parTransId="{F39BC88D-2931-4936-8890-6108B0E038B9}" sibTransId="{0D8BB634-7D5E-44F9-A0B7-A9E761AE436F}"/>
    <dgm:cxn modelId="{B5B27650-0392-4BDA-9F3F-62ABD00F4DE8}" type="presOf" srcId="{10D8D058-D75F-4B5D-A7EB-9D50DEF1F035}" destId="{42C8818B-C908-48F6-ADF5-5476BDBF50B3}" srcOrd="0" destOrd="0" presId="urn:microsoft.com/office/officeart/2016/7/layout/RepeatingBendingProcessNew"/>
    <dgm:cxn modelId="{4B4B1A52-02C8-4479-81FB-1CE4E93B2041}" type="presOf" srcId="{5C401C2A-6675-491F-AD82-5E0CC907F829}" destId="{26FC9B90-C2A7-4DD5-9565-27B95D93056E}" srcOrd="0" destOrd="0" presId="urn:microsoft.com/office/officeart/2016/7/layout/RepeatingBendingProcessNew"/>
    <dgm:cxn modelId="{604A8F72-1BBD-4E7C-AF73-8EAE5FBA7C50}" type="presOf" srcId="{C9D00C15-B93D-489C-95BE-3F9643CEB773}" destId="{6F3F0E74-1080-4A01-B253-55500431480B}" srcOrd="0" destOrd="0" presId="urn:microsoft.com/office/officeart/2016/7/layout/RepeatingBendingProcessNew"/>
    <dgm:cxn modelId="{8F466F54-9E99-49FC-8337-8A4727F016FF}" type="presOf" srcId="{A7ADD4FF-6836-4397-B8AA-53DF7C9555F6}" destId="{5DEC8EEB-7EEB-4C7D-95B2-169CC4381BFE}" srcOrd="0" destOrd="0" presId="urn:microsoft.com/office/officeart/2016/7/layout/RepeatingBendingProcessNew"/>
    <dgm:cxn modelId="{B8561A55-F972-4919-B59A-9386E063EFEF}" type="presOf" srcId="{C0B7D018-B239-4847-B00C-9C42EA916791}" destId="{133A7CC8-42DF-49CF-91FA-6CCB981566B4}" srcOrd="0" destOrd="0" presId="urn:microsoft.com/office/officeart/2016/7/layout/RepeatingBendingProcessNew"/>
    <dgm:cxn modelId="{079F0177-1EF7-4038-8E49-49C71207C6DC}" type="presOf" srcId="{2E70318E-77D2-40DE-AA46-4198C7F94C94}" destId="{E0742872-7A34-494D-BB74-F180236A243E}" srcOrd="1" destOrd="0" presId="urn:microsoft.com/office/officeart/2016/7/layout/RepeatingBendingProcessNew"/>
    <dgm:cxn modelId="{6D50C159-5562-462B-9834-3CB4B9DDB4B8}" type="presOf" srcId="{CF7658B8-F032-4A20-8A10-14F9B4FDACD5}" destId="{A3E549C1-A7C2-4C43-9874-1703341448B9}" srcOrd="0" destOrd="0" presId="urn:microsoft.com/office/officeart/2016/7/layout/RepeatingBendingProcessNew"/>
    <dgm:cxn modelId="{6BE7545A-2817-46F1-A757-C61AF7EC7C16}" type="presOf" srcId="{0D8BB634-7D5E-44F9-A0B7-A9E761AE436F}" destId="{B13B2C2C-A0F1-4C85-9B1E-E3CF96906A93}" srcOrd="0" destOrd="0" presId="urn:microsoft.com/office/officeart/2016/7/layout/RepeatingBendingProcessNew"/>
    <dgm:cxn modelId="{C4EB4F7C-EFF0-4D3F-80B4-4F0B66B4DA1C}" type="presOf" srcId="{DA75FD7B-706D-44CD-B198-E92A833A8828}" destId="{B4B06EF0-5220-4BF4-832E-F6789CF0399C}" srcOrd="0" destOrd="0" presId="urn:microsoft.com/office/officeart/2016/7/layout/RepeatingBendingProcessNew"/>
    <dgm:cxn modelId="{41AF5F81-72D7-42E5-88BB-DDF7126E9BF8}" type="presOf" srcId="{F9E75E85-F945-4E7C-9E4D-9BE132CB5ECE}" destId="{7D122630-E4A7-426A-87F8-35100962065D}" srcOrd="1" destOrd="0" presId="urn:microsoft.com/office/officeart/2016/7/layout/RepeatingBendingProcessNew"/>
    <dgm:cxn modelId="{2A7E1485-6BAC-472D-8061-5FFD1835098A}" type="presOf" srcId="{0D8BB634-7D5E-44F9-A0B7-A9E761AE436F}" destId="{E794F1A1-CD69-4AB2-B74D-8661941B107C}" srcOrd="1" destOrd="0" presId="urn:microsoft.com/office/officeart/2016/7/layout/RepeatingBendingProcessNew"/>
    <dgm:cxn modelId="{93481D86-824F-475D-B514-6E6EAAC074BB}" type="presOf" srcId="{6F55C905-1F76-443B-A9C7-6BA9C2C98BB0}" destId="{B326F412-E032-40FB-A2CA-86284F3A07FB}" srcOrd="0" destOrd="0" presId="urn:microsoft.com/office/officeart/2016/7/layout/RepeatingBendingProcessNew"/>
    <dgm:cxn modelId="{EBC76287-05C1-4278-9DB4-31FC1274BED3}" srcId="{BC9801CE-DF89-4673-98C8-8758E13F4B2D}" destId="{98671E1C-E232-46F5-932C-9576303F036E}" srcOrd="16" destOrd="0" parTransId="{4EC4D0D9-2735-4C4E-8CAC-08A3943C31F1}" sibTransId="{75E353DC-12A3-4323-AF34-74635850C020}"/>
    <dgm:cxn modelId="{5D609087-F117-489F-A62F-E97EEA640273}" type="presOf" srcId="{24816CDF-B52F-4419-9F24-0FADE8425ED2}" destId="{19250991-8FCE-4B07-B632-8F16910D0088}" srcOrd="0" destOrd="0" presId="urn:microsoft.com/office/officeart/2016/7/layout/RepeatingBendingProcessNew"/>
    <dgm:cxn modelId="{E93F598E-D0A1-467D-8E7B-EF1C031ED570}" srcId="{BC9801CE-DF89-4673-98C8-8758E13F4B2D}" destId="{70F67CD8-5D1E-4EC2-892B-1B502D86D839}" srcOrd="2" destOrd="0" parTransId="{48D0C394-299B-497C-9B73-D6A10773C66C}" sibTransId="{F9E75E85-F945-4E7C-9E4D-9BE132CB5ECE}"/>
    <dgm:cxn modelId="{1FDBFA8E-1AB2-42B2-89C4-267822B5642C}" type="presOf" srcId="{336FEAFC-7BF2-4D1C-8DEB-072E4FCBA1E7}" destId="{9E1D1F6A-9699-4104-AF03-0C18BABA241E}" srcOrd="0" destOrd="0" presId="urn:microsoft.com/office/officeart/2016/7/layout/RepeatingBendingProcessNew"/>
    <dgm:cxn modelId="{3A566098-E554-462A-978B-A35E22050131}" srcId="{BC9801CE-DF89-4673-98C8-8758E13F4B2D}" destId="{511B25B8-E241-4736-BCD3-28E65C89429E}" srcOrd="3" destOrd="0" parTransId="{D3D2812B-2B33-4D3D-BD88-FFE4806BC14D}" sibTransId="{B76170AE-8440-45E8-A9E6-617D0F5C01CB}"/>
    <dgm:cxn modelId="{00D55E9F-B013-4C74-9D7C-014C62A82226}" type="presOf" srcId="{B76170AE-8440-45E8-A9E6-617D0F5C01CB}" destId="{59424058-1C7B-4F91-95A0-0B3B88BF05DF}" srcOrd="1" destOrd="0" presId="urn:microsoft.com/office/officeart/2016/7/layout/RepeatingBendingProcessNew"/>
    <dgm:cxn modelId="{DFC525AD-3C71-4A4F-84ED-782CEA0A10BA}" type="presOf" srcId="{B76170AE-8440-45E8-A9E6-617D0F5C01CB}" destId="{6ADF5652-0B93-400F-8EE8-93F3288001CC}" srcOrd="0" destOrd="0" presId="urn:microsoft.com/office/officeart/2016/7/layout/RepeatingBendingProcessNew"/>
    <dgm:cxn modelId="{850EEFB3-41B2-40FB-8EBC-97ED08207D0D}" type="presOf" srcId="{CF82430F-A6A4-4043-A68C-4A90830B723B}" destId="{ADDD9D6A-6F90-4ECB-8DC7-9F46B8CFB301}" srcOrd="0" destOrd="0" presId="urn:microsoft.com/office/officeart/2016/7/layout/RepeatingBendingProcessNew"/>
    <dgm:cxn modelId="{DD176DB8-B14F-4242-ADF6-50B19BA65269}" srcId="{BC9801CE-DF89-4673-98C8-8758E13F4B2D}" destId="{6F55C905-1F76-443B-A9C7-6BA9C2C98BB0}" srcOrd="11" destOrd="0" parTransId="{EBB64E04-EE81-45CD-9319-137A25503C56}" sibTransId="{2E70318E-77D2-40DE-AA46-4198C7F94C94}"/>
    <dgm:cxn modelId="{3520EFBB-B448-49E1-8680-6B0F995A523A}" srcId="{BC9801CE-DF89-4673-98C8-8758E13F4B2D}" destId="{1B2F812C-86D0-4059-B9E9-01D763C342E9}" srcOrd="9" destOrd="0" parTransId="{E3EB6A81-5371-4D53-B0C2-9CC50A49F3D8}" sibTransId="{E7A27982-CD05-4AB6-A588-77D2D650DBBE}"/>
    <dgm:cxn modelId="{38F1B6BE-5D07-40F3-8DA4-A71C2A4EC264}" srcId="{BC9801CE-DF89-4673-98C8-8758E13F4B2D}" destId="{CF7658B8-F032-4A20-8A10-14F9B4FDACD5}" srcOrd="0" destOrd="0" parTransId="{0E34C838-5C74-440E-BA5D-751B9DE9723B}" sibTransId="{DA75FD7B-706D-44CD-B198-E92A833A8828}"/>
    <dgm:cxn modelId="{B7FBB8BF-0AD5-4E92-8216-58322073A397}" type="presOf" srcId="{511B25B8-E241-4736-BCD3-28E65C89429E}" destId="{12C7334D-AB73-46F3-945B-AE87A77515DD}" srcOrd="0" destOrd="0" presId="urn:microsoft.com/office/officeart/2016/7/layout/RepeatingBendingProcessNew"/>
    <dgm:cxn modelId="{386219C9-B1C0-4769-9082-FF314385535A}" type="presOf" srcId="{10D8D058-D75F-4B5D-A7EB-9D50DEF1F035}" destId="{BC3E071E-4692-4085-B5A4-B8A9837C1D7C}" srcOrd="1" destOrd="0" presId="urn:microsoft.com/office/officeart/2016/7/layout/RepeatingBendingProcessNew"/>
    <dgm:cxn modelId="{931B88CE-1A1F-4D40-8D40-AC9A2178B5EA}" type="presOf" srcId="{453190E5-2E84-44DA-8847-124640911D7C}" destId="{5E5A686E-FBD4-4DA3-BA62-5AE178C343B8}" srcOrd="0" destOrd="0" presId="urn:microsoft.com/office/officeart/2016/7/layout/RepeatingBendingProcessNew"/>
    <dgm:cxn modelId="{1A8864D1-C300-4F91-9F84-23CF1EAE688D}" type="presOf" srcId="{5F1611FE-963C-4A60-9833-A59222622840}" destId="{5A4E00EF-D0FC-440C-9A3D-11AD2D679A18}" srcOrd="0" destOrd="0" presId="urn:microsoft.com/office/officeart/2016/7/layout/RepeatingBendingProcessNew"/>
    <dgm:cxn modelId="{DC1829D7-336F-4BBA-87B4-91C9AEAAF855}" srcId="{BC9801CE-DF89-4673-98C8-8758E13F4B2D}" destId="{2BD81FE2-3B61-4D4C-941E-269F06A854C3}" srcOrd="1" destOrd="0" parTransId="{AF95B378-29D0-4F1C-A168-DDEBE463E66D}" sibTransId="{6DED95C8-16A6-4C75-BBFA-A450B0D7D7AF}"/>
    <dgm:cxn modelId="{0662A4DE-41CA-4DB2-B420-3AA290720D11}" type="presOf" srcId="{1B2F812C-86D0-4059-B9E9-01D763C342E9}" destId="{E2F8F03A-7159-4D3C-8FF3-A7FD9ACB6B95}" srcOrd="0" destOrd="0" presId="urn:microsoft.com/office/officeart/2016/7/layout/RepeatingBendingProcessNew"/>
    <dgm:cxn modelId="{36FB15E0-FB4F-49A4-BD4A-DAD8224E9AB6}" type="presOf" srcId="{2BD81FE2-3B61-4D4C-941E-269F06A854C3}" destId="{A9610404-025B-482A-BC31-FC4808F2D4F4}" srcOrd="0" destOrd="0" presId="urn:microsoft.com/office/officeart/2016/7/layout/RepeatingBendingProcessNew"/>
    <dgm:cxn modelId="{A675B6E0-9996-4A84-B246-6BB584E90D63}" srcId="{BC9801CE-DF89-4673-98C8-8758E13F4B2D}" destId="{AE6A2E59-8376-4337-9D2B-0B0B50A22FC7}" srcOrd="15" destOrd="0" parTransId="{D4D74B5C-2517-484B-817C-02CCF23E40C9}" sibTransId="{336FEAFC-7BF2-4D1C-8DEB-072E4FCBA1E7}"/>
    <dgm:cxn modelId="{887728E1-E034-4B6E-9AB9-BD01B6C433C3}" type="presOf" srcId="{6DED95C8-16A6-4C75-BBFA-A450B0D7D7AF}" destId="{0D914C02-A7D9-4EFC-9C1D-8567F63B9B69}" srcOrd="1" destOrd="0" presId="urn:microsoft.com/office/officeart/2016/7/layout/RepeatingBendingProcessNew"/>
    <dgm:cxn modelId="{24900BE2-4D51-4578-821E-1A0691EA5311}" srcId="{BC9801CE-DF89-4673-98C8-8758E13F4B2D}" destId="{24816CDF-B52F-4419-9F24-0FADE8425ED2}" srcOrd="13" destOrd="0" parTransId="{9DECAA4E-1F3C-4E2E-89C3-B211FEAFF5B5}" sibTransId="{5C401C2A-6675-491F-AD82-5E0CC907F829}"/>
    <dgm:cxn modelId="{1E5F33E4-093A-4A34-8AB7-EE993EFAE7AB}" type="presOf" srcId="{59FE8D79-1248-4A27-BA9F-B657D4C57350}" destId="{E5D8BAF3-2D94-4ABE-A14D-F23D4E3BB6E1}" srcOrd="0" destOrd="0" presId="urn:microsoft.com/office/officeart/2016/7/layout/RepeatingBendingProcessNew"/>
    <dgm:cxn modelId="{35B0C7E5-DD32-4EF4-9028-DD039F9B19F5}" srcId="{BC9801CE-DF89-4673-98C8-8758E13F4B2D}" destId="{5F1611FE-963C-4A60-9833-A59222622840}" srcOrd="10" destOrd="0" parTransId="{8938D995-8568-4D49-B815-4646237FA884}" sibTransId="{A7ADD4FF-6836-4397-B8AA-53DF7C9555F6}"/>
    <dgm:cxn modelId="{B3BC28E9-F261-4212-B5F7-95000CCB5E0F}" srcId="{BC9801CE-DF89-4673-98C8-8758E13F4B2D}" destId="{888C78F3-A98D-4CF0-B5C9-0C01FEF07E89}" srcOrd="7" destOrd="0" parTransId="{78C14759-EF5F-4837-945F-1FCD20595265}" sibTransId="{7C5E31FD-D334-4BC5-A016-348B718F904A}"/>
    <dgm:cxn modelId="{3F74F1E9-98E9-4BED-B59D-FEBECC6209D1}" type="presOf" srcId="{70F67CD8-5D1E-4EC2-892B-1B502D86D839}" destId="{D5E8BE21-A83E-45AF-AACA-00C453BC8F2A}" srcOrd="0" destOrd="0" presId="urn:microsoft.com/office/officeart/2016/7/layout/RepeatingBendingProcessNew"/>
    <dgm:cxn modelId="{AA0525EA-BF78-455D-8D8C-3E972E2AE367}" type="presOf" srcId="{5C401C2A-6675-491F-AD82-5E0CC907F829}" destId="{A3D03B3A-2D39-42AE-861C-26C01F8CB739}" srcOrd="1" destOrd="0" presId="urn:microsoft.com/office/officeart/2016/7/layout/RepeatingBendingProcessNew"/>
    <dgm:cxn modelId="{714E08F2-766F-4AD2-9954-4B0E126FD422}" type="presOf" srcId="{59FE8D79-1248-4A27-BA9F-B657D4C57350}" destId="{B1D18FF4-3FD9-4890-B666-6702F04ADE96}" srcOrd="1" destOrd="0" presId="urn:microsoft.com/office/officeart/2016/7/layout/RepeatingBendingProcessNew"/>
    <dgm:cxn modelId="{2BDCE6F3-BDED-4BA9-9837-40C30FAC973E}" type="presOf" srcId="{2E70318E-77D2-40DE-AA46-4198C7F94C94}" destId="{377810AB-3EB6-4770-8D37-4144B5E59603}" srcOrd="0" destOrd="0" presId="urn:microsoft.com/office/officeart/2016/7/layout/RepeatingBendingProcessNew"/>
    <dgm:cxn modelId="{4EDC99F9-B421-4378-AF9B-B7084E12B243}" type="presOf" srcId="{024B4C0D-5543-403B-BD95-CC8A334210BE}" destId="{1F81B0A0-D5D7-485F-BFFE-E1C099762D92}" srcOrd="0" destOrd="0" presId="urn:microsoft.com/office/officeart/2016/7/layout/RepeatingBendingProcessNew"/>
    <dgm:cxn modelId="{8AE59FFC-E37D-440B-A42D-8E92D9C2040D}" type="presOf" srcId="{24A17CE0-4B29-4654-9F41-B3B3C239915C}" destId="{8E1B34B5-D3C6-4DD7-9BE2-98F89B88CEE1}" srcOrd="0" destOrd="0" presId="urn:microsoft.com/office/officeart/2016/7/layout/RepeatingBendingProcessNew"/>
    <dgm:cxn modelId="{64E8C0FF-D6BF-416D-8C04-060D826DE07F}" type="presOf" srcId="{E7A27982-CD05-4AB6-A588-77D2D650DBBE}" destId="{995734DD-329D-4B33-BA98-752862D91818}" srcOrd="1" destOrd="0" presId="urn:microsoft.com/office/officeart/2016/7/layout/RepeatingBendingProcessNew"/>
    <dgm:cxn modelId="{CC792847-DD2A-4825-8079-985644CA5CEF}" type="presParOf" srcId="{8D1050EF-9D6A-40DD-AF04-9E0888205CDA}" destId="{A3E549C1-A7C2-4C43-9874-1703341448B9}" srcOrd="0" destOrd="0" presId="urn:microsoft.com/office/officeart/2016/7/layout/RepeatingBendingProcessNew"/>
    <dgm:cxn modelId="{93B4EE35-83D3-4A5B-923D-A0AA02A61CBD}" type="presParOf" srcId="{8D1050EF-9D6A-40DD-AF04-9E0888205CDA}" destId="{B4B06EF0-5220-4BF4-832E-F6789CF0399C}" srcOrd="1" destOrd="0" presId="urn:microsoft.com/office/officeart/2016/7/layout/RepeatingBendingProcessNew"/>
    <dgm:cxn modelId="{D032A9D9-FA02-4EBF-B98C-E2DE75182DC8}" type="presParOf" srcId="{B4B06EF0-5220-4BF4-832E-F6789CF0399C}" destId="{16FA6412-5BD1-4027-B284-887F5E27194F}" srcOrd="0" destOrd="0" presId="urn:microsoft.com/office/officeart/2016/7/layout/RepeatingBendingProcessNew"/>
    <dgm:cxn modelId="{A85979D3-3D81-4F96-9007-0C2EBC3192F8}" type="presParOf" srcId="{8D1050EF-9D6A-40DD-AF04-9E0888205CDA}" destId="{A9610404-025B-482A-BC31-FC4808F2D4F4}" srcOrd="2" destOrd="0" presId="urn:microsoft.com/office/officeart/2016/7/layout/RepeatingBendingProcessNew"/>
    <dgm:cxn modelId="{13D0A8B8-67C1-4D76-A542-84A9A3C26BB3}" type="presParOf" srcId="{8D1050EF-9D6A-40DD-AF04-9E0888205CDA}" destId="{D07B4D55-CED2-4817-9F58-8A406EA085A1}" srcOrd="3" destOrd="0" presId="urn:microsoft.com/office/officeart/2016/7/layout/RepeatingBendingProcessNew"/>
    <dgm:cxn modelId="{A98BF9FB-9638-47D2-A206-950716870329}" type="presParOf" srcId="{D07B4D55-CED2-4817-9F58-8A406EA085A1}" destId="{0D914C02-A7D9-4EFC-9C1D-8567F63B9B69}" srcOrd="0" destOrd="0" presId="urn:microsoft.com/office/officeart/2016/7/layout/RepeatingBendingProcessNew"/>
    <dgm:cxn modelId="{238B265F-D4CF-4CD3-BCBB-FD6CF0C02A60}" type="presParOf" srcId="{8D1050EF-9D6A-40DD-AF04-9E0888205CDA}" destId="{D5E8BE21-A83E-45AF-AACA-00C453BC8F2A}" srcOrd="4" destOrd="0" presId="urn:microsoft.com/office/officeart/2016/7/layout/RepeatingBendingProcessNew"/>
    <dgm:cxn modelId="{B0D1C243-DB5A-4253-8CA8-1D98FFCA8AF0}" type="presParOf" srcId="{8D1050EF-9D6A-40DD-AF04-9E0888205CDA}" destId="{BB43A36A-6612-4AAF-941E-56E47CD23567}" srcOrd="5" destOrd="0" presId="urn:microsoft.com/office/officeart/2016/7/layout/RepeatingBendingProcessNew"/>
    <dgm:cxn modelId="{19FD210D-AE78-4315-AD76-96B9668E167A}" type="presParOf" srcId="{BB43A36A-6612-4AAF-941E-56E47CD23567}" destId="{7D122630-E4A7-426A-87F8-35100962065D}" srcOrd="0" destOrd="0" presId="urn:microsoft.com/office/officeart/2016/7/layout/RepeatingBendingProcessNew"/>
    <dgm:cxn modelId="{8582DFC6-A1FA-48C0-8D09-8F8634CC0F85}" type="presParOf" srcId="{8D1050EF-9D6A-40DD-AF04-9E0888205CDA}" destId="{12C7334D-AB73-46F3-945B-AE87A77515DD}" srcOrd="6" destOrd="0" presId="urn:microsoft.com/office/officeart/2016/7/layout/RepeatingBendingProcessNew"/>
    <dgm:cxn modelId="{E3DF0E48-88DF-4237-A378-09B02C2681D1}" type="presParOf" srcId="{8D1050EF-9D6A-40DD-AF04-9E0888205CDA}" destId="{6ADF5652-0B93-400F-8EE8-93F3288001CC}" srcOrd="7" destOrd="0" presId="urn:microsoft.com/office/officeart/2016/7/layout/RepeatingBendingProcessNew"/>
    <dgm:cxn modelId="{380F5B4A-C1A4-4BE0-BBF8-BE6E4B455A92}" type="presParOf" srcId="{6ADF5652-0B93-400F-8EE8-93F3288001CC}" destId="{59424058-1C7B-4F91-95A0-0B3B88BF05DF}" srcOrd="0" destOrd="0" presId="urn:microsoft.com/office/officeart/2016/7/layout/RepeatingBendingProcessNew"/>
    <dgm:cxn modelId="{7B1B2169-F6AB-4F95-ACB2-C3AA17354779}" type="presParOf" srcId="{8D1050EF-9D6A-40DD-AF04-9E0888205CDA}" destId="{A3787322-7B2C-41CD-95ED-975BBA2C3AC5}" srcOrd="8" destOrd="0" presId="urn:microsoft.com/office/officeart/2016/7/layout/RepeatingBendingProcessNew"/>
    <dgm:cxn modelId="{70DD3A79-A923-4DF0-A252-D9EF4ECB1FBE}" type="presParOf" srcId="{8D1050EF-9D6A-40DD-AF04-9E0888205CDA}" destId="{133A7CC8-42DF-49CF-91FA-6CCB981566B4}" srcOrd="9" destOrd="0" presId="urn:microsoft.com/office/officeart/2016/7/layout/RepeatingBendingProcessNew"/>
    <dgm:cxn modelId="{7ADF2324-589E-4388-A517-8838E012FCDE}" type="presParOf" srcId="{133A7CC8-42DF-49CF-91FA-6CCB981566B4}" destId="{C3372C14-F770-4A9B-83FB-5CF9FEE4B9CE}" srcOrd="0" destOrd="0" presId="urn:microsoft.com/office/officeart/2016/7/layout/RepeatingBendingProcessNew"/>
    <dgm:cxn modelId="{8307CEE7-5F07-4B62-A9FC-1400C5472F9C}" type="presParOf" srcId="{8D1050EF-9D6A-40DD-AF04-9E0888205CDA}" destId="{8E1B34B5-D3C6-4DD7-9BE2-98F89B88CEE1}" srcOrd="10" destOrd="0" presId="urn:microsoft.com/office/officeart/2016/7/layout/RepeatingBendingProcessNew"/>
    <dgm:cxn modelId="{0F026948-18A3-47EB-ADFD-1D155B1B4D26}" type="presParOf" srcId="{8D1050EF-9D6A-40DD-AF04-9E0888205CDA}" destId="{B13B2C2C-A0F1-4C85-9B1E-E3CF96906A93}" srcOrd="11" destOrd="0" presId="urn:microsoft.com/office/officeart/2016/7/layout/RepeatingBendingProcessNew"/>
    <dgm:cxn modelId="{671E97D1-DC5F-42D7-945F-AAD6A035960B}" type="presParOf" srcId="{B13B2C2C-A0F1-4C85-9B1E-E3CF96906A93}" destId="{E794F1A1-CD69-4AB2-B74D-8661941B107C}" srcOrd="0" destOrd="0" presId="urn:microsoft.com/office/officeart/2016/7/layout/RepeatingBendingProcessNew"/>
    <dgm:cxn modelId="{B0B828FA-D8C8-41CB-AA0D-D22AF3D4D3E1}" type="presParOf" srcId="{8D1050EF-9D6A-40DD-AF04-9E0888205CDA}" destId="{5E5A686E-FBD4-4DA3-BA62-5AE178C343B8}" srcOrd="12" destOrd="0" presId="urn:microsoft.com/office/officeart/2016/7/layout/RepeatingBendingProcessNew"/>
    <dgm:cxn modelId="{BCA0E9E1-3156-4E69-8640-97799BF86685}" type="presParOf" srcId="{8D1050EF-9D6A-40DD-AF04-9E0888205CDA}" destId="{6F3F0E74-1080-4A01-B253-55500431480B}" srcOrd="13" destOrd="0" presId="urn:microsoft.com/office/officeart/2016/7/layout/RepeatingBendingProcessNew"/>
    <dgm:cxn modelId="{AC3EF90B-F5E7-49CB-8A7B-48CEAECB996D}" type="presParOf" srcId="{6F3F0E74-1080-4A01-B253-55500431480B}" destId="{E0B67D6C-1C49-40F2-9942-7A8AF9B8D1CD}" srcOrd="0" destOrd="0" presId="urn:microsoft.com/office/officeart/2016/7/layout/RepeatingBendingProcessNew"/>
    <dgm:cxn modelId="{54DC9BE5-E816-449C-BA01-7E60861F7F29}" type="presParOf" srcId="{8D1050EF-9D6A-40DD-AF04-9E0888205CDA}" destId="{7D8D966C-A6AE-481C-85C6-A55F26E6BAAA}" srcOrd="14" destOrd="0" presId="urn:microsoft.com/office/officeart/2016/7/layout/RepeatingBendingProcessNew"/>
    <dgm:cxn modelId="{F6251A85-3410-4CCB-9FCE-C1BFDFA53042}" type="presParOf" srcId="{8D1050EF-9D6A-40DD-AF04-9E0888205CDA}" destId="{2BB11317-F550-46FD-A153-A739DEBF481D}" srcOrd="15" destOrd="0" presId="urn:microsoft.com/office/officeart/2016/7/layout/RepeatingBendingProcessNew"/>
    <dgm:cxn modelId="{C1611F64-C76F-4697-9EBD-770E68162CAE}" type="presParOf" srcId="{2BB11317-F550-46FD-A153-A739DEBF481D}" destId="{8815E5C9-AB9C-4D41-9161-D7647D96E881}" srcOrd="0" destOrd="0" presId="urn:microsoft.com/office/officeart/2016/7/layout/RepeatingBendingProcessNew"/>
    <dgm:cxn modelId="{D5302EEC-0510-408E-9EF9-864DD814B524}" type="presParOf" srcId="{8D1050EF-9D6A-40DD-AF04-9E0888205CDA}" destId="{D92614D7-FDB0-4547-AD44-EC18D23A5424}" srcOrd="16" destOrd="0" presId="urn:microsoft.com/office/officeart/2016/7/layout/RepeatingBendingProcessNew"/>
    <dgm:cxn modelId="{F3CBA802-25BA-4CAA-987A-6D3BE249E47C}" type="presParOf" srcId="{8D1050EF-9D6A-40DD-AF04-9E0888205CDA}" destId="{ADDD9D6A-6F90-4ECB-8DC7-9F46B8CFB301}" srcOrd="17" destOrd="0" presId="urn:microsoft.com/office/officeart/2016/7/layout/RepeatingBendingProcessNew"/>
    <dgm:cxn modelId="{7E2BE2B9-1558-4A37-9718-6E4888F60B17}" type="presParOf" srcId="{ADDD9D6A-6F90-4ECB-8DC7-9F46B8CFB301}" destId="{D16F1FB2-1C3C-4F76-99B5-A0D61ED3C7DE}" srcOrd="0" destOrd="0" presId="urn:microsoft.com/office/officeart/2016/7/layout/RepeatingBendingProcessNew"/>
    <dgm:cxn modelId="{E314A795-DFFC-4ADB-A18C-0449E69DBA7B}" type="presParOf" srcId="{8D1050EF-9D6A-40DD-AF04-9E0888205CDA}" destId="{E2F8F03A-7159-4D3C-8FF3-A7FD9ACB6B95}" srcOrd="18" destOrd="0" presId="urn:microsoft.com/office/officeart/2016/7/layout/RepeatingBendingProcessNew"/>
    <dgm:cxn modelId="{41657547-C2D0-4F2E-94FF-6555223453FC}" type="presParOf" srcId="{8D1050EF-9D6A-40DD-AF04-9E0888205CDA}" destId="{66355426-1992-4943-A470-3708C128E731}" srcOrd="19" destOrd="0" presId="urn:microsoft.com/office/officeart/2016/7/layout/RepeatingBendingProcessNew"/>
    <dgm:cxn modelId="{528AFBFA-523B-4F5C-83C3-B9F9DCB9E0C8}" type="presParOf" srcId="{66355426-1992-4943-A470-3708C128E731}" destId="{995734DD-329D-4B33-BA98-752862D91818}" srcOrd="0" destOrd="0" presId="urn:microsoft.com/office/officeart/2016/7/layout/RepeatingBendingProcessNew"/>
    <dgm:cxn modelId="{883C1824-C10B-471D-8173-9A9A0629D253}" type="presParOf" srcId="{8D1050EF-9D6A-40DD-AF04-9E0888205CDA}" destId="{5A4E00EF-D0FC-440C-9A3D-11AD2D679A18}" srcOrd="20" destOrd="0" presId="urn:microsoft.com/office/officeart/2016/7/layout/RepeatingBendingProcessNew"/>
    <dgm:cxn modelId="{482FE0F7-2CE4-483F-93A4-691F33DFF956}" type="presParOf" srcId="{8D1050EF-9D6A-40DD-AF04-9E0888205CDA}" destId="{5DEC8EEB-7EEB-4C7D-95B2-169CC4381BFE}" srcOrd="21" destOrd="0" presId="urn:microsoft.com/office/officeart/2016/7/layout/RepeatingBendingProcessNew"/>
    <dgm:cxn modelId="{507A195B-8A5F-4D4F-A71A-32F423ADF286}" type="presParOf" srcId="{5DEC8EEB-7EEB-4C7D-95B2-169CC4381BFE}" destId="{A4FB4665-A961-46D6-8CB2-0FBEB82F4A44}" srcOrd="0" destOrd="0" presId="urn:microsoft.com/office/officeart/2016/7/layout/RepeatingBendingProcessNew"/>
    <dgm:cxn modelId="{75C6CFFF-B60F-4A61-9110-6CD387C86026}" type="presParOf" srcId="{8D1050EF-9D6A-40DD-AF04-9E0888205CDA}" destId="{B326F412-E032-40FB-A2CA-86284F3A07FB}" srcOrd="22" destOrd="0" presId="urn:microsoft.com/office/officeart/2016/7/layout/RepeatingBendingProcessNew"/>
    <dgm:cxn modelId="{B49892A6-E944-42A0-89B4-1A1E0A54FA90}" type="presParOf" srcId="{8D1050EF-9D6A-40DD-AF04-9E0888205CDA}" destId="{377810AB-3EB6-4770-8D37-4144B5E59603}" srcOrd="23" destOrd="0" presId="urn:microsoft.com/office/officeart/2016/7/layout/RepeatingBendingProcessNew"/>
    <dgm:cxn modelId="{EECE0FAE-3014-4A79-A227-45ACA868B2F9}" type="presParOf" srcId="{377810AB-3EB6-4770-8D37-4144B5E59603}" destId="{E0742872-7A34-494D-BB74-F180236A243E}" srcOrd="0" destOrd="0" presId="urn:microsoft.com/office/officeart/2016/7/layout/RepeatingBendingProcessNew"/>
    <dgm:cxn modelId="{E9AE6407-57FA-4B9D-9D12-0F26286E13CF}" type="presParOf" srcId="{8D1050EF-9D6A-40DD-AF04-9E0888205CDA}" destId="{1F81B0A0-D5D7-485F-BFFE-E1C099762D92}" srcOrd="24" destOrd="0" presId="urn:microsoft.com/office/officeart/2016/7/layout/RepeatingBendingProcessNew"/>
    <dgm:cxn modelId="{36249BE8-9704-46FA-B0D7-1D64D3824242}" type="presParOf" srcId="{8D1050EF-9D6A-40DD-AF04-9E0888205CDA}" destId="{E5D8BAF3-2D94-4ABE-A14D-F23D4E3BB6E1}" srcOrd="25" destOrd="0" presId="urn:microsoft.com/office/officeart/2016/7/layout/RepeatingBendingProcessNew"/>
    <dgm:cxn modelId="{FF2378D6-1636-47E1-BA3D-C20730A9DBC5}" type="presParOf" srcId="{E5D8BAF3-2D94-4ABE-A14D-F23D4E3BB6E1}" destId="{B1D18FF4-3FD9-4890-B666-6702F04ADE96}" srcOrd="0" destOrd="0" presId="urn:microsoft.com/office/officeart/2016/7/layout/RepeatingBendingProcessNew"/>
    <dgm:cxn modelId="{71C5E0B5-8DD2-498B-934E-E7D90451507E}" type="presParOf" srcId="{8D1050EF-9D6A-40DD-AF04-9E0888205CDA}" destId="{19250991-8FCE-4B07-B632-8F16910D0088}" srcOrd="26" destOrd="0" presId="urn:microsoft.com/office/officeart/2016/7/layout/RepeatingBendingProcessNew"/>
    <dgm:cxn modelId="{07DECE54-7477-4804-ACCF-AD541C6C1326}" type="presParOf" srcId="{8D1050EF-9D6A-40DD-AF04-9E0888205CDA}" destId="{26FC9B90-C2A7-4DD5-9565-27B95D93056E}" srcOrd="27" destOrd="0" presId="urn:microsoft.com/office/officeart/2016/7/layout/RepeatingBendingProcessNew"/>
    <dgm:cxn modelId="{6726EFE3-CE76-43D6-B861-9F5170723A43}" type="presParOf" srcId="{26FC9B90-C2A7-4DD5-9565-27B95D93056E}" destId="{A3D03B3A-2D39-42AE-861C-26C01F8CB739}" srcOrd="0" destOrd="0" presId="urn:microsoft.com/office/officeart/2016/7/layout/RepeatingBendingProcessNew"/>
    <dgm:cxn modelId="{61DD71C4-53A4-4139-938D-05E396AAE4AF}" type="presParOf" srcId="{8D1050EF-9D6A-40DD-AF04-9E0888205CDA}" destId="{F86C996A-615A-42A0-AAD5-DCF4560D8D12}" srcOrd="28" destOrd="0" presId="urn:microsoft.com/office/officeart/2016/7/layout/RepeatingBendingProcessNew"/>
    <dgm:cxn modelId="{6EB5A0ED-0805-4947-A15F-E6042A192F06}" type="presParOf" srcId="{8D1050EF-9D6A-40DD-AF04-9E0888205CDA}" destId="{42C8818B-C908-48F6-ADF5-5476BDBF50B3}" srcOrd="29" destOrd="0" presId="urn:microsoft.com/office/officeart/2016/7/layout/RepeatingBendingProcessNew"/>
    <dgm:cxn modelId="{EA18B03A-81FB-48EE-A15A-9EC7C9FB24F9}" type="presParOf" srcId="{42C8818B-C908-48F6-ADF5-5476BDBF50B3}" destId="{BC3E071E-4692-4085-B5A4-B8A9837C1D7C}" srcOrd="0" destOrd="0" presId="urn:microsoft.com/office/officeart/2016/7/layout/RepeatingBendingProcessNew"/>
    <dgm:cxn modelId="{5EEE6789-BAEE-4DCA-A6CF-8F993ED71C47}" type="presParOf" srcId="{8D1050EF-9D6A-40DD-AF04-9E0888205CDA}" destId="{C8753321-CE83-4793-B443-749E95588D63}" srcOrd="30" destOrd="0" presId="urn:microsoft.com/office/officeart/2016/7/layout/RepeatingBendingProcessNew"/>
    <dgm:cxn modelId="{B4C0A2A9-2DF2-44E4-A39D-46ACFAAE68C2}" type="presParOf" srcId="{8D1050EF-9D6A-40DD-AF04-9E0888205CDA}" destId="{9E1D1F6A-9699-4104-AF03-0C18BABA241E}" srcOrd="31" destOrd="0" presId="urn:microsoft.com/office/officeart/2016/7/layout/RepeatingBendingProcessNew"/>
    <dgm:cxn modelId="{ED36F0E1-2EF7-4392-B5F6-8D40EB015DEF}" type="presParOf" srcId="{9E1D1F6A-9699-4104-AF03-0C18BABA241E}" destId="{E9EF2B97-8FE1-4430-9D9F-C6ECE05B28FB}" srcOrd="0" destOrd="0" presId="urn:microsoft.com/office/officeart/2016/7/layout/RepeatingBendingProcessNew"/>
    <dgm:cxn modelId="{CD3F853C-3034-4E7D-8454-043FA17F6F9A}" type="presParOf" srcId="{8D1050EF-9D6A-40DD-AF04-9E0888205CDA}" destId="{DBD24ADC-765D-4A7F-8778-E4FD534A1D21}" srcOrd="32" destOrd="0" presId="urn:microsoft.com/office/officeart/2016/7/layout/RepeatingBendingProcessNew"/>
    <dgm:cxn modelId="{53BAD230-B462-4D28-89C7-691DFCD2BDC9}" type="presParOf" srcId="{8D1050EF-9D6A-40DD-AF04-9E0888205CDA}" destId="{6AC34F56-FFD7-43D1-9E0D-18CFAC2E0B57}" srcOrd="33" destOrd="0" presId="urn:microsoft.com/office/officeart/2016/7/layout/RepeatingBendingProcessNew"/>
    <dgm:cxn modelId="{307A8D20-6708-4FEE-AEE6-2ABF4D5BAE0D}" type="presParOf" srcId="{6AC34F56-FFD7-43D1-9E0D-18CFAC2E0B57}" destId="{BBCFE2AC-B034-424B-B5CD-B8F14F824096}" srcOrd="0" destOrd="0" presId="urn:microsoft.com/office/officeart/2016/7/layout/RepeatingBendingProcessNew"/>
    <dgm:cxn modelId="{F96B6A79-8633-4021-92BC-1A4A16251B6A}" type="presParOf" srcId="{8D1050EF-9D6A-40DD-AF04-9E0888205CDA}" destId="{ACFDE726-9DC9-4223-9553-4719DEF49FA3}" srcOrd="3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24FF4C-9FF4-46E6-B0AD-95F3B64F76D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C21CC2-A1B2-4F87-B519-569828E40232}">
      <dgm:prSet/>
      <dgm:spPr/>
      <dgm:t>
        <a:bodyPr/>
        <a:lstStyle/>
        <a:p>
          <a:r>
            <a:rPr lang="es-ES" b="1" i="0" baseline="0"/>
            <a:t>Recomendaciones</a:t>
          </a:r>
          <a:endParaRPr lang="en-US"/>
        </a:p>
      </dgm:t>
    </dgm:pt>
    <dgm:pt modelId="{D34E9814-290A-4214-AFD4-A615F23AB1FD}" type="parTrans" cxnId="{1A2EE62F-DD1E-4582-A2F7-D3CC190610A8}">
      <dgm:prSet/>
      <dgm:spPr/>
      <dgm:t>
        <a:bodyPr/>
        <a:lstStyle/>
        <a:p>
          <a:endParaRPr lang="en-US"/>
        </a:p>
      </dgm:t>
    </dgm:pt>
    <dgm:pt modelId="{D2242793-3524-49C1-801D-53C3B459F395}" type="sibTrans" cxnId="{1A2EE62F-DD1E-4582-A2F7-D3CC190610A8}">
      <dgm:prSet/>
      <dgm:spPr/>
      <dgm:t>
        <a:bodyPr/>
        <a:lstStyle/>
        <a:p>
          <a:endParaRPr lang="en-US"/>
        </a:p>
      </dgm:t>
    </dgm:pt>
    <dgm:pt modelId="{2DBD85DE-B185-4E4D-969D-3924E8CF682D}">
      <dgm:prSet/>
      <dgm:spPr/>
      <dgm:t>
        <a:bodyPr/>
        <a:lstStyle/>
        <a:p>
          <a:r>
            <a:rPr lang="es-ES" i="0" baseline="0"/>
            <a:t>Conclusiones</a:t>
          </a:r>
          <a:endParaRPr lang="en-US"/>
        </a:p>
      </dgm:t>
    </dgm:pt>
    <dgm:pt modelId="{3FC450AE-4887-410B-A891-26286DBB73DE}" type="parTrans" cxnId="{98D6DAD8-DC46-4A59-ACB1-84582DDE35F3}">
      <dgm:prSet/>
      <dgm:spPr/>
      <dgm:t>
        <a:bodyPr/>
        <a:lstStyle/>
        <a:p>
          <a:endParaRPr lang="en-US"/>
        </a:p>
      </dgm:t>
    </dgm:pt>
    <dgm:pt modelId="{63480304-039F-471A-AEBD-FFA8A0E9DF03}" type="sibTrans" cxnId="{98D6DAD8-DC46-4A59-ACB1-84582DDE35F3}">
      <dgm:prSet/>
      <dgm:spPr/>
      <dgm:t>
        <a:bodyPr/>
        <a:lstStyle/>
        <a:p>
          <a:endParaRPr lang="en-US"/>
        </a:p>
      </dgm:t>
    </dgm:pt>
    <dgm:pt modelId="{3D717716-A433-4A80-98EB-42675D805837}">
      <dgm:prSet/>
      <dgm:spPr/>
      <dgm:t>
        <a:bodyPr/>
        <a:lstStyle/>
        <a:p>
          <a:r>
            <a:rPr lang="es-ES" i="0" baseline="0"/>
            <a:t>Resumen de los hallazgos</a:t>
          </a:r>
          <a:endParaRPr lang="en-US"/>
        </a:p>
      </dgm:t>
    </dgm:pt>
    <dgm:pt modelId="{A604DBF3-E6C1-4D85-97A9-1F8EBE06EBA1}" type="parTrans" cxnId="{9F3CD275-3905-4F57-808B-4269609F880E}">
      <dgm:prSet/>
      <dgm:spPr/>
      <dgm:t>
        <a:bodyPr/>
        <a:lstStyle/>
        <a:p>
          <a:endParaRPr lang="en-US"/>
        </a:p>
      </dgm:t>
    </dgm:pt>
    <dgm:pt modelId="{B8C1EE2E-7451-46FA-A313-DAE74549F331}" type="sibTrans" cxnId="{9F3CD275-3905-4F57-808B-4269609F880E}">
      <dgm:prSet/>
      <dgm:spPr/>
      <dgm:t>
        <a:bodyPr/>
        <a:lstStyle/>
        <a:p>
          <a:endParaRPr lang="en-US"/>
        </a:p>
      </dgm:t>
    </dgm:pt>
    <dgm:pt modelId="{87301CAE-B884-4A90-ADEC-2080E2C07D6E}">
      <dgm:prSet/>
      <dgm:spPr/>
      <dgm:t>
        <a:bodyPr/>
        <a:lstStyle/>
        <a:p>
          <a:r>
            <a:rPr lang="es-ES" i="0" baseline="0"/>
            <a:t>Evaluación de la conformidad</a:t>
          </a:r>
          <a:endParaRPr lang="en-US"/>
        </a:p>
      </dgm:t>
    </dgm:pt>
    <dgm:pt modelId="{07949C69-E7F8-45AD-B33C-A1E66F98037F}" type="parTrans" cxnId="{A1322EA1-9F61-4D77-9378-056858B118D3}">
      <dgm:prSet/>
      <dgm:spPr/>
      <dgm:t>
        <a:bodyPr/>
        <a:lstStyle/>
        <a:p>
          <a:endParaRPr lang="en-US"/>
        </a:p>
      </dgm:t>
    </dgm:pt>
    <dgm:pt modelId="{EAB1002A-6371-4382-AA91-3FD91C44EFBD}" type="sibTrans" cxnId="{A1322EA1-9F61-4D77-9378-056858B118D3}">
      <dgm:prSet/>
      <dgm:spPr/>
      <dgm:t>
        <a:bodyPr/>
        <a:lstStyle/>
        <a:p>
          <a:endParaRPr lang="en-US"/>
        </a:p>
      </dgm:t>
    </dgm:pt>
    <dgm:pt modelId="{2FFA00E6-0152-46C5-9480-C919A61CBF36}">
      <dgm:prSet/>
      <dgm:spPr/>
      <dgm:t>
        <a:bodyPr/>
        <a:lstStyle/>
        <a:p>
          <a:r>
            <a:rPr lang="es-ES" i="0" baseline="0"/>
            <a:t>Implicaciones y riesgos</a:t>
          </a:r>
          <a:endParaRPr lang="en-US"/>
        </a:p>
      </dgm:t>
    </dgm:pt>
    <dgm:pt modelId="{0B915994-ECAB-4468-861B-19A8719D3BCE}" type="parTrans" cxnId="{B954C190-5683-4259-9C22-40DB48B97091}">
      <dgm:prSet/>
      <dgm:spPr/>
      <dgm:t>
        <a:bodyPr/>
        <a:lstStyle/>
        <a:p>
          <a:endParaRPr lang="en-US"/>
        </a:p>
      </dgm:t>
    </dgm:pt>
    <dgm:pt modelId="{CAF9F6A7-EB52-4AC4-83B0-E4D8DE553BA8}" type="sibTrans" cxnId="{B954C190-5683-4259-9C22-40DB48B97091}">
      <dgm:prSet/>
      <dgm:spPr/>
      <dgm:t>
        <a:bodyPr/>
        <a:lstStyle/>
        <a:p>
          <a:endParaRPr lang="en-US"/>
        </a:p>
      </dgm:t>
    </dgm:pt>
    <dgm:pt modelId="{89741228-934C-42A4-8C3A-4CDF47B71B03}">
      <dgm:prSet/>
      <dgm:spPr/>
      <dgm:t>
        <a:bodyPr/>
        <a:lstStyle/>
        <a:p>
          <a:r>
            <a:rPr lang="es-ES" i="0" baseline="0"/>
            <a:t>Recomendaciones</a:t>
          </a:r>
          <a:endParaRPr lang="en-US"/>
        </a:p>
      </dgm:t>
    </dgm:pt>
    <dgm:pt modelId="{A389CDE5-7B1B-4E26-BD13-D105395C6D74}" type="parTrans" cxnId="{899987ED-0C52-492E-9D9B-314C14434488}">
      <dgm:prSet/>
      <dgm:spPr/>
      <dgm:t>
        <a:bodyPr/>
        <a:lstStyle/>
        <a:p>
          <a:endParaRPr lang="en-US"/>
        </a:p>
      </dgm:t>
    </dgm:pt>
    <dgm:pt modelId="{D6FB6346-2502-4688-B56A-B11E173743AE}" type="sibTrans" cxnId="{899987ED-0C52-492E-9D9B-314C14434488}">
      <dgm:prSet/>
      <dgm:spPr/>
      <dgm:t>
        <a:bodyPr/>
        <a:lstStyle/>
        <a:p>
          <a:endParaRPr lang="en-US"/>
        </a:p>
      </dgm:t>
    </dgm:pt>
    <dgm:pt modelId="{BCF202D2-5523-4DEA-B566-9B7766FCF905}">
      <dgm:prSet/>
      <dgm:spPr/>
      <dgm:t>
        <a:bodyPr/>
        <a:lstStyle/>
        <a:p>
          <a:r>
            <a:rPr lang="es-ES" i="0" baseline="0"/>
            <a:t>Opinión del auditor</a:t>
          </a:r>
          <a:endParaRPr lang="en-US"/>
        </a:p>
      </dgm:t>
    </dgm:pt>
    <dgm:pt modelId="{3A435961-53D0-425F-833E-A119AFF22BF7}" type="parTrans" cxnId="{F2C21DBB-753D-4295-BB5B-BAA1AF6340E6}">
      <dgm:prSet/>
      <dgm:spPr/>
      <dgm:t>
        <a:bodyPr/>
        <a:lstStyle/>
        <a:p>
          <a:endParaRPr lang="en-US"/>
        </a:p>
      </dgm:t>
    </dgm:pt>
    <dgm:pt modelId="{CE154B75-B7DD-40F6-AF77-D8C8049D7844}" type="sibTrans" cxnId="{F2C21DBB-753D-4295-BB5B-BAA1AF6340E6}">
      <dgm:prSet/>
      <dgm:spPr/>
      <dgm:t>
        <a:bodyPr/>
        <a:lstStyle/>
        <a:p>
          <a:endParaRPr lang="en-US"/>
        </a:p>
      </dgm:t>
    </dgm:pt>
    <dgm:pt modelId="{B0DA0D7C-5B09-4B3A-AE7A-169BD6F5B953}">
      <dgm:prSet/>
      <dgm:spPr/>
      <dgm:t>
        <a:bodyPr/>
        <a:lstStyle/>
        <a:p>
          <a:r>
            <a:rPr lang="es-ES" i="0" baseline="0"/>
            <a:t>Resumen de las recomendaciones</a:t>
          </a:r>
          <a:endParaRPr lang="en-US"/>
        </a:p>
      </dgm:t>
    </dgm:pt>
    <dgm:pt modelId="{27AB2900-813F-4F75-BF75-7CE6826248F5}" type="parTrans" cxnId="{53E0223E-BC23-4593-9467-F2569FC85C04}">
      <dgm:prSet/>
      <dgm:spPr/>
      <dgm:t>
        <a:bodyPr/>
        <a:lstStyle/>
        <a:p>
          <a:endParaRPr lang="en-US"/>
        </a:p>
      </dgm:t>
    </dgm:pt>
    <dgm:pt modelId="{3D16AB0A-39E1-4E15-8651-35999AC93FAA}" type="sibTrans" cxnId="{53E0223E-BC23-4593-9467-F2569FC85C04}">
      <dgm:prSet/>
      <dgm:spPr/>
      <dgm:t>
        <a:bodyPr/>
        <a:lstStyle/>
        <a:p>
          <a:endParaRPr lang="en-US"/>
        </a:p>
      </dgm:t>
    </dgm:pt>
    <dgm:pt modelId="{EF3C809A-4DAB-4CA0-9442-45C806EEEFF6}">
      <dgm:prSet/>
      <dgm:spPr/>
      <dgm:t>
        <a:bodyPr/>
        <a:lstStyle/>
        <a:p>
          <a:r>
            <a:rPr lang="es-ES" i="0" baseline="0"/>
            <a:t>Recomendaciones futuras</a:t>
          </a:r>
          <a:endParaRPr lang="en-US"/>
        </a:p>
      </dgm:t>
    </dgm:pt>
    <dgm:pt modelId="{17F406E5-42E8-418C-8579-B10EB9E2AA4C}" type="parTrans" cxnId="{ABCE3CE4-55B3-4B5F-857D-143E2CD7CDED}">
      <dgm:prSet/>
      <dgm:spPr/>
      <dgm:t>
        <a:bodyPr/>
        <a:lstStyle/>
        <a:p>
          <a:endParaRPr lang="en-US"/>
        </a:p>
      </dgm:t>
    </dgm:pt>
    <dgm:pt modelId="{4D2C20F7-1D1C-43C5-8A17-0CB295A2EFB7}" type="sibTrans" cxnId="{ABCE3CE4-55B3-4B5F-857D-143E2CD7CDED}">
      <dgm:prSet/>
      <dgm:spPr/>
      <dgm:t>
        <a:bodyPr/>
        <a:lstStyle/>
        <a:p>
          <a:endParaRPr lang="en-US"/>
        </a:p>
      </dgm:t>
    </dgm:pt>
    <dgm:pt modelId="{D58DD53E-4ED4-4C98-9366-50540620FE28}">
      <dgm:prSet/>
      <dgm:spPr/>
      <dgm:t>
        <a:bodyPr/>
        <a:lstStyle/>
        <a:p>
          <a:r>
            <a:rPr lang="es-ES" b="1" i="0" baseline="0"/>
            <a:t>Anexos</a:t>
          </a:r>
          <a:endParaRPr lang="en-US"/>
        </a:p>
      </dgm:t>
    </dgm:pt>
    <dgm:pt modelId="{D3A48F9C-9F39-496C-8F41-FB3B91128E01}" type="parTrans" cxnId="{98F398DD-FFC4-45C2-BBC9-17C208EF8E46}">
      <dgm:prSet/>
      <dgm:spPr/>
      <dgm:t>
        <a:bodyPr/>
        <a:lstStyle/>
        <a:p>
          <a:endParaRPr lang="en-US"/>
        </a:p>
      </dgm:t>
    </dgm:pt>
    <dgm:pt modelId="{F43B1AD4-0F49-4E00-95DD-8BCEA81F993F}" type="sibTrans" cxnId="{98F398DD-FFC4-45C2-BBC9-17C208EF8E46}">
      <dgm:prSet/>
      <dgm:spPr/>
      <dgm:t>
        <a:bodyPr/>
        <a:lstStyle/>
        <a:p>
          <a:endParaRPr lang="en-US"/>
        </a:p>
      </dgm:t>
    </dgm:pt>
    <dgm:pt modelId="{35BE77DF-E624-489E-8CA6-53122C4D13BB}">
      <dgm:prSet/>
      <dgm:spPr/>
      <dgm:t>
        <a:bodyPr/>
        <a:lstStyle/>
        <a:p>
          <a:r>
            <a:rPr lang="es-ES" i="0" baseline="0"/>
            <a:t>Documentos de política y procedimientos</a:t>
          </a:r>
          <a:endParaRPr lang="en-US"/>
        </a:p>
      </dgm:t>
    </dgm:pt>
    <dgm:pt modelId="{88467CCF-2BD5-4427-A6F4-E339BCDBE8E0}" type="parTrans" cxnId="{AD678706-D497-4EA8-BF57-B4F23258AD0A}">
      <dgm:prSet/>
      <dgm:spPr/>
      <dgm:t>
        <a:bodyPr/>
        <a:lstStyle/>
        <a:p>
          <a:endParaRPr lang="en-US"/>
        </a:p>
      </dgm:t>
    </dgm:pt>
    <dgm:pt modelId="{E42F3EE2-3B6D-4F7D-8662-9140DC59BA4E}" type="sibTrans" cxnId="{AD678706-D497-4EA8-BF57-B4F23258AD0A}">
      <dgm:prSet/>
      <dgm:spPr/>
      <dgm:t>
        <a:bodyPr/>
        <a:lstStyle/>
        <a:p>
          <a:endParaRPr lang="en-US"/>
        </a:p>
      </dgm:t>
    </dgm:pt>
    <dgm:pt modelId="{6AB0D6CC-75C6-4EC0-8099-1CDE8C6FEE34}">
      <dgm:prSet/>
      <dgm:spPr/>
      <dgm:t>
        <a:bodyPr/>
        <a:lstStyle/>
        <a:p>
          <a:r>
            <a:rPr lang="es-ES" i="0" baseline="0"/>
            <a:t>Informes de pruebas de seguridad</a:t>
          </a:r>
          <a:endParaRPr lang="en-US"/>
        </a:p>
      </dgm:t>
    </dgm:pt>
    <dgm:pt modelId="{9C95B9BF-0D20-4859-8CFF-0037595F0B64}" type="parTrans" cxnId="{3D8D74D9-1987-4E31-92BE-92F463303C50}">
      <dgm:prSet/>
      <dgm:spPr/>
      <dgm:t>
        <a:bodyPr/>
        <a:lstStyle/>
        <a:p>
          <a:endParaRPr lang="en-US"/>
        </a:p>
      </dgm:t>
    </dgm:pt>
    <dgm:pt modelId="{1FDBC7D5-08DA-4F24-8068-5A97CE6D3C89}" type="sibTrans" cxnId="{3D8D74D9-1987-4E31-92BE-92F463303C50}">
      <dgm:prSet/>
      <dgm:spPr/>
      <dgm:t>
        <a:bodyPr/>
        <a:lstStyle/>
        <a:p>
          <a:endParaRPr lang="en-US"/>
        </a:p>
      </dgm:t>
    </dgm:pt>
    <dgm:pt modelId="{34F3C02B-E1A2-428D-B096-B9179D035794}">
      <dgm:prSet/>
      <dgm:spPr/>
      <dgm:t>
        <a:bodyPr/>
        <a:lstStyle/>
        <a:p>
          <a:r>
            <a:rPr lang="es-ES" i="0" baseline="0"/>
            <a:t>Evidencia de apoyo</a:t>
          </a:r>
          <a:endParaRPr lang="en-US"/>
        </a:p>
      </dgm:t>
    </dgm:pt>
    <dgm:pt modelId="{C622ED05-3E2B-4C00-B889-B0F458C900AF}" type="parTrans" cxnId="{0BB6B82E-3E0E-44C8-82EF-8EE8FB067622}">
      <dgm:prSet/>
      <dgm:spPr/>
      <dgm:t>
        <a:bodyPr/>
        <a:lstStyle/>
        <a:p>
          <a:endParaRPr lang="en-US"/>
        </a:p>
      </dgm:t>
    </dgm:pt>
    <dgm:pt modelId="{50318DF3-B3B4-4522-BFC1-EB7FD48A90D1}" type="sibTrans" cxnId="{0BB6B82E-3E0E-44C8-82EF-8EE8FB067622}">
      <dgm:prSet/>
      <dgm:spPr/>
      <dgm:t>
        <a:bodyPr/>
        <a:lstStyle/>
        <a:p>
          <a:endParaRPr lang="en-US"/>
        </a:p>
      </dgm:t>
    </dgm:pt>
    <dgm:pt modelId="{8B3D079A-8873-4A3A-9FAE-5978A0521872}">
      <dgm:prSet/>
      <dgm:spPr/>
      <dgm:t>
        <a:bodyPr/>
        <a:lstStyle/>
        <a:p>
          <a:r>
            <a:rPr lang="es-ES" i="0" baseline="0"/>
            <a:t>Diseños de red y diagramas de flujo</a:t>
          </a:r>
          <a:endParaRPr lang="en-US"/>
        </a:p>
      </dgm:t>
    </dgm:pt>
    <dgm:pt modelId="{30601641-45D9-4F47-AFC2-0EB739B29F06}" type="parTrans" cxnId="{926D2426-D897-4912-91CD-B3FE8D0734C3}">
      <dgm:prSet/>
      <dgm:spPr/>
      <dgm:t>
        <a:bodyPr/>
        <a:lstStyle/>
        <a:p>
          <a:endParaRPr lang="en-US"/>
        </a:p>
      </dgm:t>
    </dgm:pt>
    <dgm:pt modelId="{712FF13B-AF9F-4A5E-91D0-A23C80A43CF9}" type="sibTrans" cxnId="{926D2426-D897-4912-91CD-B3FE8D0734C3}">
      <dgm:prSet/>
      <dgm:spPr/>
      <dgm:t>
        <a:bodyPr/>
        <a:lstStyle/>
        <a:p>
          <a:endParaRPr lang="en-US"/>
        </a:p>
      </dgm:t>
    </dgm:pt>
    <dgm:pt modelId="{C07FBF74-CDC4-4AE2-8DC6-C6858A09028B}">
      <dgm:prSet/>
      <dgm:spPr/>
      <dgm:t>
        <a:bodyPr/>
        <a:lstStyle/>
        <a:p>
          <a:r>
            <a:rPr lang="es-ES" i="0" baseline="0"/>
            <a:t>Listas de verificación y plantillas</a:t>
          </a:r>
          <a:endParaRPr lang="en-US"/>
        </a:p>
      </dgm:t>
    </dgm:pt>
    <dgm:pt modelId="{E052FF21-5EC4-492C-8B56-BFEC30B012E6}" type="parTrans" cxnId="{43B8B3EE-F4D2-4AF1-B7EC-5B887D74E6B8}">
      <dgm:prSet/>
      <dgm:spPr/>
      <dgm:t>
        <a:bodyPr/>
        <a:lstStyle/>
        <a:p>
          <a:endParaRPr lang="en-US"/>
        </a:p>
      </dgm:t>
    </dgm:pt>
    <dgm:pt modelId="{5E16F367-10F8-4339-895C-7768911B2039}" type="sibTrans" cxnId="{43B8B3EE-F4D2-4AF1-B7EC-5B887D74E6B8}">
      <dgm:prSet/>
      <dgm:spPr/>
      <dgm:t>
        <a:bodyPr/>
        <a:lstStyle/>
        <a:p>
          <a:endParaRPr lang="en-US"/>
        </a:p>
      </dgm:t>
    </dgm:pt>
    <dgm:pt modelId="{C875E6AB-27BD-428F-9532-69F37275964F}">
      <dgm:prSet/>
      <dgm:spPr/>
      <dgm:t>
        <a:bodyPr/>
        <a:lstStyle/>
        <a:p>
          <a:r>
            <a:rPr lang="es-ES" i="0" baseline="0"/>
            <a:t>Informes de incidentes de seguridad</a:t>
          </a:r>
          <a:endParaRPr lang="en-US"/>
        </a:p>
      </dgm:t>
    </dgm:pt>
    <dgm:pt modelId="{96C5E19E-DA86-457A-BFF8-9A27F0723D6E}" type="parTrans" cxnId="{B4AC3E89-E424-4841-BBE9-FF1DFC46AD65}">
      <dgm:prSet/>
      <dgm:spPr/>
      <dgm:t>
        <a:bodyPr/>
        <a:lstStyle/>
        <a:p>
          <a:endParaRPr lang="en-US"/>
        </a:p>
      </dgm:t>
    </dgm:pt>
    <dgm:pt modelId="{86BD99C9-4CBD-4E8D-9167-F825DB5E91AC}" type="sibTrans" cxnId="{B4AC3E89-E424-4841-BBE9-FF1DFC46AD65}">
      <dgm:prSet/>
      <dgm:spPr/>
      <dgm:t>
        <a:bodyPr/>
        <a:lstStyle/>
        <a:p>
          <a:endParaRPr lang="en-US"/>
        </a:p>
      </dgm:t>
    </dgm:pt>
    <dgm:pt modelId="{EC84B068-21DE-48F2-88C4-68F0B3717A27}">
      <dgm:prSet/>
      <dgm:spPr/>
      <dgm:t>
        <a:bodyPr/>
        <a:lstStyle/>
        <a:p>
          <a:r>
            <a:rPr lang="es-ES" i="0" baseline="0"/>
            <a:t>Registros de auditoría</a:t>
          </a:r>
          <a:endParaRPr lang="en-US"/>
        </a:p>
      </dgm:t>
    </dgm:pt>
    <dgm:pt modelId="{F5AFCB93-090B-46D1-9E60-CDDA8F688E65}" type="parTrans" cxnId="{6F4C299C-77AE-4B1D-83BD-7020F4D82795}">
      <dgm:prSet/>
      <dgm:spPr/>
      <dgm:t>
        <a:bodyPr/>
        <a:lstStyle/>
        <a:p>
          <a:endParaRPr lang="en-US"/>
        </a:p>
      </dgm:t>
    </dgm:pt>
    <dgm:pt modelId="{60B55D30-23F8-45A0-87E2-909A99B14C47}" type="sibTrans" cxnId="{6F4C299C-77AE-4B1D-83BD-7020F4D82795}">
      <dgm:prSet/>
      <dgm:spPr/>
      <dgm:t>
        <a:bodyPr/>
        <a:lstStyle/>
        <a:p>
          <a:endParaRPr lang="en-US"/>
        </a:p>
      </dgm:t>
    </dgm:pt>
    <dgm:pt modelId="{9B75DC4F-791E-4771-A21A-1EBA2A6851D2}">
      <dgm:prSet/>
      <dgm:spPr/>
      <dgm:t>
        <a:bodyPr/>
        <a:lstStyle/>
        <a:p>
          <a:r>
            <a:rPr lang="es-ES" i="0" baseline="0"/>
            <a:t>Análisis de riesgos</a:t>
          </a:r>
          <a:endParaRPr lang="en-US"/>
        </a:p>
      </dgm:t>
    </dgm:pt>
    <dgm:pt modelId="{1AC1191D-D069-4FAC-9EAD-E4B6369C2D6D}" type="parTrans" cxnId="{E231E8EC-CD31-450A-9446-0E9381318C97}">
      <dgm:prSet/>
      <dgm:spPr/>
      <dgm:t>
        <a:bodyPr/>
        <a:lstStyle/>
        <a:p>
          <a:endParaRPr lang="en-US"/>
        </a:p>
      </dgm:t>
    </dgm:pt>
    <dgm:pt modelId="{4009C2AF-B5D1-40E5-8A73-647B77C2B83C}" type="sibTrans" cxnId="{E231E8EC-CD31-450A-9446-0E9381318C97}">
      <dgm:prSet/>
      <dgm:spPr/>
      <dgm:t>
        <a:bodyPr/>
        <a:lstStyle/>
        <a:p>
          <a:endParaRPr lang="en-US"/>
        </a:p>
      </dgm:t>
    </dgm:pt>
    <dgm:pt modelId="{909ADB8F-19E0-4EDD-88C7-1C33860B3BAD}">
      <dgm:prSet/>
      <dgm:spPr/>
      <dgm:t>
        <a:bodyPr/>
        <a:lstStyle/>
        <a:p>
          <a:r>
            <a:rPr lang="es-ES" i="0" baseline="0"/>
            <a:t>Cuestiones clave o aspectos relevantes de la auditoría</a:t>
          </a:r>
          <a:endParaRPr lang="en-US"/>
        </a:p>
      </dgm:t>
    </dgm:pt>
    <dgm:pt modelId="{03367466-C0BA-43A4-B7CC-281EA09EDD52}" type="parTrans" cxnId="{4074039E-E15C-4F96-AA2D-3937E9C27EEB}">
      <dgm:prSet/>
      <dgm:spPr/>
      <dgm:t>
        <a:bodyPr/>
        <a:lstStyle/>
        <a:p>
          <a:endParaRPr lang="en-US"/>
        </a:p>
      </dgm:t>
    </dgm:pt>
    <dgm:pt modelId="{ECF8D571-C13B-4470-81C8-F715BD079AE8}" type="sibTrans" cxnId="{4074039E-E15C-4F96-AA2D-3937E9C27EEB}">
      <dgm:prSet/>
      <dgm:spPr/>
      <dgm:t>
        <a:bodyPr/>
        <a:lstStyle/>
        <a:p>
          <a:endParaRPr lang="en-US"/>
        </a:p>
      </dgm:t>
    </dgm:pt>
    <dgm:pt modelId="{1F78B69A-D085-4994-BFA0-EBF30B7D9291}">
      <dgm:prSet/>
      <dgm:spPr/>
      <dgm:t>
        <a:bodyPr/>
        <a:lstStyle/>
        <a:p>
          <a:r>
            <a:rPr lang="es-ES" i="0" baseline="0"/>
            <a:t>Información sobre la responsabilidad del auditor</a:t>
          </a:r>
          <a:endParaRPr lang="en-US"/>
        </a:p>
      </dgm:t>
    </dgm:pt>
    <dgm:pt modelId="{BB107855-5228-43A4-A277-43CD7897B4F6}" type="parTrans" cxnId="{23A318FE-890D-41EA-83B7-6B3BFF765421}">
      <dgm:prSet/>
      <dgm:spPr/>
      <dgm:t>
        <a:bodyPr/>
        <a:lstStyle/>
        <a:p>
          <a:endParaRPr lang="en-US"/>
        </a:p>
      </dgm:t>
    </dgm:pt>
    <dgm:pt modelId="{B59F4A1E-8DCD-4ABA-9164-E17C3AE9231A}" type="sibTrans" cxnId="{23A318FE-890D-41EA-83B7-6B3BFF765421}">
      <dgm:prSet/>
      <dgm:spPr/>
      <dgm:t>
        <a:bodyPr/>
        <a:lstStyle/>
        <a:p>
          <a:endParaRPr lang="en-US"/>
        </a:p>
      </dgm:t>
    </dgm:pt>
    <dgm:pt modelId="{37456745-9AEE-4F0D-B708-CA32CA7E703A}">
      <dgm:prSet/>
      <dgm:spPr/>
      <dgm:t>
        <a:bodyPr/>
        <a:lstStyle/>
        <a:p>
          <a:r>
            <a:rPr lang="es-ES" i="0" baseline="0"/>
            <a:t>Informe sobre otros requerimientos legales y reglamentarios</a:t>
          </a:r>
          <a:endParaRPr lang="en-US"/>
        </a:p>
      </dgm:t>
    </dgm:pt>
    <dgm:pt modelId="{11F3F42D-8DB9-4BD4-84F2-F1D3A8EEA379}" type="parTrans" cxnId="{50EB7A99-EAC3-46B5-9F73-B5FB39EE9B03}">
      <dgm:prSet/>
      <dgm:spPr/>
      <dgm:t>
        <a:bodyPr/>
        <a:lstStyle/>
        <a:p>
          <a:endParaRPr lang="en-US"/>
        </a:p>
      </dgm:t>
    </dgm:pt>
    <dgm:pt modelId="{7087BDCE-1F27-4689-8BA4-C4AE1E20C121}" type="sibTrans" cxnId="{50EB7A99-EAC3-46B5-9F73-B5FB39EE9B03}">
      <dgm:prSet/>
      <dgm:spPr/>
      <dgm:t>
        <a:bodyPr/>
        <a:lstStyle/>
        <a:p>
          <a:endParaRPr lang="en-US"/>
        </a:p>
      </dgm:t>
    </dgm:pt>
    <dgm:pt modelId="{9EAAE03A-540A-4023-8B78-419A4DE3C540}">
      <dgm:prSet/>
      <dgm:spPr/>
      <dgm:t>
        <a:bodyPr/>
        <a:lstStyle/>
        <a:p>
          <a:r>
            <a:rPr lang="es-ES" b="1"/>
            <a:t>Referencias: </a:t>
          </a:r>
          <a:r>
            <a:rPr lang="es-ES"/>
            <a:t>bibliografía seguir modelo APA.  Autor, fecha de publicación, título, fuente</a:t>
          </a:r>
          <a:endParaRPr lang="en-US"/>
        </a:p>
      </dgm:t>
    </dgm:pt>
    <dgm:pt modelId="{5F5C4247-F2E3-4648-8FBB-53E2AF25EB2F}" type="parTrans" cxnId="{3A05F5DA-0682-45E5-8E4D-D019CF75185F}">
      <dgm:prSet/>
      <dgm:spPr/>
      <dgm:t>
        <a:bodyPr/>
        <a:lstStyle/>
        <a:p>
          <a:endParaRPr lang="en-US"/>
        </a:p>
      </dgm:t>
    </dgm:pt>
    <dgm:pt modelId="{91ED72E0-4575-4BDC-9C05-47B2A571C401}" type="sibTrans" cxnId="{3A05F5DA-0682-45E5-8E4D-D019CF75185F}">
      <dgm:prSet/>
      <dgm:spPr/>
      <dgm:t>
        <a:bodyPr/>
        <a:lstStyle/>
        <a:p>
          <a:endParaRPr lang="en-US"/>
        </a:p>
      </dgm:t>
    </dgm:pt>
    <dgm:pt modelId="{A8DDC119-6269-4C66-A9E4-2280E4BF340E}" type="pres">
      <dgm:prSet presAssocID="{EB24FF4C-9FF4-46E6-B0AD-95F3B64F76D5}" presName="linear" presStyleCnt="0">
        <dgm:presLayoutVars>
          <dgm:animLvl val="lvl"/>
          <dgm:resizeHandles val="exact"/>
        </dgm:presLayoutVars>
      </dgm:prSet>
      <dgm:spPr/>
    </dgm:pt>
    <dgm:pt modelId="{2B260142-2A3D-41F4-BE14-362137751E43}" type="pres">
      <dgm:prSet presAssocID="{AEC21CC2-A1B2-4F87-B519-569828E402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C13BCCF-B230-40AF-BB72-C8F5FB9B393B}" type="pres">
      <dgm:prSet presAssocID="{AEC21CC2-A1B2-4F87-B519-569828E40232}" presName="childText" presStyleLbl="revTx" presStyleIdx="0" presStyleCnt="2">
        <dgm:presLayoutVars>
          <dgm:bulletEnabled val="1"/>
        </dgm:presLayoutVars>
      </dgm:prSet>
      <dgm:spPr/>
    </dgm:pt>
    <dgm:pt modelId="{F6C019C7-A4B4-4826-AA05-9D92F10925B9}" type="pres">
      <dgm:prSet presAssocID="{D58DD53E-4ED4-4C98-9366-50540620FE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ADBF076-AE30-4665-9F05-535B286C9771}" type="pres">
      <dgm:prSet presAssocID="{D58DD53E-4ED4-4C98-9366-50540620FE28}" presName="childText" presStyleLbl="revTx" presStyleIdx="1" presStyleCnt="2">
        <dgm:presLayoutVars>
          <dgm:bulletEnabled val="1"/>
        </dgm:presLayoutVars>
      </dgm:prSet>
      <dgm:spPr/>
    </dgm:pt>
    <dgm:pt modelId="{A84BC024-D0A7-42DC-8D3C-FF4D0A286670}" type="pres">
      <dgm:prSet presAssocID="{9EAAE03A-540A-4023-8B78-419A4DE3C5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82D7801-6FCD-413F-A7D5-6E5F74852E7F}" type="presOf" srcId="{1F78B69A-D085-4994-BFA0-EBF30B7D9291}" destId="{6ADBF076-AE30-4665-9F05-535B286C9771}" srcOrd="0" destOrd="9" presId="urn:microsoft.com/office/officeart/2005/8/layout/vList2"/>
    <dgm:cxn modelId="{AD678706-D497-4EA8-BF57-B4F23258AD0A}" srcId="{D58DD53E-4ED4-4C98-9366-50540620FE28}" destId="{35BE77DF-E624-489E-8CA6-53122C4D13BB}" srcOrd="0" destOrd="0" parTransId="{88467CCF-2BD5-4427-A6F4-E339BCDBE8E0}" sibTransId="{E42F3EE2-3B6D-4F7D-8662-9140DC59BA4E}"/>
    <dgm:cxn modelId="{FA5BC708-0338-40F0-8CC2-E0801CCDD791}" type="presOf" srcId="{D58DD53E-4ED4-4C98-9366-50540620FE28}" destId="{F6C019C7-A4B4-4826-AA05-9D92F10925B9}" srcOrd="0" destOrd="0" presId="urn:microsoft.com/office/officeart/2005/8/layout/vList2"/>
    <dgm:cxn modelId="{ACBA401C-55E3-4B28-A8D4-6D67D7AF2791}" type="presOf" srcId="{8B3D079A-8873-4A3A-9FAE-5978A0521872}" destId="{6ADBF076-AE30-4665-9F05-535B286C9771}" srcOrd="0" destOrd="3" presId="urn:microsoft.com/office/officeart/2005/8/layout/vList2"/>
    <dgm:cxn modelId="{BD08A121-71C7-4D2D-BFEA-3232B6324B2E}" type="presOf" srcId="{6AB0D6CC-75C6-4EC0-8099-1CDE8C6FEE34}" destId="{6ADBF076-AE30-4665-9F05-535B286C9771}" srcOrd="0" destOrd="1" presId="urn:microsoft.com/office/officeart/2005/8/layout/vList2"/>
    <dgm:cxn modelId="{926D2426-D897-4912-91CD-B3FE8D0734C3}" srcId="{D58DD53E-4ED4-4C98-9366-50540620FE28}" destId="{8B3D079A-8873-4A3A-9FAE-5978A0521872}" srcOrd="3" destOrd="0" parTransId="{30601641-45D9-4F47-AFC2-0EB739B29F06}" sibTransId="{712FF13B-AF9F-4A5E-91D0-A23C80A43CF9}"/>
    <dgm:cxn modelId="{0BB6B82E-3E0E-44C8-82EF-8EE8FB067622}" srcId="{D58DD53E-4ED4-4C98-9366-50540620FE28}" destId="{34F3C02B-E1A2-428D-B096-B9179D035794}" srcOrd="2" destOrd="0" parTransId="{C622ED05-3E2B-4C00-B889-B0F458C900AF}" sibTransId="{50318DF3-B3B4-4522-BFC1-EB7FD48A90D1}"/>
    <dgm:cxn modelId="{1A2EE62F-DD1E-4582-A2F7-D3CC190610A8}" srcId="{EB24FF4C-9FF4-46E6-B0AD-95F3B64F76D5}" destId="{AEC21CC2-A1B2-4F87-B519-569828E40232}" srcOrd="0" destOrd="0" parTransId="{D34E9814-290A-4214-AFD4-A615F23AB1FD}" sibTransId="{D2242793-3524-49C1-801D-53C3B459F395}"/>
    <dgm:cxn modelId="{9A70043B-2185-4F9A-A261-E9EAF4DBC872}" type="presOf" srcId="{87301CAE-B884-4A90-ADEC-2080E2C07D6E}" destId="{FC13BCCF-B230-40AF-BB72-C8F5FB9B393B}" srcOrd="0" destOrd="2" presId="urn:microsoft.com/office/officeart/2005/8/layout/vList2"/>
    <dgm:cxn modelId="{53E0223E-BC23-4593-9467-F2569FC85C04}" srcId="{AEC21CC2-A1B2-4F87-B519-569828E40232}" destId="{B0DA0D7C-5B09-4B3A-AE7A-169BD6F5B953}" srcOrd="6" destOrd="0" parTransId="{27AB2900-813F-4F75-BF75-7CE6826248F5}" sibTransId="{3D16AB0A-39E1-4E15-8651-35999AC93FAA}"/>
    <dgm:cxn modelId="{476C493F-3109-4839-A3A4-0847BDA5622F}" type="presOf" srcId="{EB24FF4C-9FF4-46E6-B0AD-95F3B64F76D5}" destId="{A8DDC119-6269-4C66-A9E4-2280E4BF340E}" srcOrd="0" destOrd="0" presId="urn:microsoft.com/office/officeart/2005/8/layout/vList2"/>
    <dgm:cxn modelId="{08208A3F-5CD7-4F03-9548-1AFAC1CB080F}" type="presOf" srcId="{B0DA0D7C-5B09-4B3A-AE7A-169BD6F5B953}" destId="{FC13BCCF-B230-40AF-BB72-C8F5FB9B393B}" srcOrd="0" destOrd="6" presId="urn:microsoft.com/office/officeart/2005/8/layout/vList2"/>
    <dgm:cxn modelId="{49408560-8574-46E0-9DB4-464CA35A2ECE}" type="presOf" srcId="{C07FBF74-CDC4-4AE2-8DC6-C6858A09028B}" destId="{6ADBF076-AE30-4665-9F05-535B286C9771}" srcOrd="0" destOrd="4" presId="urn:microsoft.com/office/officeart/2005/8/layout/vList2"/>
    <dgm:cxn modelId="{FFEB4B43-E9E3-4AF7-8FF5-502F8D8A7D39}" type="presOf" srcId="{37456745-9AEE-4F0D-B708-CA32CA7E703A}" destId="{6ADBF076-AE30-4665-9F05-535B286C9771}" srcOrd="0" destOrd="10" presId="urn:microsoft.com/office/officeart/2005/8/layout/vList2"/>
    <dgm:cxn modelId="{5A01A544-83E1-4A3C-9C51-F2C7FC9D0C2B}" type="presOf" srcId="{3D717716-A433-4A80-98EB-42675D805837}" destId="{FC13BCCF-B230-40AF-BB72-C8F5FB9B393B}" srcOrd="0" destOrd="1" presId="urn:microsoft.com/office/officeart/2005/8/layout/vList2"/>
    <dgm:cxn modelId="{252B1648-FAEB-48E2-8D05-96FDF84B5567}" type="presOf" srcId="{EC84B068-21DE-48F2-88C4-68F0B3717A27}" destId="{6ADBF076-AE30-4665-9F05-535B286C9771}" srcOrd="0" destOrd="6" presId="urn:microsoft.com/office/officeart/2005/8/layout/vList2"/>
    <dgm:cxn modelId="{9F3CD275-3905-4F57-808B-4269609F880E}" srcId="{AEC21CC2-A1B2-4F87-B519-569828E40232}" destId="{3D717716-A433-4A80-98EB-42675D805837}" srcOrd="1" destOrd="0" parTransId="{A604DBF3-E6C1-4D85-97A9-1F8EBE06EBA1}" sibTransId="{B8C1EE2E-7451-46FA-A313-DAE74549F331}"/>
    <dgm:cxn modelId="{59A04C7E-51BE-4B5B-99CC-0E75C60AF750}" type="presOf" srcId="{89741228-934C-42A4-8C3A-4CDF47B71B03}" destId="{FC13BCCF-B230-40AF-BB72-C8F5FB9B393B}" srcOrd="0" destOrd="4" presId="urn:microsoft.com/office/officeart/2005/8/layout/vList2"/>
    <dgm:cxn modelId="{B97C7B84-BB45-4FBC-8CE6-3DC73BB0A9C4}" type="presOf" srcId="{C875E6AB-27BD-428F-9532-69F37275964F}" destId="{6ADBF076-AE30-4665-9F05-535B286C9771}" srcOrd="0" destOrd="5" presId="urn:microsoft.com/office/officeart/2005/8/layout/vList2"/>
    <dgm:cxn modelId="{B4AC3E89-E424-4841-BBE9-FF1DFC46AD65}" srcId="{D58DD53E-4ED4-4C98-9366-50540620FE28}" destId="{C875E6AB-27BD-428F-9532-69F37275964F}" srcOrd="5" destOrd="0" parTransId="{96C5E19E-DA86-457A-BFF8-9A27F0723D6E}" sibTransId="{86BD99C9-4CBD-4E8D-9167-F825DB5E91AC}"/>
    <dgm:cxn modelId="{44CD518E-77DA-4ADF-8484-014CA7F3C3DC}" type="presOf" srcId="{909ADB8F-19E0-4EDD-88C7-1C33860B3BAD}" destId="{6ADBF076-AE30-4665-9F05-535B286C9771}" srcOrd="0" destOrd="8" presId="urn:microsoft.com/office/officeart/2005/8/layout/vList2"/>
    <dgm:cxn modelId="{B954C190-5683-4259-9C22-40DB48B97091}" srcId="{AEC21CC2-A1B2-4F87-B519-569828E40232}" destId="{2FFA00E6-0152-46C5-9480-C919A61CBF36}" srcOrd="3" destOrd="0" parTransId="{0B915994-ECAB-4468-861B-19A8719D3BCE}" sibTransId="{CAF9F6A7-EB52-4AC4-83B0-E4D8DE553BA8}"/>
    <dgm:cxn modelId="{8287DD98-E95D-47CF-97A1-7FD4895AF945}" type="presOf" srcId="{EF3C809A-4DAB-4CA0-9442-45C806EEEFF6}" destId="{FC13BCCF-B230-40AF-BB72-C8F5FB9B393B}" srcOrd="0" destOrd="7" presId="urn:microsoft.com/office/officeart/2005/8/layout/vList2"/>
    <dgm:cxn modelId="{50EB7A99-EAC3-46B5-9F73-B5FB39EE9B03}" srcId="{D58DD53E-4ED4-4C98-9366-50540620FE28}" destId="{37456745-9AEE-4F0D-B708-CA32CA7E703A}" srcOrd="10" destOrd="0" parTransId="{11F3F42D-8DB9-4BD4-84F2-F1D3A8EEA379}" sibTransId="{7087BDCE-1F27-4689-8BA4-C4AE1E20C121}"/>
    <dgm:cxn modelId="{6F4C299C-77AE-4B1D-83BD-7020F4D82795}" srcId="{D58DD53E-4ED4-4C98-9366-50540620FE28}" destId="{EC84B068-21DE-48F2-88C4-68F0B3717A27}" srcOrd="6" destOrd="0" parTransId="{F5AFCB93-090B-46D1-9E60-CDDA8F688E65}" sibTransId="{60B55D30-23F8-45A0-87E2-909A99B14C47}"/>
    <dgm:cxn modelId="{608E8F9D-11D6-4BCC-924E-469629CCC11C}" type="presOf" srcId="{BCF202D2-5523-4DEA-B566-9B7766FCF905}" destId="{FC13BCCF-B230-40AF-BB72-C8F5FB9B393B}" srcOrd="0" destOrd="5" presId="urn:microsoft.com/office/officeart/2005/8/layout/vList2"/>
    <dgm:cxn modelId="{4074039E-E15C-4F96-AA2D-3937E9C27EEB}" srcId="{D58DD53E-4ED4-4C98-9366-50540620FE28}" destId="{909ADB8F-19E0-4EDD-88C7-1C33860B3BAD}" srcOrd="8" destOrd="0" parTransId="{03367466-C0BA-43A4-B7CC-281EA09EDD52}" sibTransId="{ECF8D571-C13B-4470-81C8-F715BD079AE8}"/>
    <dgm:cxn modelId="{B8A023A0-A801-4611-894B-22E6D471BEE2}" type="presOf" srcId="{9EAAE03A-540A-4023-8B78-419A4DE3C540}" destId="{A84BC024-D0A7-42DC-8D3C-FF4D0A286670}" srcOrd="0" destOrd="0" presId="urn:microsoft.com/office/officeart/2005/8/layout/vList2"/>
    <dgm:cxn modelId="{A1322EA1-9F61-4D77-9378-056858B118D3}" srcId="{AEC21CC2-A1B2-4F87-B519-569828E40232}" destId="{87301CAE-B884-4A90-ADEC-2080E2C07D6E}" srcOrd="2" destOrd="0" parTransId="{07949C69-E7F8-45AD-B33C-A1E66F98037F}" sibTransId="{EAB1002A-6371-4382-AA91-3FD91C44EFBD}"/>
    <dgm:cxn modelId="{F2C21DBB-753D-4295-BB5B-BAA1AF6340E6}" srcId="{AEC21CC2-A1B2-4F87-B519-569828E40232}" destId="{BCF202D2-5523-4DEA-B566-9B7766FCF905}" srcOrd="5" destOrd="0" parTransId="{3A435961-53D0-425F-833E-A119AFF22BF7}" sibTransId="{CE154B75-B7DD-40F6-AF77-D8C8049D7844}"/>
    <dgm:cxn modelId="{DB4974C5-8867-4292-8851-BAE46A287CFC}" type="presOf" srcId="{9B75DC4F-791E-4771-A21A-1EBA2A6851D2}" destId="{6ADBF076-AE30-4665-9F05-535B286C9771}" srcOrd="0" destOrd="7" presId="urn:microsoft.com/office/officeart/2005/8/layout/vList2"/>
    <dgm:cxn modelId="{E891E6CA-1785-47CF-80D8-318830B00412}" type="presOf" srcId="{35BE77DF-E624-489E-8CA6-53122C4D13BB}" destId="{6ADBF076-AE30-4665-9F05-535B286C9771}" srcOrd="0" destOrd="0" presId="urn:microsoft.com/office/officeart/2005/8/layout/vList2"/>
    <dgm:cxn modelId="{6D6DB0D7-944F-4DAB-930D-603ACB8728EB}" type="presOf" srcId="{2FFA00E6-0152-46C5-9480-C919A61CBF36}" destId="{FC13BCCF-B230-40AF-BB72-C8F5FB9B393B}" srcOrd="0" destOrd="3" presId="urn:microsoft.com/office/officeart/2005/8/layout/vList2"/>
    <dgm:cxn modelId="{98D6DAD8-DC46-4A59-ACB1-84582DDE35F3}" srcId="{AEC21CC2-A1B2-4F87-B519-569828E40232}" destId="{2DBD85DE-B185-4E4D-969D-3924E8CF682D}" srcOrd="0" destOrd="0" parTransId="{3FC450AE-4887-410B-A891-26286DBB73DE}" sibTransId="{63480304-039F-471A-AEBD-FFA8A0E9DF03}"/>
    <dgm:cxn modelId="{3D8D74D9-1987-4E31-92BE-92F463303C50}" srcId="{D58DD53E-4ED4-4C98-9366-50540620FE28}" destId="{6AB0D6CC-75C6-4EC0-8099-1CDE8C6FEE34}" srcOrd="1" destOrd="0" parTransId="{9C95B9BF-0D20-4859-8CFF-0037595F0B64}" sibTransId="{1FDBC7D5-08DA-4F24-8068-5A97CE6D3C89}"/>
    <dgm:cxn modelId="{3A05F5DA-0682-45E5-8E4D-D019CF75185F}" srcId="{EB24FF4C-9FF4-46E6-B0AD-95F3B64F76D5}" destId="{9EAAE03A-540A-4023-8B78-419A4DE3C540}" srcOrd="2" destOrd="0" parTransId="{5F5C4247-F2E3-4648-8FBB-53E2AF25EB2F}" sibTransId="{91ED72E0-4575-4BDC-9C05-47B2A571C401}"/>
    <dgm:cxn modelId="{B36251DC-CB16-4AF4-8EA2-4913B9987C61}" type="presOf" srcId="{34F3C02B-E1A2-428D-B096-B9179D035794}" destId="{6ADBF076-AE30-4665-9F05-535B286C9771}" srcOrd="0" destOrd="2" presId="urn:microsoft.com/office/officeart/2005/8/layout/vList2"/>
    <dgm:cxn modelId="{98F398DD-FFC4-45C2-BBC9-17C208EF8E46}" srcId="{EB24FF4C-9FF4-46E6-B0AD-95F3B64F76D5}" destId="{D58DD53E-4ED4-4C98-9366-50540620FE28}" srcOrd="1" destOrd="0" parTransId="{D3A48F9C-9F39-496C-8F41-FB3B91128E01}" sibTransId="{F43B1AD4-0F49-4E00-95DD-8BCEA81F993F}"/>
    <dgm:cxn modelId="{ABCE3CE4-55B3-4B5F-857D-143E2CD7CDED}" srcId="{AEC21CC2-A1B2-4F87-B519-569828E40232}" destId="{EF3C809A-4DAB-4CA0-9442-45C806EEEFF6}" srcOrd="7" destOrd="0" parTransId="{17F406E5-42E8-418C-8579-B10EB9E2AA4C}" sibTransId="{4D2C20F7-1D1C-43C5-8A17-0CB295A2EFB7}"/>
    <dgm:cxn modelId="{E7BCF6E8-5396-4372-AB91-C268B4B58A51}" type="presOf" srcId="{AEC21CC2-A1B2-4F87-B519-569828E40232}" destId="{2B260142-2A3D-41F4-BE14-362137751E43}" srcOrd="0" destOrd="0" presId="urn:microsoft.com/office/officeart/2005/8/layout/vList2"/>
    <dgm:cxn modelId="{E231E8EC-CD31-450A-9446-0E9381318C97}" srcId="{D58DD53E-4ED4-4C98-9366-50540620FE28}" destId="{9B75DC4F-791E-4771-A21A-1EBA2A6851D2}" srcOrd="7" destOrd="0" parTransId="{1AC1191D-D069-4FAC-9EAD-E4B6369C2D6D}" sibTransId="{4009C2AF-B5D1-40E5-8A73-647B77C2B83C}"/>
    <dgm:cxn modelId="{899987ED-0C52-492E-9D9B-314C14434488}" srcId="{AEC21CC2-A1B2-4F87-B519-569828E40232}" destId="{89741228-934C-42A4-8C3A-4CDF47B71B03}" srcOrd="4" destOrd="0" parTransId="{A389CDE5-7B1B-4E26-BD13-D105395C6D74}" sibTransId="{D6FB6346-2502-4688-B56A-B11E173743AE}"/>
    <dgm:cxn modelId="{43B8B3EE-F4D2-4AF1-B7EC-5B887D74E6B8}" srcId="{D58DD53E-4ED4-4C98-9366-50540620FE28}" destId="{C07FBF74-CDC4-4AE2-8DC6-C6858A09028B}" srcOrd="4" destOrd="0" parTransId="{E052FF21-5EC4-492C-8B56-BFEC30B012E6}" sibTransId="{5E16F367-10F8-4339-895C-7768911B2039}"/>
    <dgm:cxn modelId="{7B57B8F3-6E3C-4963-AE18-9D5A15656AF5}" type="presOf" srcId="{2DBD85DE-B185-4E4D-969D-3924E8CF682D}" destId="{FC13BCCF-B230-40AF-BB72-C8F5FB9B393B}" srcOrd="0" destOrd="0" presId="urn:microsoft.com/office/officeart/2005/8/layout/vList2"/>
    <dgm:cxn modelId="{23A318FE-890D-41EA-83B7-6B3BFF765421}" srcId="{D58DD53E-4ED4-4C98-9366-50540620FE28}" destId="{1F78B69A-D085-4994-BFA0-EBF30B7D9291}" srcOrd="9" destOrd="0" parTransId="{BB107855-5228-43A4-A277-43CD7897B4F6}" sibTransId="{B59F4A1E-8DCD-4ABA-9164-E17C3AE9231A}"/>
    <dgm:cxn modelId="{EB4A15A7-0309-4486-9BE2-692772C7774E}" type="presParOf" srcId="{A8DDC119-6269-4C66-A9E4-2280E4BF340E}" destId="{2B260142-2A3D-41F4-BE14-362137751E43}" srcOrd="0" destOrd="0" presId="urn:microsoft.com/office/officeart/2005/8/layout/vList2"/>
    <dgm:cxn modelId="{E956CCD0-B159-4782-B069-204F18925D40}" type="presParOf" srcId="{A8DDC119-6269-4C66-A9E4-2280E4BF340E}" destId="{FC13BCCF-B230-40AF-BB72-C8F5FB9B393B}" srcOrd="1" destOrd="0" presId="urn:microsoft.com/office/officeart/2005/8/layout/vList2"/>
    <dgm:cxn modelId="{A9C81547-5654-4CF7-8DB2-13076AF08171}" type="presParOf" srcId="{A8DDC119-6269-4C66-A9E4-2280E4BF340E}" destId="{F6C019C7-A4B4-4826-AA05-9D92F10925B9}" srcOrd="2" destOrd="0" presId="urn:microsoft.com/office/officeart/2005/8/layout/vList2"/>
    <dgm:cxn modelId="{659B4541-35CD-4CD8-9D51-8F98FC355642}" type="presParOf" srcId="{A8DDC119-6269-4C66-A9E4-2280E4BF340E}" destId="{6ADBF076-AE30-4665-9F05-535B286C9771}" srcOrd="3" destOrd="0" presId="urn:microsoft.com/office/officeart/2005/8/layout/vList2"/>
    <dgm:cxn modelId="{8A0AE378-ABAF-4BE4-AD43-A2E599D01B65}" type="presParOf" srcId="{A8DDC119-6269-4C66-A9E4-2280E4BF340E}" destId="{A84BC024-D0A7-42DC-8D3C-FF4D0A2866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3B1AB-AC7E-4123-9D91-8841BF64F3CA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9EB80C86-CE5F-4C12-BB40-FCB25554D2D2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Archivar trabajos de investigación</a:t>
          </a:r>
          <a:endParaRPr lang="en-US" sz="2600" kern="1200"/>
        </a:p>
      </dsp:txBody>
      <dsp:txXfrm>
        <a:off x="8061" y="5979"/>
        <a:ext cx="3034531" cy="1820718"/>
      </dsp:txXfrm>
    </dsp:sp>
    <dsp:sp modelId="{BE4D0152-D1A2-44ED-9D54-878D57C3A7CA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0CD6B7E3-9D7B-4AD8-92E7-775ADDF66028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Comentarios del auditor en el documento</a:t>
          </a:r>
          <a:endParaRPr lang="en-US" sz="2600" kern="1200"/>
        </a:p>
      </dsp:txBody>
      <dsp:txXfrm>
        <a:off x="3740534" y="5979"/>
        <a:ext cx="3034531" cy="1820718"/>
      </dsp:txXfrm>
    </dsp:sp>
    <dsp:sp modelId="{A925FFAD-D818-478F-BB72-8EAEE0834C01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00D43143-1E17-40F4-A01A-4DD04AB141CC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Incluir un informe de un miembro del equipo auditor, no verificado.</a:t>
          </a:r>
          <a:endParaRPr lang="en-US" sz="2600" kern="1200"/>
        </a:p>
      </dsp:txBody>
      <dsp:txXfrm>
        <a:off x="7473007" y="5979"/>
        <a:ext cx="3034531" cy="1820718"/>
      </dsp:txXfrm>
    </dsp:sp>
    <dsp:sp modelId="{8B9DABB3-5714-4D82-9735-7A5648E3FA01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C24B5ECF-3A48-499D-91F9-BCBA98346348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No revisar documentos y papeles de trabajo</a:t>
          </a:r>
          <a:endParaRPr lang="en-US" sz="2600" kern="1200"/>
        </a:p>
      </dsp:txBody>
      <dsp:txXfrm>
        <a:off x="8061" y="2524640"/>
        <a:ext cx="3034531" cy="1820718"/>
      </dsp:txXfrm>
    </dsp:sp>
    <dsp:sp modelId="{952B3EAF-2C80-46F0-BCB5-2F181C84932C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E4ECEADC-4FFF-4881-8D21-D663D62D62E8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No incluir artículos de investigación de rango alto</a:t>
          </a:r>
          <a:endParaRPr lang="en-US" sz="2600" kern="1200"/>
        </a:p>
      </dsp:txBody>
      <dsp:txXfrm>
        <a:off x="3740534" y="2524640"/>
        <a:ext cx="3034531" cy="1820718"/>
      </dsp:txXfrm>
    </dsp:sp>
    <dsp:sp modelId="{AA566726-898B-4554-A3C6-9C5AF8AF99B6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Usar una plantilla de otro trabajo y no actualizarlo</a:t>
          </a:r>
          <a:endParaRPr lang="en-US" sz="2600" kern="1200"/>
        </a:p>
      </dsp:txBody>
      <dsp:txXfrm>
        <a:off x="7473007" y="2524640"/>
        <a:ext cx="3034531" cy="1820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06EF0-5220-4BF4-832E-F6789CF0399C}">
      <dsp:nvSpPr>
        <dsp:cNvPr id="0" name=""/>
        <dsp:cNvSpPr/>
      </dsp:nvSpPr>
      <dsp:spPr>
        <a:xfrm>
          <a:off x="2284005" y="503121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8479" y="546738"/>
        <a:ext cx="21028" cy="4205"/>
      </dsp:txXfrm>
    </dsp:sp>
    <dsp:sp modelId="{A3E549C1-A7C2-4C43-9874-1703341448B9}">
      <dsp:nvSpPr>
        <dsp:cNvPr id="0" name=""/>
        <dsp:cNvSpPr/>
      </dsp:nvSpPr>
      <dsp:spPr>
        <a:xfrm>
          <a:off x="457206" y="262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Definición del alcance y objetivos de la auditoría</a:t>
          </a:r>
          <a:endParaRPr lang="en-US" sz="1600" kern="1200"/>
        </a:p>
      </dsp:txBody>
      <dsp:txXfrm>
        <a:off x="457206" y="262"/>
        <a:ext cx="1828598" cy="1097158"/>
      </dsp:txXfrm>
    </dsp:sp>
    <dsp:sp modelId="{D07B4D55-CED2-4817-9F58-8A406EA085A1}">
      <dsp:nvSpPr>
        <dsp:cNvPr id="0" name=""/>
        <dsp:cNvSpPr/>
      </dsp:nvSpPr>
      <dsp:spPr>
        <a:xfrm>
          <a:off x="4533180" y="503121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402726"/>
              <a:satOff val="-1156"/>
              <a:lumOff val="-185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7655" y="546738"/>
        <a:ext cx="21028" cy="4205"/>
      </dsp:txXfrm>
    </dsp:sp>
    <dsp:sp modelId="{A9610404-025B-482A-BC31-FC4808F2D4F4}">
      <dsp:nvSpPr>
        <dsp:cNvPr id="0" name=""/>
        <dsp:cNvSpPr/>
      </dsp:nvSpPr>
      <dsp:spPr>
        <a:xfrm>
          <a:off x="2706382" y="262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379036"/>
                <a:satOff val="-1088"/>
                <a:lumOff val="-17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9036"/>
                <a:satOff val="-1088"/>
                <a:lumOff val="-17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9036"/>
                <a:satOff val="-1088"/>
                <a:lumOff val="-17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Identificación de las áreas de enfoque de la auditoría</a:t>
          </a:r>
          <a:endParaRPr lang="en-US" sz="1600" kern="1200"/>
        </a:p>
      </dsp:txBody>
      <dsp:txXfrm>
        <a:off x="2706382" y="262"/>
        <a:ext cx="1828598" cy="1097158"/>
      </dsp:txXfrm>
    </dsp:sp>
    <dsp:sp modelId="{BB43A36A-6612-4AAF-941E-56E47CD23567}">
      <dsp:nvSpPr>
        <dsp:cNvPr id="0" name=""/>
        <dsp:cNvSpPr/>
      </dsp:nvSpPr>
      <dsp:spPr>
        <a:xfrm>
          <a:off x="6782356" y="503121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805452"/>
              <a:satOff val="-2312"/>
              <a:lumOff val="-370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6830" y="546738"/>
        <a:ext cx="21028" cy="4205"/>
      </dsp:txXfrm>
    </dsp:sp>
    <dsp:sp modelId="{D5E8BE21-A83E-45AF-AACA-00C453BC8F2A}">
      <dsp:nvSpPr>
        <dsp:cNvPr id="0" name=""/>
        <dsp:cNvSpPr/>
      </dsp:nvSpPr>
      <dsp:spPr>
        <a:xfrm>
          <a:off x="4955558" y="262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758072"/>
                <a:satOff val="-2176"/>
                <a:lumOff val="-34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58072"/>
                <a:satOff val="-2176"/>
                <a:lumOff val="-34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58072"/>
                <a:satOff val="-2176"/>
                <a:lumOff val="-34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Recopilación de información previa</a:t>
          </a:r>
          <a:endParaRPr lang="en-US" sz="1600" kern="1200"/>
        </a:p>
      </dsp:txBody>
      <dsp:txXfrm>
        <a:off x="4955558" y="262"/>
        <a:ext cx="1828598" cy="1097158"/>
      </dsp:txXfrm>
    </dsp:sp>
    <dsp:sp modelId="{6ADF5652-0B93-400F-8EE8-93F3288001CC}">
      <dsp:nvSpPr>
        <dsp:cNvPr id="0" name=""/>
        <dsp:cNvSpPr/>
      </dsp:nvSpPr>
      <dsp:spPr>
        <a:xfrm>
          <a:off x="9031532" y="503121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1208178"/>
              <a:satOff val="-3467"/>
              <a:lumOff val="-55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216006" y="546738"/>
        <a:ext cx="21028" cy="4205"/>
      </dsp:txXfrm>
    </dsp:sp>
    <dsp:sp modelId="{12C7334D-AB73-46F3-945B-AE87A77515DD}">
      <dsp:nvSpPr>
        <dsp:cNvPr id="0" name=""/>
        <dsp:cNvSpPr/>
      </dsp:nvSpPr>
      <dsp:spPr>
        <a:xfrm>
          <a:off x="7204734" y="262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1137108"/>
                <a:satOff val="-3263"/>
                <a:lumOff val="-52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137108"/>
                <a:satOff val="-3263"/>
                <a:lumOff val="-52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137108"/>
                <a:satOff val="-3263"/>
                <a:lumOff val="-52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Evaluación de los riesgos</a:t>
          </a:r>
          <a:endParaRPr lang="en-US" sz="1600" kern="1200"/>
        </a:p>
      </dsp:txBody>
      <dsp:txXfrm>
        <a:off x="7204734" y="262"/>
        <a:ext cx="1828598" cy="1097158"/>
      </dsp:txXfrm>
    </dsp:sp>
    <dsp:sp modelId="{133A7CC8-42DF-49CF-91FA-6CCB981566B4}">
      <dsp:nvSpPr>
        <dsp:cNvPr id="0" name=""/>
        <dsp:cNvSpPr/>
      </dsp:nvSpPr>
      <dsp:spPr>
        <a:xfrm>
          <a:off x="1371505" y="1095621"/>
          <a:ext cx="8996703" cy="389977"/>
        </a:xfrm>
        <a:custGeom>
          <a:avLst/>
          <a:gdLst/>
          <a:ahLst/>
          <a:cxnLst/>
          <a:rect l="0" t="0" r="0" b="0"/>
          <a:pathLst>
            <a:path>
              <a:moveTo>
                <a:pt x="8996703" y="0"/>
              </a:moveTo>
              <a:lnTo>
                <a:pt x="8996703" y="212088"/>
              </a:lnTo>
              <a:lnTo>
                <a:pt x="0" y="212088"/>
              </a:lnTo>
              <a:lnTo>
                <a:pt x="0" y="389977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44694" y="1288507"/>
        <a:ext cx="450326" cy="4205"/>
      </dsp:txXfrm>
    </dsp:sp>
    <dsp:sp modelId="{A3787322-7B2C-41CD-95ED-975BBA2C3AC5}">
      <dsp:nvSpPr>
        <dsp:cNvPr id="0" name=""/>
        <dsp:cNvSpPr/>
      </dsp:nvSpPr>
      <dsp:spPr>
        <a:xfrm>
          <a:off x="9453909" y="262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1516144"/>
                <a:satOff val="-4351"/>
                <a:lumOff val="-69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16144"/>
                <a:satOff val="-4351"/>
                <a:lumOff val="-69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16144"/>
                <a:satOff val="-4351"/>
                <a:lumOff val="-69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Planificación de las actividades de auditoría</a:t>
          </a:r>
          <a:endParaRPr lang="en-US" sz="1600" kern="1200"/>
        </a:p>
      </dsp:txBody>
      <dsp:txXfrm>
        <a:off x="9453909" y="262"/>
        <a:ext cx="1828598" cy="1097158"/>
      </dsp:txXfrm>
    </dsp:sp>
    <dsp:sp modelId="{B13B2C2C-A0F1-4C85-9B1E-E3CF96906A93}">
      <dsp:nvSpPr>
        <dsp:cNvPr id="0" name=""/>
        <dsp:cNvSpPr/>
      </dsp:nvSpPr>
      <dsp:spPr>
        <a:xfrm>
          <a:off x="2284005" y="2020858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2013629"/>
              <a:satOff val="-5779"/>
              <a:lumOff val="-925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8479" y="2064475"/>
        <a:ext cx="21028" cy="4205"/>
      </dsp:txXfrm>
    </dsp:sp>
    <dsp:sp modelId="{8E1B34B5-D3C6-4DD7-9BE2-98F89B88CEE1}">
      <dsp:nvSpPr>
        <dsp:cNvPr id="0" name=""/>
        <dsp:cNvSpPr/>
      </dsp:nvSpPr>
      <dsp:spPr>
        <a:xfrm>
          <a:off x="457206" y="1517998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1895181"/>
                <a:satOff val="-5439"/>
                <a:lumOff val="-87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95181"/>
                <a:satOff val="-5439"/>
                <a:lumOff val="-87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95181"/>
                <a:satOff val="-5439"/>
                <a:lumOff val="-87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Asignación de recursos</a:t>
          </a:r>
          <a:endParaRPr lang="en-US" sz="1600" kern="1200"/>
        </a:p>
      </dsp:txBody>
      <dsp:txXfrm>
        <a:off x="457206" y="1517998"/>
        <a:ext cx="1828598" cy="1097158"/>
      </dsp:txXfrm>
    </dsp:sp>
    <dsp:sp modelId="{6F3F0E74-1080-4A01-B253-55500431480B}">
      <dsp:nvSpPr>
        <dsp:cNvPr id="0" name=""/>
        <dsp:cNvSpPr/>
      </dsp:nvSpPr>
      <dsp:spPr>
        <a:xfrm>
          <a:off x="4533180" y="2020858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2416355"/>
              <a:satOff val="-6935"/>
              <a:lumOff val="-1110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7655" y="2064475"/>
        <a:ext cx="21028" cy="4205"/>
      </dsp:txXfrm>
    </dsp:sp>
    <dsp:sp modelId="{5E5A686E-FBD4-4DA3-BA62-5AE178C343B8}">
      <dsp:nvSpPr>
        <dsp:cNvPr id="0" name=""/>
        <dsp:cNvSpPr/>
      </dsp:nvSpPr>
      <dsp:spPr>
        <a:xfrm>
          <a:off x="2706382" y="1517998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2274217"/>
                <a:satOff val="-6527"/>
                <a:lumOff val="-104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274217"/>
                <a:satOff val="-6527"/>
                <a:lumOff val="-104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274217"/>
                <a:satOff val="-6527"/>
                <a:lumOff val="-104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Desarrollo de la metodología de trabajo</a:t>
          </a:r>
          <a:endParaRPr lang="en-US" sz="1600" kern="1200"/>
        </a:p>
      </dsp:txBody>
      <dsp:txXfrm>
        <a:off x="2706382" y="1517998"/>
        <a:ext cx="1828598" cy="1097158"/>
      </dsp:txXfrm>
    </dsp:sp>
    <dsp:sp modelId="{2BB11317-F550-46FD-A153-A739DEBF481D}">
      <dsp:nvSpPr>
        <dsp:cNvPr id="0" name=""/>
        <dsp:cNvSpPr/>
      </dsp:nvSpPr>
      <dsp:spPr>
        <a:xfrm>
          <a:off x="6782356" y="2020858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2819081"/>
              <a:satOff val="-8091"/>
              <a:lumOff val="-129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6830" y="2064475"/>
        <a:ext cx="21028" cy="4205"/>
      </dsp:txXfrm>
    </dsp:sp>
    <dsp:sp modelId="{7D8D966C-A6AE-481C-85C6-A55F26E6BAAA}">
      <dsp:nvSpPr>
        <dsp:cNvPr id="0" name=""/>
        <dsp:cNvSpPr/>
      </dsp:nvSpPr>
      <dsp:spPr>
        <a:xfrm>
          <a:off x="4955558" y="1517998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2653253"/>
                <a:satOff val="-7615"/>
                <a:lumOff val="-121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653253"/>
                <a:satOff val="-7615"/>
                <a:lumOff val="-121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653253"/>
                <a:satOff val="-7615"/>
                <a:lumOff val="-121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Desarrollo de un cronograma</a:t>
          </a:r>
          <a:endParaRPr lang="en-US" sz="1600" kern="1200"/>
        </a:p>
      </dsp:txBody>
      <dsp:txXfrm>
        <a:off x="4955558" y="1517998"/>
        <a:ext cx="1828598" cy="1097158"/>
      </dsp:txXfrm>
    </dsp:sp>
    <dsp:sp modelId="{ADDD9D6A-6F90-4ECB-8DC7-9F46B8CFB301}">
      <dsp:nvSpPr>
        <dsp:cNvPr id="0" name=""/>
        <dsp:cNvSpPr/>
      </dsp:nvSpPr>
      <dsp:spPr>
        <a:xfrm>
          <a:off x="9031532" y="2020858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216006" y="2064475"/>
        <a:ext cx="21028" cy="4205"/>
      </dsp:txXfrm>
    </dsp:sp>
    <dsp:sp modelId="{D92614D7-FDB0-4547-AD44-EC18D23A5424}">
      <dsp:nvSpPr>
        <dsp:cNvPr id="0" name=""/>
        <dsp:cNvSpPr/>
      </dsp:nvSpPr>
      <dsp:spPr>
        <a:xfrm>
          <a:off x="7204734" y="1517998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3032289"/>
                <a:satOff val="-8703"/>
                <a:lumOff val="-139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032289"/>
                <a:satOff val="-8703"/>
                <a:lumOff val="-139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032289"/>
                <a:satOff val="-8703"/>
                <a:lumOff val="-139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Evaluación de los procesos de adquisición y mantenimiento</a:t>
          </a:r>
          <a:endParaRPr lang="en-US" sz="1600" kern="1200"/>
        </a:p>
      </dsp:txBody>
      <dsp:txXfrm>
        <a:off x="7204734" y="1517998"/>
        <a:ext cx="1828598" cy="1097158"/>
      </dsp:txXfrm>
    </dsp:sp>
    <dsp:sp modelId="{66355426-1992-4943-A470-3708C128E731}">
      <dsp:nvSpPr>
        <dsp:cNvPr id="0" name=""/>
        <dsp:cNvSpPr/>
      </dsp:nvSpPr>
      <dsp:spPr>
        <a:xfrm>
          <a:off x="1371505" y="2613357"/>
          <a:ext cx="8996703" cy="389977"/>
        </a:xfrm>
        <a:custGeom>
          <a:avLst/>
          <a:gdLst/>
          <a:ahLst/>
          <a:cxnLst/>
          <a:rect l="0" t="0" r="0" b="0"/>
          <a:pathLst>
            <a:path>
              <a:moveTo>
                <a:pt x="8996703" y="0"/>
              </a:moveTo>
              <a:lnTo>
                <a:pt x="8996703" y="212088"/>
              </a:lnTo>
              <a:lnTo>
                <a:pt x="0" y="212088"/>
              </a:lnTo>
              <a:lnTo>
                <a:pt x="0" y="389977"/>
              </a:lnTo>
            </a:path>
          </a:pathLst>
        </a:custGeom>
        <a:noFill/>
        <a:ln w="12700" cap="flat" cmpd="sng" algn="ctr">
          <a:solidFill>
            <a:schemeClr val="accent2">
              <a:hueOff val="3624533"/>
              <a:satOff val="-10402"/>
              <a:lumOff val="-1665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44694" y="2806243"/>
        <a:ext cx="450326" cy="4205"/>
      </dsp:txXfrm>
    </dsp:sp>
    <dsp:sp modelId="{E2F8F03A-7159-4D3C-8FF3-A7FD9ACB6B95}">
      <dsp:nvSpPr>
        <dsp:cNvPr id="0" name=""/>
        <dsp:cNvSpPr/>
      </dsp:nvSpPr>
      <dsp:spPr>
        <a:xfrm>
          <a:off x="9453909" y="1517998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3411325"/>
                <a:satOff val="-9790"/>
                <a:lumOff val="-156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411325"/>
                <a:satOff val="-9790"/>
                <a:lumOff val="-156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411325"/>
                <a:satOff val="-9790"/>
                <a:lumOff val="-156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Realización de la auditoría</a:t>
          </a:r>
          <a:endParaRPr lang="en-US" sz="1600" kern="1200"/>
        </a:p>
      </dsp:txBody>
      <dsp:txXfrm>
        <a:off x="9453909" y="1517998"/>
        <a:ext cx="1828598" cy="1097158"/>
      </dsp:txXfrm>
    </dsp:sp>
    <dsp:sp modelId="{5DEC8EEB-7EEB-4C7D-95B2-169CC4381BFE}">
      <dsp:nvSpPr>
        <dsp:cNvPr id="0" name=""/>
        <dsp:cNvSpPr/>
      </dsp:nvSpPr>
      <dsp:spPr>
        <a:xfrm>
          <a:off x="2284005" y="3538594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4027259"/>
              <a:satOff val="-11558"/>
              <a:lumOff val="-1850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8479" y="3582211"/>
        <a:ext cx="21028" cy="4205"/>
      </dsp:txXfrm>
    </dsp:sp>
    <dsp:sp modelId="{5A4E00EF-D0FC-440C-9A3D-11AD2D679A18}">
      <dsp:nvSpPr>
        <dsp:cNvPr id="0" name=""/>
        <dsp:cNvSpPr/>
      </dsp:nvSpPr>
      <dsp:spPr>
        <a:xfrm>
          <a:off x="457206" y="3035735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3790361"/>
                <a:satOff val="-10878"/>
                <a:lumOff val="-174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90361"/>
                <a:satOff val="-10878"/>
                <a:lumOff val="-174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90361"/>
                <a:satOff val="-10878"/>
                <a:lumOff val="-174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Recopilación de evidencias</a:t>
          </a:r>
          <a:endParaRPr lang="en-US" sz="1600" kern="1200"/>
        </a:p>
      </dsp:txBody>
      <dsp:txXfrm>
        <a:off x="457206" y="3035735"/>
        <a:ext cx="1828598" cy="1097158"/>
      </dsp:txXfrm>
    </dsp:sp>
    <dsp:sp modelId="{377810AB-3EB6-4770-8D37-4144B5E59603}">
      <dsp:nvSpPr>
        <dsp:cNvPr id="0" name=""/>
        <dsp:cNvSpPr/>
      </dsp:nvSpPr>
      <dsp:spPr>
        <a:xfrm>
          <a:off x="4533180" y="3538594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4429985"/>
              <a:satOff val="-12714"/>
              <a:lumOff val="-2035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7655" y="3582211"/>
        <a:ext cx="21028" cy="4205"/>
      </dsp:txXfrm>
    </dsp:sp>
    <dsp:sp modelId="{B326F412-E032-40FB-A2CA-86284F3A07FB}">
      <dsp:nvSpPr>
        <dsp:cNvPr id="0" name=""/>
        <dsp:cNvSpPr/>
      </dsp:nvSpPr>
      <dsp:spPr>
        <a:xfrm>
          <a:off x="2706382" y="3035735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4169397"/>
                <a:satOff val="-11966"/>
                <a:lumOff val="-191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169397"/>
                <a:satOff val="-11966"/>
                <a:lumOff val="-191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169397"/>
                <a:satOff val="-11966"/>
                <a:lumOff val="-191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Evaluación de los resultados-conclusiones</a:t>
          </a:r>
          <a:endParaRPr lang="en-US" sz="1600" kern="1200"/>
        </a:p>
      </dsp:txBody>
      <dsp:txXfrm>
        <a:off x="2706382" y="3035735"/>
        <a:ext cx="1828598" cy="1097158"/>
      </dsp:txXfrm>
    </dsp:sp>
    <dsp:sp modelId="{E5D8BAF3-2D94-4ABE-A14D-F23D4E3BB6E1}">
      <dsp:nvSpPr>
        <dsp:cNvPr id="0" name=""/>
        <dsp:cNvSpPr/>
      </dsp:nvSpPr>
      <dsp:spPr>
        <a:xfrm>
          <a:off x="6782356" y="3538594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6830" y="3582211"/>
        <a:ext cx="21028" cy="4205"/>
      </dsp:txXfrm>
    </dsp:sp>
    <dsp:sp modelId="{1F81B0A0-D5D7-485F-BFFE-E1C099762D92}">
      <dsp:nvSpPr>
        <dsp:cNvPr id="0" name=""/>
        <dsp:cNvSpPr/>
      </dsp:nvSpPr>
      <dsp:spPr>
        <a:xfrm>
          <a:off x="4955558" y="3035735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4548433"/>
                <a:satOff val="-13054"/>
                <a:lumOff val="-2090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548433"/>
                <a:satOff val="-13054"/>
                <a:lumOff val="-2090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548433"/>
                <a:satOff val="-13054"/>
                <a:lumOff val="-2090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Revisión de la documentación y normativa</a:t>
          </a:r>
          <a:endParaRPr lang="en-US" sz="1600" kern="1200"/>
        </a:p>
      </dsp:txBody>
      <dsp:txXfrm>
        <a:off x="4955558" y="3035735"/>
        <a:ext cx="1828598" cy="1097158"/>
      </dsp:txXfrm>
    </dsp:sp>
    <dsp:sp modelId="{26FC9B90-C2A7-4DD5-9565-27B95D93056E}">
      <dsp:nvSpPr>
        <dsp:cNvPr id="0" name=""/>
        <dsp:cNvSpPr/>
      </dsp:nvSpPr>
      <dsp:spPr>
        <a:xfrm>
          <a:off x="9031532" y="3538594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5235436"/>
              <a:satOff val="-15026"/>
              <a:lumOff val="-2405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216006" y="3582211"/>
        <a:ext cx="21028" cy="4205"/>
      </dsp:txXfrm>
    </dsp:sp>
    <dsp:sp modelId="{19250991-8FCE-4B07-B632-8F16910D0088}">
      <dsp:nvSpPr>
        <dsp:cNvPr id="0" name=""/>
        <dsp:cNvSpPr/>
      </dsp:nvSpPr>
      <dsp:spPr>
        <a:xfrm>
          <a:off x="7204734" y="3035735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4927469"/>
                <a:satOff val="-14142"/>
                <a:lumOff val="-226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927469"/>
                <a:satOff val="-14142"/>
                <a:lumOff val="-226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927469"/>
                <a:satOff val="-14142"/>
                <a:lumOff val="-226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Análisis de la seguridad y protección de datos</a:t>
          </a:r>
          <a:endParaRPr lang="en-US" sz="1600" kern="1200"/>
        </a:p>
      </dsp:txBody>
      <dsp:txXfrm>
        <a:off x="7204734" y="3035735"/>
        <a:ext cx="1828598" cy="1097158"/>
      </dsp:txXfrm>
    </dsp:sp>
    <dsp:sp modelId="{42C8818B-C908-48F6-ADF5-5476BDBF50B3}">
      <dsp:nvSpPr>
        <dsp:cNvPr id="0" name=""/>
        <dsp:cNvSpPr/>
      </dsp:nvSpPr>
      <dsp:spPr>
        <a:xfrm>
          <a:off x="1371505" y="4131094"/>
          <a:ext cx="8996703" cy="389977"/>
        </a:xfrm>
        <a:custGeom>
          <a:avLst/>
          <a:gdLst/>
          <a:ahLst/>
          <a:cxnLst/>
          <a:rect l="0" t="0" r="0" b="0"/>
          <a:pathLst>
            <a:path>
              <a:moveTo>
                <a:pt x="8996703" y="0"/>
              </a:moveTo>
              <a:lnTo>
                <a:pt x="8996703" y="212088"/>
              </a:lnTo>
              <a:lnTo>
                <a:pt x="0" y="212088"/>
              </a:lnTo>
              <a:lnTo>
                <a:pt x="0" y="389977"/>
              </a:lnTo>
            </a:path>
          </a:pathLst>
        </a:custGeom>
        <a:noFill/>
        <a:ln w="12700" cap="flat" cmpd="sng" algn="ctr">
          <a:solidFill>
            <a:schemeClr val="accent2">
              <a:hueOff val="5638162"/>
              <a:satOff val="-16181"/>
              <a:lumOff val="-2590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44694" y="4323980"/>
        <a:ext cx="450326" cy="4205"/>
      </dsp:txXfrm>
    </dsp:sp>
    <dsp:sp modelId="{F86C996A-615A-42A0-AAD5-DCF4560D8D12}">
      <dsp:nvSpPr>
        <dsp:cNvPr id="0" name=""/>
        <dsp:cNvSpPr/>
      </dsp:nvSpPr>
      <dsp:spPr>
        <a:xfrm>
          <a:off x="9453909" y="3035735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5306505"/>
                <a:satOff val="-15230"/>
                <a:lumOff val="-243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06505"/>
                <a:satOff val="-15230"/>
                <a:lumOff val="-243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06505"/>
                <a:satOff val="-15230"/>
                <a:lumOff val="-243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Evaluación de la eficiencia operativa</a:t>
          </a:r>
          <a:endParaRPr lang="en-US" sz="1600" kern="1200"/>
        </a:p>
      </dsp:txBody>
      <dsp:txXfrm>
        <a:off x="9453909" y="3035735"/>
        <a:ext cx="1828598" cy="1097158"/>
      </dsp:txXfrm>
    </dsp:sp>
    <dsp:sp modelId="{9E1D1F6A-9699-4104-AF03-0C18BABA241E}">
      <dsp:nvSpPr>
        <dsp:cNvPr id="0" name=""/>
        <dsp:cNvSpPr/>
      </dsp:nvSpPr>
      <dsp:spPr>
        <a:xfrm>
          <a:off x="2284005" y="5056331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6040888"/>
              <a:satOff val="-17337"/>
              <a:lumOff val="-2775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8479" y="5099948"/>
        <a:ext cx="21028" cy="4205"/>
      </dsp:txXfrm>
    </dsp:sp>
    <dsp:sp modelId="{C8753321-CE83-4793-B443-749E95588D63}">
      <dsp:nvSpPr>
        <dsp:cNvPr id="0" name=""/>
        <dsp:cNvSpPr/>
      </dsp:nvSpPr>
      <dsp:spPr>
        <a:xfrm>
          <a:off x="457206" y="4553471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5685542"/>
                <a:satOff val="-16317"/>
                <a:lumOff val="-261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85542"/>
                <a:satOff val="-16317"/>
                <a:lumOff val="-261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85542"/>
                <a:satOff val="-16317"/>
                <a:lumOff val="-261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Preparación del informe de auditoría</a:t>
          </a:r>
          <a:endParaRPr lang="en-US" sz="1600" kern="1200"/>
        </a:p>
      </dsp:txBody>
      <dsp:txXfrm>
        <a:off x="457206" y="4553471"/>
        <a:ext cx="1828598" cy="1097158"/>
      </dsp:txXfrm>
    </dsp:sp>
    <dsp:sp modelId="{6AC34F56-FFD7-43D1-9E0D-18CFAC2E0B57}">
      <dsp:nvSpPr>
        <dsp:cNvPr id="0" name=""/>
        <dsp:cNvSpPr/>
      </dsp:nvSpPr>
      <dsp:spPr>
        <a:xfrm>
          <a:off x="4533180" y="5056331"/>
          <a:ext cx="389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9977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7655" y="5099948"/>
        <a:ext cx="21028" cy="4205"/>
      </dsp:txXfrm>
    </dsp:sp>
    <dsp:sp modelId="{DBD24ADC-765D-4A7F-8778-E4FD534A1D21}">
      <dsp:nvSpPr>
        <dsp:cNvPr id="0" name=""/>
        <dsp:cNvSpPr/>
      </dsp:nvSpPr>
      <dsp:spPr>
        <a:xfrm>
          <a:off x="2706382" y="4553471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6064578"/>
                <a:satOff val="-17405"/>
                <a:lumOff val="-278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064578"/>
                <a:satOff val="-17405"/>
                <a:lumOff val="-278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064578"/>
                <a:satOff val="-17405"/>
                <a:lumOff val="-278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Comunicación de resultados</a:t>
          </a:r>
          <a:endParaRPr lang="en-US" sz="1600" kern="1200"/>
        </a:p>
      </dsp:txBody>
      <dsp:txXfrm>
        <a:off x="2706382" y="4553471"/>
        <a:ext cx="1828598" cy="1097158"/>
      </dsp:txXfrm>
    </dsp:sp>
    <dsp:sp modelId="{ACFDE726-9DC9-4223-9553-4719DEF49FA3}">
      <dsp:nvSpPr>
        <dsp:cNvPr id="0" name=""/>
        <dsp:cNvSpPr/>
      </dsp:nvSpPr>
      <dsp:spPr>
        <a:xfrm>
          <a:off x="4955558" y="4553471"/>
          <a:ext cx="1828598" cy="1097158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603" tIns="94054" rIns="89603" bIns="9405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Seguimiento y supervisión</a:t>
          </a:r>
          <a:endParaRPr lang="en-US" sz="1600" kern="1200"/>
        </a:p>
      </dsp:txBody>
      <dsp:txXfrm>
        <a:off x="4955558" y="4553471"/>
        <a:ext cx="1828598" cy="10971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60142-2A3D-41F4-BE14-362137751E43}">
      <dsp:nvSpPr>
        <dsp:cNvPr id="0" name=""/>
        <dsp:cNvSpPr/>
      </dsp:nvSpPr>
      <dsp:spPr>
        <a:xfrm>
          <a:off x="0" y="197218"/>
          <a:ext cx="7559504" cy="638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baseline="0"/>
            <a:t>Recomendaciones</a:t>
          </a:r>
          <a:endParaRPr lang="en-US" sz="1600" kern="1200"/>
        </a:p>
      </dsp:txBody>
      <dsp:txXfrm>
        <a:off x="31185" y="228403"/>
        <a:ext cx="7497134" cy="576450"/>
      </dsp:txXfrm>
    </dsp:sp>
    <dsp:sp modelId="{FC13BCCF-B230-40AF-BB72-C8F5FB9B393B}">
      <dsp:nvSpPr>
        <dsp:cNvPr id="0" name=""/>
        <dsp:cNvSpPr/>
      </dsp:nvSpPr>
      <dsp:spPr>
        <a:xfrm>
          <a:off x="0" y="836038"/>
          <a:ext cx="7559504" cy="16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Conclusiones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Resumen de los hallazgos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Evaluación de la conformidad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Implicaciones y riesgos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Recomendaciones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Opinión del auditor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Resumen de las recomendaciones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Recomendaciones futuras</a:t>
          </a:r>
          <a:endParaRPr lang="en-US" sz="1200" kern="1200"/>
        </a:p>
      </dsp:txBody>
      <dsp:txXfrm>
        <a:off x="0" y="836038"/>
        <a:ext cx="7559504" cy="1656000"/>
      </dsp:txXfrm>
    </dsp:sp>
    <dsp:sp modelId="{F6C019C7-A4B4-4826-AA05-9D92F10925B9}">
      <dsp:nvSpPr>
        <dsp:cNvPr id="0" name=""/>
        <dsp:cNvSpPr/>
      </dsp:nvSpPr>
      <dsp:spPr>
        <a:xfrm>
          <a:off x="0" y="2492038"/>
          <a:ext cx="7559504" cy="6388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baseline="0"/>
            <a:t>Anexos</a:t>
          </a:r>
          <a:endParaRPr lang="en-US" sz="1600" kern="1200"/>
        </a:p>
      </dsp:txBody>
      <dsp:txXfrm>
        <a:off x="31185" y="2523223"/>
        <a:ext cx="7497134" cy="576450"/>
      </dsp:txXfrm>
    </dsp:sp>
    <dsp:sp modelId="{6ADBF076-AE30-4665-9F05-535B286C9771}">
      <dsp:nvSpPr>
        <dsp:cNvPr id="0" name=""/>
        <dsp:cNvSpPr/>
      </dsp:nvSpPr>
      <dsp:spPr>
        <a:xfrm>
          <a:off x="0" y="3130858"/>
          <a:ext cx="7559504" cy="231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14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Documentos de política y procedimientos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Informes de pruebas de seguridad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Evidencia de apoyo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Diseños de red y diagramas de flujo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Listas de verificación y plantillas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Informes de incidentes de seguridad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Registros de auditoría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Análisis de riesgos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Cuestiones clave o aspectos relevantes de la auditoría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Información sobre la responsabilidad del auditor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200" i="0" kern="1200" baseline="0"/>
            <a:t>Informe sobre otros requerimientos legales y reglamentarios</a:t>
          </a:r>
          <a:endParaRPr lang="en-US" sz="1200" kern="1200"/>
        </a:p>
      </dsp:txBody>
      <dsp:txXfrm>
        <a:off x="0" y="3130858"/>
        <a:ext cx="7559504" cy="2318400"/>
      </dsp:txXfrm>
    </dsp:sp>
    <dsp:sp modelId="{A84BC024-D0A7-42DC-8D3C-FF4D0A286670}">
      <dsp:nvSpPr>
        <dsp:cNvPr id="0" name=""/>
        <dsp:cNvSpPr/>
      </dsp:nvSpPr>
      <dsp:spPr>
        <a:xfrm>
          <a:off x="0" y="5449258"/>
          <a:ext cx="7559504" cy="6388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Referencias: </a:t>
          </a:r>
          <a:r>
            <a:rPr lang="es-ES" sz="1600" kern="1200"/>
            <a:t>bibliografía seguir modelo APA.  Autor, fecha de publicación, título, fuente</a:t>
          </a:r>
          <a:endParaRPr lang="en-US" sz="1600" kern="1200"/>
        </a:p>
      </dsp:txBody>
      <dsp:txXfrm>
        <a:off x="31185" y="5480443"/>
        <a:ext cx="7497134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9E542-5317-DFBE-59FD-F0B07001C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61B4FE-1922-699C-CE92-BA50F9D65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946A35-13C3-63E7-AF9E-FFC0F20B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F21869-61DA-D15C-C9B7-1DB5769A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061318-4607-6255-82F0-118BC2EA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638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08F7B-41F3-7C39-0729-AE65ACFD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5DD47C-F926-279C-4D87-75B71E28D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730E17-ECD1-1EE2-87EA-A29B2869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8C4C4D-64DB-0098-55C8-F7E8837D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D2D065-A6BE-EB41-F9C9-8C7C4618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657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1354F-8CAE-8143-A38D-3C1E0078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79613C-5C89-F337-6A04-3E84D9D3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07ED48-0C5B-BBAE-1FE5-EC9DFC2D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0C794-6EC3-B6B8-BB82-912E858D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1CB9C0-8376-8EE5-FC45-7AC85FB5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876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508DE-A6F6-D2D5-4C4F-0AC68135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D07148-738A-D63B-36B7-C9B782C20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6C0F76-78E0-38B7-741F-4E6260E2F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21A898-458C-E045-1183-E9872FEF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E98F7E-3363-4A73-CEF7-DBCA6C19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1FFB94-2EE1-0C74-508E-07C1B761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766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F67D1-E258-EDFC-8E4A-E0A8DAF9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C6AA3A-5AFB-CD8C-DC97-8ADB64046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AA36ED-361D-AB4C-21F8-DD0E2799F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8C255D-87CF-393C-0B08-D6A05FA9B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8BBE0D-A8EB-CDE7-87A3-59DF97D2B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4A54B0-4C02-775C-671A-C98AACDA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412526-005F-92D0-915A-AD2D77B2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189693-CE14-AD13-9ADD-947B18CB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66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5EF15-6873-6DFA-C821-1AAB4BB5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68BBA6-4E53-C800-70E2-DA2813708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8B9358-09B7-AB93-DDC5-AABEE8F9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E281E8-2B32-F0AF-A544-0E081140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192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07D526-F4BA-23AF-F262-DD8A0C44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35FFD3-678B-05CB-A354-0ECE319D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E18ADC-AAE5-F21B-705F-63FCEBF1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356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73928-B08E-F359-CABD-99DC8C87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33033E-530F-BE43-AB91-BDB2BB36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ED9F97-D78C-5611-AB40-6EFB39FDA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ABAAF6-AC4A-6D99-AB45-8EFD104C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7AB73B-3665-F728-58BC-85FDF728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AD46FF-EBE4-8D46-149A-1C996FE7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541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285CB-944E-3605-690A-5D522677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A1ECFF-0810-2A8C-4ADA-C35915AE8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9CB971-A716-7117-47C4-E3C0570FB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F02964-A646-474E-73C8-E50651E1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C5E262-4F6D-A6F3-A397-3345EE0E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7D2BD2-EA28-BEAE-C43A-645E5E15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554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BCE8F-B718-1320-F652-80C7E52B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06F716-A65F-B099-69B6-A506FFB3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866E07-582B-3802-7C4C-CA6C3E7F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D7779-BCA6-40B3-380B-08E21BC1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4FFA05-36E7-FA5C-D6C3-A6ABCD98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841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522DB3-A7B9-1839-A600-6FFEB96DC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8EAF8A-D9F8-2DB5-7DF8-FEBA37ABF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C16B55-A584-DBD8-11EC-6FAB04D58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18FBBB-A758-2B4D-DCE0-03E42282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F13F41-9F07-EFEE-2B2E-8C6B50F6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808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5D9C0D-5F38-66E2-6C63-44B8AA6F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72B0EE-CBB4-4E6A-FD9A-66562AB9E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B2B16D-C8D2-C6C3-941D-FE291AEE6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C942B-B760-41B3-A2A1-FD97C0AD4A1D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351262-407C-3E02-C983-74E98D375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52B1B3-98CC-D71F-2A8F-95C38C455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C9133-B6B6-42B6-8B6D-5A19CB549A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21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2122CA-8753-6C7B-ED3E-61C7F6801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4600">
                <a:solidFill>
                  <a:schemeClr val="bg1"/>
                </a:solidFill>
              </a:rPr>
              <a:t>Unidad 6 Guias para la elaboracion de las distintas fases de la auditoria de si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685A3D-AEA0-47C9-D6EA-97FBC783D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Agrega una breve explicación del propósito de la presentación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56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82D195-7DEF-C680-7BA5-C3FB6FAB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indice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C8DD46-C73C-5889-DF6B-9A630D07F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6.1. Guía para la auditoría de la documentación y normativa de seguridad existente en la organización auditada</a:t>
            </a:r>
            <a:br>
              <a:rPr lang="es-ES" sz="2000"/>
            </a:br>
            <a:r>
              <a:rPr lang="es-ES" sz="2000"/>
              <a:t>6.2. Guía para la elaboración del plan de auditoría</a:t>
            </a:r>
            <a:br>
              <a:rPr lang="es-ES" sz="2000"/>
            </a:br>
            <a:r>
              <a:rPr lang="es-ES" sz="2000"/>
              <a:t>6.3. Guía para las pruebas de auditoría</a:t>
            </a:r>
            <a:br>
              <a:rPr lang="es-ES" sz="2000"/>
            </a:br>
            <a:r>
              <a:rPr lang="es-ES" sz="2000"/>
              <a:t>6.4. Guía para la elaboración del informe de auditoría</a:t>
            </a:r>
            <a:br>
              <a:rPr lang="es-ES" sz="2000"/>
            </a:br>
            <a:endParaRPr lang="es-ES" sz="2000"/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376C7E0E-CB9C-8110-84CF-741B7D6A4A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40" r="2686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1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E6DC47-8759-A3C4-AE10-B3B8C369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2200"/>
              <a:t>6.1. Guía para la auditoría de la documentación y normativa de seguridad existente en la organización auditada</a:t>
            </a:r>
            <a:br>
              <a:rPr lang="es-ES" sz="2200"/>
            </a:br>
            <a:endParaRPr lang="es-ES" sz="2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E59C8-2932-764D-78A7-A81920936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b="1"/>
              <a:t>Factores como</a:t>
            </a:r>
            <a:r>
              <a:rPr lang="es-ES" sz="2000"/>
              <a:t>: tipo de organización auditada, naturaleza de los procedimientos, riesgos por posibles errores, evidencias recopiladas, irregularidades detectadas, conclusión de la auditoria,  metodología.</a:t>
            </a:r>
          </a:p>
          <a:p>
            <a:r>
              <a:rPr lang="es-ES" sz="2000" b="1"/>
              <a:t>Documentos: </a:t>
            </a:r>
            <a:r>
              <a:rPr lang="es-ES" sz="2000"/>
              <a:t>documento donde se explica que se va a auditar, informe de auditoria, requerimientos.</a:t>
            </a:r>
          </a:p>
        </p:txBody>
      </p:sp>
      <p:pic>
        <p:nvPicPr>
          <p:cNvPr id="5" name="Picture 4" descr="Organizadores de colores en estantes">
            <a:extLst>
              <a:ext uri="{FF2B5EF4-FFF2-40B4-BE49-F238E27FC236}">
                <a16:creationId xmlns:a16="http://schemas.microsoft.com/office/drawing/2014/main" id="{41396547-F379-1F66-A179-5A1814EF4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36" r="2979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3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DD7C1C-9231-9E24-CE08-09D32846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6.1.1. principales consideraciones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C34B0A9-4B98-7E5F-A2D7-39E94CCE31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108061"/>
            <a:ext cx="5008901" cy="45719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Documentación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clara, concisa, precisa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trazable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Cada doc: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tipo/alcance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procedimientos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resultados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evidencias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Anotar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conclusiones clave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riesgos de incorrección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Encabezado mínimo: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organización, auditor, área, fecha límite y de creación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Opcionales: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propósito, procedimientos, resultados, conclusión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TO-DO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registrar dudas/mejoras;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cerrar y eliminar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 resolver.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 cierre: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depurar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borradores inútiles,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referencias cruzadas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evidencias de consensos.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Conservación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política de retención;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hasta 5 años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altLang="es-ES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backup</a:t>
            </a:r>
            <a:r>
              <a:rPr kumimoji="0" lang="es-ES" altLang="es-E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completo.</a:t>
            </a:r>
          </a:p>
        </p:txBody>
      </p:sp>
    </p:spTree>
    <p:extLst>
      <p:ext uri="{BB962C8B-B14F-4D97-AF65-F5344CB8AC3E}">
        <p14:creationId xmlns:p14="http://schemas.microsoft.com/office/powerpoint/2010/main" val="340205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769EF-0774-8050-4B2B-47AE92DBA6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232" b="63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BD2FD7-74A5-4B74-825E-6359E869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6.1.2 principales errores en la documentación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302F0C1-065F-425B-9E4D-A204BE6395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4842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1512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5F6711-73E2-9B0A-2103-B4438AA5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anchor="ctr">
            <a:normAutofit/>
          </a:bodyPr>
          <a:lstStyle/>
          <a:p>
            <a:r>
              <a:rPr lang="es-ES" sz="5000">
                <a:solidFill>
                  <a:schemeClr val="bg1"/>
                </a:solidFill>
              </a:rPr>
              <a:t>6.1.3 Guía básica para la documentación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E1BBC5-1C9E-B47F-D1EB-9AFC0456B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224" y="860612"/>
            <a:ext cx="4797909" cy="5023821"/>
          </a:xfrm>
        </p:spPr>
        <p:txBody>
          <a:bodyPr anchor="ctr">
            <a:normAutofit/>
          </a:bodyPr>
          <a:lstStyle/>
          <a:p>
            <a:r>
              <a:rPr lang="es-ES" sz="1400">
                <a:solidFill>
                  <a:schemeClr val="bg1"/>
                </a:solidFill>
              </a:rPr>
              <a:t>Planificación y alcance</a:t>
            </a:r>
          </a:p>
          <a:p>
            <a:r>
              <a:rPr lang="es-ES" sz="1400">
                <a:solidFill>
                  <a:schemeClr val="bg1"/>
                </a:solidFill>
              </a:rPr>
              <a:t>Revisión de la documentación de políticas y procedimientos</a:t>
            </a:r>
          </a:p>
          <a:p>
            <a:r>
              <a:rPr lang="es-ES" sz="1400">
                <a:solidFill>
                  <a:schemeClr val="bg1"/>
                </a:solidFill>
              </a:rPr>
              <a:t>Análisis de cumplimiento</a:t>
            </a:r>
          </a:p>
          <a:p>
            <a:r>
              <a:rPr lang="es-ES" sz="1400">
                <a:solidFill>
                  <a:schemeClr val="bg1"/>
                </a:solidFill>
              </a:rPr>
              <a:t>Identificación de brechas de seguridad</a:t>
            </a:r>
          </a:p>
          <a:p>
            <a:r>
              <a:rPr lang="es-ES" sz="1400">
                <a:solidFill>
                  <a:schemeClr val="bg1"/>
                </a:solidFill>
              </a:rPr>
              <a:t>Evaluación de la normativa de seguridad</a:t>
            </a:r>
          </a:p>
          <a:p>
            <a:r>
              <a:rPr lang="es-ES" sz="1400">
                <a:solidFill>
                  <a:schemeClr val="bg1"/>
                </a:solidFill>
              </a:rPr>
              <a:t>Revisión de controles</a:t>
            </a:r>
          </a:p>
          <a:p>
            <a:r>
              <a:rPr lang="es-ES" sz="1400">
                <a:solidFill>
                  <a:schemeClr val="bg1"/>
                </a:solidFill>
              </a:rPr>
              <a:t>Entrevistas y consultas</a:t>
            </a:r>
          </a:p>
          <a:p>
            <a:r>
              <a:rPr lang="es-ES" sz="1400">
                <a:solidFill>
                  <a:schemeClr val="bg1"/>
                </a:solidFill>
              </a:rPr>
              <a:t>Análisis de procesos</a:t>
            </a:r>
          </a:p>
          <a:p>
            <a:r>
              <a:rPr lang="es-ES" sz="1400">
                <a:solidFill>
                  <a:schemeClr val="bg1"/>
                </a:solidFill>
              </a:rPr>
              <a:t>Evaluación de registros</a:t>
            </a:r>
          </a:p>
          <a:p>
            <a:r>
              <a:rPr lang="es-ES" sz="1400">
                <a:solidFill>
                  <a:schemeClr val="bg1"/>
                </a:solidFill>
              </a:rPr>
              <a:t>Informe de auditoría</a:t>
            </a:r>
          </a:p>
          <a:p>
            <a:r>
              <a:rPr lang="es-ES" sz="1400">
                <a:solidFill>
                  <a:schemeClr val="bg1"/>
                </a:solidFill>
              </a:rPr>
              <a:t>Auditoría de la documentación de auditoría</a:t>
            </a:r>
          </a:p>
          <a:p>
            <a:r>
              <a:rPr lang="es-ES" sz="1400">
                <a:solidFill>
                  <a:schemeClr val="bg1"/>
                </a:solidFill>
              </a:rPr>
              <a:t>Análisis de registros de auditoría</a:t>
            </a:r>
          </a:p>
          <a:p>
            <a:r>
              <a:rPr lang="es-ES" sz="1400">
                <a:solidFill>
                  <a:schemeClr val="bg1"/>
                </a:solidFill>
              </a:rPr>
              <a:t>Revisión de los registros de auditoría</a:t>
            </a:r>
          </a:p>
          <a:p>
            <a:r>
              <a:rPr lang="es-ES" sz="1400">
                <a:solidFill>
                  <a:schemeClr val="bg1"/>
                </a:solidFill>
              </a:rPr>
              <a:t>Seguimiento</a:t>
            </a:r>
          </a:p>
          <a:p>
            <a:r>
              <a:rPr lang="es-ES" sz="1400">
                <a:solidFill>
                  <a:schemeClr val="bg1"/>
                </a:solidFill>
              </a:rPr>
              <a:t>Revisión de las medidas de continuidad del negocio</a:t>
            </a:r>
          </a:p>
          <a:p>
            <a:endParaRPr lang="es-E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90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1C37B6-696A-D85D-BA7E-9B62EEDC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s-ES" sz="5600">
                <a:solidFill>
                  <a:schemeClr val="bg1"/>
                </a:solidFill>
              </a:rPr>
              <a:t>6.2. Guía para la elaboración del plan de auditoría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42BA87-7564-9518-D1DF-9FB2DB26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s-ES" sz="2000" b="1">
                <a:solidFill>
                  <a:schemeClr val="bg1"/>
                </a:solidFill>
              </a:rPr>
              <a:t>6.2.1 objetivo de un plan de auditoria</a:t>
            </a:r>
          </a:p>
          <a:p>
            <a:pPr lvl="1"/>
            <a:r>
              <a:rPr lang="es-ES" sz="2000">
                <a:solidFill>
                  <a:schemeClr val="bg1"/>
                </a:solidFill>
              </a:rPr>
              <a:t>Elementos </a:t>
            </a:r>
          </a:p>
          <a:p>
            <a:pPr lvl="2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2"/>
            <a:r>
              <a:rPr lang="es-ES">
                <a:solidFill>
                  <a:schemeClr val="bg1"/>
                </a:solidFill>
              </a:rPr>
              <a:t>Alcance</a:t>
            </a:r>
          </a:p>
          <a:p>
            <a:pPr lvl="2"/>
            <a:r>
              <a:rPr lang="es-ES">
                <a:solidFill>
                  <a:schemeClr val="bg1"/>
                </a:solidFill>
              </a:rPr>
              <a:t>Criterios</a:t>
            </a:r>
          </a:p>
          <a:p>
            <a:pPr lvl="2"/>
            <a:r>
              <a:rPr lang="es-ES">
                <a:solidFill>
                  <a:schemeClr val="bg1"/>
                </a:solidFill>
              </a:rPr>
              <a:t>Métodos</a:t>
            </a:r>
          </a:p>
          <a:p>
            <a:pPr lvl="2"/>
            <a:r>
              <a:rPr lang="es-ES">
                <a:solidFill>
                  <a:schemeClr val="bg1"/>
                </a:solidFill>
              </a:rPr>
              <a:t>Recursos</a:t>
            </a:r>
          </a:p>
          <a:p>
            <a:pPr lvl="2"/>
            <a:r>
              <a:rPr lang="es-ES">
                <a:solidFill>
                  <a:schemeClr val="bg1"/>
                </a:solidFill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88104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259FEA-ACD8-4241-ADBE-C0F235022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s-ES" sz="5600">
                <a:solidFill>
                  <a:schemeClr val="bg1"/>
                </a:solidFill>
              </a:rPr>
              <a:t>6.2.2. Como hacer un plan de auditoria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87153014-B982-3D4A-7396-D46D3BE888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108061"/>
            <a:ext cx="5008901" cy="45719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 específico</a:t>
            </a:r>
            <a:endParaRPr kumimoji="0" lang="es-ES" altLang="es-E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Participación multidepartamental</a:t>
            </a:r>
            <a:endParaRPr kumimoji="0" lang="es-ES" altLang="es-E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Establecer prioridades</a:t>
            </a:r>
            <a:endParaRPr kumimoji="0" lang="es-ES" altLang="es-E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Planificar la comunicación</a:t>
            </a:r>
            <a:endParaRPr kumimoji="0" lang="es-ES" altLang="es-E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Modificar y adaptar</a:t>
            </a:r>
            <a:endParaRPr kumimoji="0" lang="es-ES" altLang="es-E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6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31A24-744E-522B-5C7D-5D5DEF7E8B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5000"/>
          <a:stretch>
            <a:fillRect/>
          </a:stretch>
        </p:blipFill>
        <p:spPr>
          <a:xfrm>
            <a:off x="167169" y="-188135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3026440-2AD9-6DDB-F106-9778D841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55" y="-85826"/>
            <a:ext cx="10527890" cy="450952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rgbClr val="FFFFFF"/>
                </a:solidFill>
              </a:rPr>
              <a:t>pasos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5BD4D09-7CAE-89E3-99F0-372883831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58416"/>
              </p:ext>
            </p:extLst>
          </p:nvPr>
        </p:nvGraphicFramePr>
        <p:xfrm>
          <a:off x="117987" y="730242"/>
          <a:ext cx="11739715" cy="5650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636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30F028-874C-11FA-2916-2451C685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6.3. Guía para las pruebas de auditoría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84CEA0-5551-1ABD-0035-CE893294D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b="1"/>
              <a:t>Propósitos </a:t>
            </a:r>
          </a:p>
          <a:p>
            <a:pPr lvl="1"/>
            <a:r>
              <a:rPr lang="es-ES" sz="2000"/>
              <a:t>Evaluar la efectividad de los controles de seguridad</a:t>
            </a:r>
          </a:p>
          <a:p>
            <a:pPr lvl="1"/>
            <a:r>
              <a:rPr lang="es-ES" sz="2000"/>
              <a:t>Identificar vulnerabilidades y riesgos</a:t>
            </a:r>
          </a:p>
          <a:p>
            <a:pPr lvl="1"/>
            <a:r>
              <a:rPr lang="es-ES" sz="2000"/>
              <a:t>Simular ataques</a:t>
            </a:r>
          </a:p>
          <a:p>
            <a:pPr lvl="1"/>
            <a:r>
              <a:rPr lang="es-ES" sz="2000"/>
              <a:t>Analizar configuraciones</a:t>
            </a:r>
          </a:p>
          <a:p>
            <a:pPr lvl="1"/>
            <a:r>
              <a:rPr lang="es-ES" sz="2000"/>
              <a:t>Evaluar la seguridad de las aplicaciones</a:t>
            </a:r>
          </a:p>
          <a:p>
            <a:pPr lvl="1"/>
            <a:r>
              <a:rPr lang="es-ES" sz="2000"/>
              <a:t>Generar informes y recomendaciones</a:t>
            </a:r>
          </a:p>
          <a:p>
            <a:endParaRPr lang="es-ES" sz="2000"/>
          </a:p>
          <a:p>
            <a:pPr lvl="1"/>
            <a:endParaRPr lang="es-ES" sz="2000"/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620312EE-B366-85B2-126F-11CBB953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5" r="1732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1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FF6CFE-0526-E6D5-CEC3-C4DC60BF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ES" dirty="0"/>
              <a:t>pasos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949A2D-A319-EC6E-8C3A-A421455D34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558489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Planificación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Recolección de información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Evaluación de los controles de sistemas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Diseño de pruebas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Ejecución de pruebas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Evaluación de resultados-conclusiones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Preparación de informe de auditoría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Comunicación de resultados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Seguimiento y mejora continua</a:t>
            </a:r>
            <a:endParaRPr kumimoji="0" lang="es-ES" altLang="es-E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0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31065F-F0B6-FA10-F322-22FC7518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3700"/>
              <a:t>6.4. Guía para la elaboración del informe de auditoría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62CD9-70C1-DDA8-AB9E-CE2CDD7E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fontScale="92500" lnSpcReduction="20000"/>
          </a:bodyPr>
          <a:lstStyle/>
          <a:p>
            <a:r>
              <a:rPr lang="es-ES" sz="1900" b="1" dirty="0"/>
              <a:t>Requisitos</a:t>
            </a:r>
          </a:p>
          <a:p>
            <a:pPr lvl="1"/>
            <a:r>
              <a:rPr lang="es-ES" sz="1900" dirty="0"/>
              <a:t>Ser veraz</a:t>
            </a:r>
          </a:p>
          <a:p>
            <a:pPr lvl="1"/>
            <a:r>
              <a:rPr lang="es-ES" sz="1900" dirty="0"/>
              <a:t>Estar documentado formalmente</a:t>
            </a:r>
          </a:p>
          <a:p>
            <a:pPr lvl="1"/>
            <a:r>
              <a:rPr lang="es-ES" sz="1900" dirty="0"/>
              <a:t>Contar con recomendaciones y soluciones</a:t>
            </a:r>
          </a:p>
          <a:p>
            <a:pPr lvl="1"/>
            <a:r>
              <a:rPr lang="es-ES" sz="1900" dirty="0"/>
              <a:t>Reflejar áreas de oportunidades</a:t>
            </a:r>
          </a:p>
          <a:p>
            <a:r>
              <a:rPr lang="es-ES" sz="2300" b="1" dirty="0"/>
              <a:t>Realizar un informe es fundamental por varias razones</a:t>
            </a:r>
          </a:p>
          <a:p>
            <a:pPr lvl="1"/>
            <a:r>
              <a:rPr lang="es-ES" sz="1900" dirty="0"/>
              <a:t>Identificación de deficiencias</a:t>
            </a:r>
          </a:p>
          <a:p>
            <a:pPr lvl="1"/>
            <a:r>
              <a:rPr lang="es-ES" sz="1900" dirty="0"/>
              <a:t>Evaluación del cumplimiento</a:t>
            </a:r>
          </a:p>
          <a:p>
            <a:pPr lvl="1"/>
            <a:r>
              <a:rPr lang="es-ES" sz="1900" dirty="0"/>
              <a:t>Comunicación de resultados</a:t>
            </a:r>
          </a:p>
          <a:p>
            <a:pPr lvl="1"/>
            <a:r>
              <a:rPr lang="es-ES" sz="1900" dirty="0"/>
              <a:t>Apoyo a la toma de decisiones</a:t>
            </a:r>
          </a:p>
          <a:p>
            <a:pPr lvl="1"/>
            <a:r>
              <a:rPr lang="es-ES" sz="1900" dirty="0"/>
              <a:t>Facilitación de la mejora continua</a:t>
            </a:r>
          </a:p>
          <a:p>
            <a:pPr lvl="1"/>
            <a:endParaRPr lang="es-E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7D78F-0DF0-6D07-D0C8-A33C9A6B5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93" r="3595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2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B70310-5684-A932-ED04-B1EA23DE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6.4.1. Estructura del informe de auditoría informática Portada</a:t>
            </a:r>
            <a:br>
              <a:rPr lang="es-ES">
                <a:solidFill>
                  <a:srgbClr val="FFFFFF"/>
                </a:solidFill>
              </a:rPr>
            </a:br>
            <a:endParaRPr lang="es-ES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2E17CF-1295-B96C-46D2-6FBE0FEB23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Portada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Título del informe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Nombre de la organización auditada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Fecha de emisión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Nombre del auditor o equipo de auditoría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Número de referencia o identificación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Versión del informe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Contactos de la organización auditada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Logo de la organización auditada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Aprobaciones o firmas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Índice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Resumen ejecutivo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28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BED9FBA-F08C-4146-A6BC-F869669498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1068" y="841247"/>
            <a:ext cx="6877878" cy="51206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Introducción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Título del informe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Identificación del cliente o solicitante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Nombre del cliente o solicitante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Dirección del cliente o solicitante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Detalles de contacto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Nombre del representante del cliente o solicitante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Identificación de la entidad auditada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Nombre de la organización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Dirección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Detalles de contacto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Información adicional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Objetivos de la auditoría informática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Normativa aplicada y excepciones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Alcance de la auditoría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Histórico de informes anteriores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s-ES" altLang="es-ES" sz="1500" b="1">
                <a:solidFill>
                  <a:schemeClr val="tx2"/>
                </a:solidFill>
                <a:latin typeface="Arial" panose="020B0604020202020204" pitchFamily="34" charset="0"/>
              </a:rPr>
              <a:t>Razones de la auditoria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5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86A3D56-999D-0671-9DF4-AE7E0FF6C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1068" y="841247"/>
            <a:ext cx="6877878" cy="51206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Objetivos de la auditoría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Controlar la función informática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Aplicar medidas de seguridad y control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Analizar el desempeño y funcionamiento de los sistemas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Verificar el cumplimiento de normas y procedimientos informáticos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Alcance de la auditoría</a:t>
            </a:r>
            <a:endParaRPr kumimoji="0" lang="es-ES" altLang="es-ES" sz="15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Áreas de evaluación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Nivel de detalle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Periodo de auditoría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Objetivos de la auditoría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Límites de la auditoría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5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Metodología de auditoría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Descripción de la metodología de trabajo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Técnicas de auditoría utilizadas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Criterios de auditoría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Procedimientos de evaluación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Herramientas de auditoría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5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Control de calidad</a:t>
            </a:r>
          </a:p>
        </p:txBody>
      </p:sp>
    </p:spTree>
    <p:extLst>
      <p:ext uri="{BB962C8B-B14F-4D97-AF65-F5344CB8AC3E}">
        <p14:creationId xmlns:p14="http://schemas.microsoft.com/office/powerpoint/2010/main" val="3218272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9ED4A7C-E2DF-F799-7A6C-DE5FF5261E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1068" y="841247"/>
            <a:ext cx="6877878" cy="51206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Contexto del sistema auditado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Descripción de la organización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Objetivos de la organización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Procesos de negocio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Tecnología utilizada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Cumplimiento de normativas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Riesgos de seguridad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Historia de auditorías previas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Cambios recientes en el sistema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Hallazgos de la auditoría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Fortalezas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Debilidades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 conformidades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ES" altLang="es-ES" sz="180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Evidencia objetiva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69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575A5A0-ECC9-8A1D-3A78-858EBF432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982778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0827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958</Words>
  <Application>Microsoft Office PowerPoint</Application>
  <PresentationFormat>Panorámica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Unidad 6 Guias para la elaboracion de las distintas fases de la auditoria de si</vt:lpstr>
      <vt:lpstr>indice</vt:lpstr>
      <vt:lpstr>6.1. Guía para la auditoría de la documentación y normativa de seguridad existente en la organización auditada </vt:lpstr>
      <vt:lpstr>6.1.1. principales consideraciones</vt:lpstr>
      <vt:lpstr>6.1.2 principales errores en la documentación</vt:lpstr>
      <vt:lpstr>6.1.3 Guía básica para la documentación</vt:lpstr>
      <vt:lpstr>6.2. Guía para la elaboración del plan de auditoría</vt:lpstr>
      <vt:lpstr>6.2.2. Como hacer un plan de auditoria</vt:lpstr>
      <vt:lpstr>pasos</vt:lpstr>
      <vt:lpstr>6.3. Guía para las pruebas de auditoría</vt:lpstr>
      <vt:lpstr>pasos</vt:lpstr>
      <vt:lpstr>6.4. Guía para la elaboración del informe de auditoría</vt:lpstr>
      <vt:lpstr>6.4.1. Estructura del informe de auditoría informática Portada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2-DAW</cp:lastModifiedBy>
  <cp:revision>1</cp:revision>
  <dcterms:created xsi:type="dcterms:W3CDTF">2025-10-26T17:56:53Z</dcterms:created>
  <dcterms:modified xsi:type="dcterms:W3CDTF">2025-10-27T13:52:52Z</dcterms:modified>
</cp:coreProperties>
</file>