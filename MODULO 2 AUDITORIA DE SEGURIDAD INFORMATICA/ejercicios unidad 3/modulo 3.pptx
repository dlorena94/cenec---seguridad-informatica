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964E1-B37B-4CDB-9AD5-E938B08E90EF}" v="10" dt="2025-10-16T10:37:16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3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custSel addSld modSld">
      <pc:chgData name="Alberto Ruiz" userId="47fa91d207cfb014" providerId="LiveId" clId="{9743E567-337F-4C21-A62A-0C7FCC4B4E77}" dt="2025-10-16T10:39:52.328" v="113" actId="26606"/>
      <pc:docMkLst>
        <pc:docMk/>
      </pc:docMkLst>
      <pc:sldChg chg="addSp modSp new mod modMedia setBg">
        <pc:chgData name="Alberto Ruiz" userId="47fa91d207cfb014" providerId="LiveId" clId="{9743E567-337F-4C21-A62A-0C7FCC4B4E77}" dt="2025-10-16T10:38:44.614" v="99"/>
        <pc:sldMkLst>
          <pc:docMk/>
          <pc:sldMk cId="2205665006" sldId="256"/>
        </pc:sldMkLst>
        <pc:spChg chg="mod">
          <ac:chgData name="Alberto Ruiz" userId="47fa91d207cfb014" providerId="LiveId" clId="{9743E567-337F-4C21-A62A-0C7FCC4B4E77}" dt="2025-10-16T10:38:31.096" v="95" actId="26606"/>
          <ac:spMkLst>
            <pc:docMk/>
            <pc:sldMk cId="2205665006" sldId="256"/>
            <ac:spMk id="2" creationId="{CF4BFA2B-1E07-BB37-30DB-B192BD6AAA44}"/>
          </ac:spMkLst>
        </pc:spChg>
        <pc:spChg chg="mod">
          <ac:chgData name="Alberto Ruiz" userId="47fa91d207cfb014" providerId="LiveId" clId="{9743E567-337F-4C21-A62A-0C7FCC4B4E77}" dt="2025-10-16T10:38:31.096" v="95" actId="26606"/>
          <ac:spMkLst>
            <pc:docMk/>
            <pc:sldMk cId="2205665006" sldId="256"/>
            <ac:spMk id="3" creationId="{425A6950-BAF9-1BCD-9963-5AC2A4B7B9F7}"/>
          </ac:spMkLst>
        </pc:spChg>
        <pc:spChg chg="add">
          <ac:chgData name="Alberto Ruiz" userId="47fa91d207cfb014" providerId="LiveId" clId="{9743E567-337F-4C21-A62A-0C7FCC4B4E77}" dt="2025-10-16T10:38:31.096" v="95" actId="26606"/>
          <ac:spMkLst>
            <pc:docMk/>
            <pc:sldMk cId="2205665006" sldId="256"/>
            <ac:spMk id="9" creationId="{C1DD1A8A-57D5-4A81-AD04-532B043C5611}"/>
          </ac:spMkLst>
        </pc:spChg>
        <pc:spChg chg="add">
          <ac:chgData name="Alberto Ruiz" userId="47fa91d207cfb014" providerId="LiveId" clId="{9743E567-337F-4C21-A62A-0C7FCC4B4E77}" dt="2025-10-16T10:38:31.096" v="95" actId="26606"/>
          <ac:spMkLst>
            <pc:docMk/>
            <pc:sldMk cId="2205665006" sldId="256"/>
            <ac:spMk id="11" creationId="{007891EC-4501-44ED-A8C8-B11B6DB767AB}"/>
          </ac:spMkLst>
        </pc:spChg>
        <pc:picChg chg="add mod">
          <ac:chgData name="Alberto Ruiz" userId="47fa91d207cfb014" providerId="LiveId" clId="{9743E567-337F-4C21-A62A-0C7FCC4B4E77}" dt="2025-10-16T10:38:44.614" v="99"/>
          <ac:picMkLst>
            <pc:docMk/>
            <pc:sldMk cId="2205665006" sldId="256"/>
            <ac:picMk id="5" creationId="{7C179DC8-E912-E50E-BD59-F2F69B5C1780}"/>
          </ac:picMkLst>
        </pc:picChg>
      </pc:sldChg>
      <pc:sldChg chg="addSp modSp new mod setBg">
        <pc:chgData name="Alberto Ruiz" userId="47fa91d207cfb014" providerId="LiveId" clId="{9743E567-337F-4C21-A62A-0C7FCC4B4E77}" dt="2025-10-16T10:39:43.480" v="111" actId="26606"/>
        <pc:sldMkLst>
          <pc:docMk/>
          <pc:sldMk cId="265463685" sldId="257"/>
        </pc:sldMkLst>
        <pc:spChg chg="mo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2" creationId="{EFEA5B28-7462-9E73-2988-D5974414D209}"/>
          </ac:spMkLst>
        </pc:spChg>
        <pc:spChg chg="mo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3" creationId="{BAB9E002-A6B3-382B-A1BD-A7562348C911}"/>
          </ac:spMkLst>
        </pc:spChg>
        <pc:spChg chg="ad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8" creationId="{DEE2AD96-B495-4E06-9291-B71706F728CB}"/>
          </ac:spMkLst>
        </pc:spChg>
        <pc:spChg chg="ad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10" creationId="{53CF6D67-C5A8-4ADD-9E8E-1E38CA1D3166}"/>
          </ac:spMkLst>
        </pc:spChg>
        <pc:spChg chg="ad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12" creationId="{86909FA0-B515-4681-B7A8-FA281D133B94}"/>
          </ac:spMkLst>
        </pc:spChg>
        <pc:spChg chg="ad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14" creationId="{21C9FE86-FCC3-4A31-AA1C-C882262B7FE7}"/>
          </ac:spMkLst>
        </pc:spChg>
        <pc:spChg chg="ad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16" creationId="{7D96243B-ECED-4B71-8E06-AE9A285EAD20}"/>
          </ac:spMkLst>
        </pc:spChg>
        <pc:spChg chg="add">
          <ac:chgData name="Alberto Ruiz" userId="47fa91d207cfb014" providerId="LiveId" clId="{9743E567-337F-4C21-A62A-0C7FCC4B4E77}" dt="2025-10-16T10:39:43.480" v="111" actId="26606"/>
          <ac:spMkLst>
            <pc:docMk/>
            <pc:sldMk cId="265463685" sldId="257"/>
            <ac:spMk id="18" creationId="{A09989E4-EFDC-4A90-A633-E0525FB4139E}"/>
          </ac:spMkLst>
        </pc:spChg>
      </pc:sldChg>
      <pc:sldChg chg="addSp modSp new mod setBg">
        <pc:chgData name="Alberto Ruiz" userId="47fa91d207cfb014" providerId="LiveId" clId="{9743E567-337F-4C21-A62A-0C7FCC4B4E77}" dt="2025-10-16T10:39:47.371" v="112" actId="26606"/>
        <pc:sldMkLst>
          <pc:docMk/>
          <pc:sldMk cId="2361648516" sldId="258"/>
        </pc:sldMkLst>
        <pc:spChg chg="mod">
          <ac:chgData name="Alberto Ruiz" userId="47fa91d207cfb014" providerId="LiveId" clId="{9743E567-337F-4C21-A62A-0C7FCC4B4E77}" dt="2025-10-16T10:39:47.371" v="112" actId="26606"/>
          <ac:spMkLst>
            <pc:docMk/>
            <pc:sldMk cId="2361648516" sldId="258"/>
            <ac:spMk id="2" creationId="{1719799D-62C3-F9BF-8D52-6E1AE008BEB3}"/>
          </ac:spMkLst>
        </pc:spChg>
        <pc:spChg chg="mod">
          <ac:chgData name="Alberto Ruiz" userId="47fa91d207cfb014" providerId="LiveId" clId="{9743E567-337F-4C21-A62A-0C7FCC4B4E77}" dt="2025-10-16T10:39:47.371" v="112" actId="26606"/>
          <ac:spMkLst>
            <pc:docMk/>
            <pc:sldMk cId="2361648516" sldId="258"/>
            <ac:spMk id="3" creationId="{A96F2AAA-E559-B457-E692-716E66DE187A}"/>
          </ac:spMkLst>
        </pc:spChg>
        <pc:spChg chg="add">
          <ac:chgData name="Alberto Ruiz" userId="47fa91d207cfb014" providerId="LiveId" clId="{9743E567-337F-4C21-A62A-0C7FCC4B4E77}" dt="2025-10-16T10:39:47.371" v="112" actId="26606"/>
          <ac:spMkLst>
            <pc:docMk/>
            <pc:sldMk cId="2361648516" sldId="258"/>
            <ac:spMk id="9" creationId="{9F7D5CDA-D291-4307-BF55-1381FED29634}"/>
          </ac:spMkLst>
        </pc:spChg>
        <pc:picChg chg="add">
          <ac:chgData name="Alberto Ruiz" userId="47fa91d207cfb014" providerId="LiveId" clId="{9743E567-337F-4C21-A62A-0C7FCC4B4E77}" dt="2025-10-16T10:39:47.371" v="112" actId="26606"/>
          <ac:picMkLst>
            <pc:docMk/>
            <pc:sldMk cId="2361648516" sldId="258"/>
            <ac:picMk id="5" creationId="{37F8C44E-794F-0E87-5BFC-67DE8AB3ED24}"/>
          </ac:picMkLst>
        </pc:picChg>
      </pc:sldChg>
      <pc:sldChg chg="addSp modSp new mod setBg">
        <pc:chgData name="Alberto Ruiz" userId="47fa91d207cfb014" providerId="LiveId" clId="{9743E567-337F-4C21-A62A-0C7FCC4B4E77}" dt="2025-10-16T10:39:52.328" v="113" actId="26606"/>
        <pc:sldMkLst>
          <pc:docMk/>
          <pc:sldMk cId="605116436" sldId="259"/>
        </pc:sldMkLst>
        <pc:spChg chg="mod">
          <ac:chgData name="Alberto Ruiz" userId="47fa91d207cfb014" providerId="LiveId" clId="{9743E567-337F-4C21-A62A-0C7FCC4B4E77}" dt="2025-10-16T10:39:52.328" v="113" actId="26606"/>
          <ac:spMkLst>
            <pc:docMk/>
            <pc:sldMk cId="605116436" sldId="259"/>
            <ac:spMk id="2" creationId="{562125EA-B1EC-BE01-4E0D-45BD33882C2F}"/>
          </ac:spMkLst>
        </pc:spChg>
        <pc:spChg chg="mod">
          <ac:chgData name="Alberto Ruiz" userId="47fa91d207cfb014" providerId="LiveId" clId="{9743E567-337F-4C21-A62A-0C7FCC4B4E77}" dt="2025-10-16T10:39:52.328" v="113" actId="26606"/>
          <ac:spMkLst>
            <pc:docMk/>
            <pc:sldMk cId="605116436" sldId="259"/>
            <ac:spMk id="3" creationId="{F783EBF3-278C-DC17-55B3-475C7340B7BD}"/>
          </ac:spMkLst>
        </pc:spChg>
        <pc:spChg chg="add">
          <ac:chgData name="Alberto Ruiz" userId="47fa91d207cfb014" providerId="LiveId" clId="{9743E567-337F-4C21-A62A-0C7FCC4B4E77}" dt="2025-10-16T10:39:52.328" v="113" actId="26606"/>
          <ac:spMkLst>
            <pc:docMk/>
            <pc:sldMk cId="605116436" sldId="259"/>
            <ac:spMk id="9" creationId="{C0763A76-9F1C-4FC5-82B7-DD475DA461B2}"/>
          </ac:spMkLst>
        </pc:spChg>
        <pc:spChg chg="add">
          <ac:chgData name="Alberto Ruiz" userId="47fa91d207cfb014" providerId="LiveId" clId="{9743E567-337F-4C21-A62A-0C7FCC4B4E77}" dt="2025-10-16T10:39:52.328" v="113" actId="26606"/>
          <ac:spMkLst>
            <pc:docMk/>
            <pc:sldMk cId="605116436" sldId="259"/>
            <ac:spMk id="11" creationId="{E81BF4F6-F2CF-4984-9D14-D6966D92F99F}"/>
          </ac:spMkLst>
        </pc:spChg>
        <pc:picChg chg="add">
          <ac:chgData name="Alberto Ruiz" userId="47fa91d207cfb014" providerId="LiveId" clId="{9743E567-337F-4C21-A62A-0C7FCC4B4E77}" dt="2025-10-16T10:39:52.328" v="113" actId="26606"/>
          <ac:picMkLst>
            <pc:docMk/>
            <pc:sldMk cId="605116436" sldId="259"/>
            <ac:picMk id="5" creationId="{6F7DE9F0-BDDF-9728-AF3E-0039D3AE0F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BF03D-649F-82C1-F6B3-CF06D93CA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B24C4D-EB99-EC4E-8CBB-F77B818C6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29AE5C-D3F9-7559-C122-29A8026F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23F9BB-AD11-3C14-2991-C2E2AB07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6D4AC9-8677-9DCA-0E26-34CA7B69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89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D0411-E216-B6FE-49F7-BCDA8299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024D26-5A41-9651-F727-B4397642A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06F43E-CD97-59C8-FB6C-B13429B7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48BE25-1257-F091-0ABF-3C9E047B9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E53643-1584-7F33-39C2-DC4B8659F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422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73CA7-2542-043A-0744-22F189EC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10CAF7-A108-DD1F-B2FB-A3E2DA29C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6A26B-ADFE-6872-8473-3CAAAD0D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9C4BAD-ACA7-8F3A-A6E4-E513505E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6CB5E0-8EDE-C71B-1853-95FB5705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5FCBE-BDE8-0B49-4C1A-456FDE54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1293A7-F05B-C93D-69E9-7EE264B09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59E9A7-2722-B79C-18EF-D706308F0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58A33D-B7F1-F095-B92E-F3804234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DBE4A7-0C7C-F58C-2A1F-5865CED6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69A326-B7E7-0E47-716E-A197D77F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59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AD569-4ECE-5930-FA1F-285E9D3B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01D023-7337-C514-4987-93F2B7E7A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7154A-20D8-2E7A-6ABC-86D4EB24A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CCBFC7-131D-ADE5-ABE2-195EA14F3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F737F7-E174-00A1-BB1D-A65A3F67A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62FF94-81E9-EB8C-174E-7A925963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31DF62-ECF8-C714-0416-8AF7DAB4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DA229C-5B00-7A9F-EF6E-0EBE301E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78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CFE82-4E11-BD27-2E6F-E29BBF31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EB9348-4E98-2510-9735-0BB660A3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7DA145-8799-74B4-F3A6-2632B190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73CF05-C15C-6A9E-07DC-5D68A580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59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3349BD3-92E9-D759-3022-09C48F9D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08B566-039E-43A6-BAEE-803E3084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FFACF5-3673-3AD2-E6D2-BC7B7AA6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09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A55ED-6747-3BF5-9C5D-E4A5A990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B344F8-5831-1E5A-640A-8B167861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18F14C-4649-1243-F774-6C8BCC2A6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112889-388F-B55F-F3D1-6A0A1E9C9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05071C-AA63-9B70-3292-12F08686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A04E2A-83D4-96C0-62C1-DDE977D3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547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9F9F2-2FCE-D6A2-64C0-0EE20C00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2C6B8E-7131-97E1-731D-372DA867B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7AE44B-6EEB-7170-2F86-55D4D5F38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1EBDE8-8F27-0245-DE58-41622EC2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F410CD-AE69-63A3-856E-C33D634F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6887E5-6E37-D155-7069-178897E0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1813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DAA9E-503A-2905-81C3-CAB3FE4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6712A1-A702-C269-BB5A-9171C2BC4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5FBE20-4E1F-84C3-082F-632A88AB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A81551-75F9-FDD0-D97E-89265AD2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073B85-A89E-5679-3CAA-EF211107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92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C611CF-DCA4-B00D-ACB7-9453E6D94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85A737-26AD-4C65-DEB3-11D4D0797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FBAC42-A715-7E39-C594-68FA844D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5FD511-130B-A751-6DE3-E2BFF9E2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41B97E-CFD3-EFF9-C98F-2F67F77A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879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978D66A-902F-2D4A-5243-F89E7072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D29F4B-8404-CB59-2123-8D5CAF680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1FCE55-FFF8-C744-2F27-7B7990C21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62137-9099-4588-92D8-B01C766CF331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658AB0-DCCF-7AD4-7DDD-2FADC291A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09C1E4-3183-30CE-A6F6-029ADD359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D8A3F-8F88-43CD-8F9E-E3D21BA62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127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Pintar con pintura azul">
            <a:extLst>
              <a:ext uri="{FF2B5EF4-FFF2-40B4-BE49-F238E27FC236}">
                <a16:creationId xmlns:a16="http://schemas.microsoft.com/office/drawing/2014/main" id="{7C179DC8-E912-E50E-BD59-F2F69B5C178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4BFA2B-1E07-BB37-30DB-B192BD6AA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5200">
                <a:solidFill>
                  <a:srgbClr val="FFFFFF"/>
                </a:solidFill>
              </a:rPr>
              <a:t>Herramientas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5A6950-BAF9-1BCD-9963-5AC2A4B7B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Laboratorio dvwa, MetaSploit, Suricata</a:t>
            </a:r>
          </a:p>
        </p:txBody>
      </p:sp>
    </p:spTree>
    <p:extLst>
      <p:ext uri="{BB962C8B-B14F-4D97-AF65-F5344CB8AC3E}">
        <p14:creationId xmlns:p14="http://schemas.microsoft.com/office/powerpoint/2010/main" val="220566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EA5B28-7462-9E73-2988-D5974414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 b="1">
                <a:solidFill>
                  <a:srgbClr val="FFFFFF"/>
                </a:solidFill>
              </a:rPr>
              <a:t>VWA (Damn Vulnerable Web Application):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B9E002-A6B3-382B-A1BD-A7562348C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dirty="0"/>
              <a:t>aplicación web intencionadamente vulnerable diseñada para practicar técnicas de auditoría y explotación web (</a:t>
            </a:r>
            <a:r>
              <a:rPr lang="es-ES" sz="2000"/>
              <a:t>SQLi</a:t>
            </a:r>
            <a:r>
              <a:rPr lang="es-ES" sz="2000" dirty="0"/>
              <a:t>, XSS, CSRF, file </a:t>
            </a:r>
            <a:r>
              <a:rPr lang="es-ES" sz="2000"/>
              <a:t>upload</a:t>
            </a:r>
            <a:r>
              <a:rPr lang="es-ES" sz="2000" dirty="0"/>
              <a:t>, etc.). Se usa en entornos controlados para enseñar detección, explotación y mitigación sin riesgo real.</a:t>
            </a:r>
          </a:p>
        </p:txBody>
      </p:sp>
    </p:spTree>
    <p:extLst>
      <p:ext uri="{BB962C8B-B14F-4D97-AF65-F5344CB8AC3E}">
        <p14:creationId xmlns:p14="http://schemas.microsoft.com/office/powerpoint/2010/main" val="26546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19799D-62C3-F9BF-8D52-6E1AE008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 b="1"/>
              <a:t>Suricata: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F2AAA-E559-B457-E692-716E66DE1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s-ES" sz="2000"/>
              <a:t>motor de detección y prevención de intrusiones (IDS/IPS) y sistema de inspección de tráfico de red que analiza paquetes a alta velocidad, aplica reglas (Snort/Suricata) y genera alertas/logs para análisis forense y respuesta a incidentes. Ideal para monitorizar redes y detectar comportamientos anómalos en tiempo real.</a:t>
            </a:r>
          </a:p>
        </p:txBody>
      </p:sp>
      <p:pic>
        <p:nvPicPr>
          <p:cNvPr id="5" name="Picture 4" descr="Torno CNC funcionando">
            <a:extLst>
              <a:ext uri="{FF2B5EF4-FFF2-40B4-BE49-F238E27FC236}">
                <a16:creationId xmlns:a16="http://schemas.microsoft.com/office/drawing/2014/main" id="{37F8C44E-794F-0E87-5BFC-67DE8AB3E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96" r="406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1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2125EA-B1EC-BE01-4E0D-45BD33882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b="1"/>
              <a:t>Metasploit: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83EBF3-278C-DC17-55B3-475C7340B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framework de explotación para pruebas de penetración que reúne exploits, payloads y módulos auxiliares para automatizar pruebas contra vulnerabilidades conocidas. Es una herramienta potente para auditorías controladas y para validar que las mitigaciones funcionan; su uso fuera de laboratorios autorizados es ilegal y poco ético.</a:t>
            </a:r>
          </a:p>
        </p:txBody>
      </p:sp>
      <p:pic>
        <p:nvPicPr>
          <p:cNvPr id="5" name="Picture 4" descr="Fabricación y almacenamiento de vacunas">
            <a:extLst>
              <a:ext uri="{FF2B5EF4-FFF2-40B4-BE49-F238E27FC236}">
                <a16:creationId xmlns:a16="http://schemas.microsoft.com/office/drawing/2014/main" id="{6F7DE9F0-BDDF-9728-AF3E-0039D3A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09" r="1589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16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</Words>
  <Application>Microsoft Office PowerPoint</Application>
  <PresentationFormat>Panorámica</PresentationFormat>
  <Paragraphs>8</Paragraphs>
  <Slides>4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Herramientas</vt:lpstr>
      <vt:lpstr>VWA (Damn Vulnerable Web Application):</vt:lpstr>
      <vt:lpstr>Suricata:</vt:lpstr>
      <vt:lpstr>Metasploit: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1</cp:revision>
  <dcterms:created xsi:type="dcterms:W3CDTF">2025-10-16T10:35:30Z</dcterms:created>
  <dcterms:modified xsi:type="dcterms:W3CDTF">2025-10-16T10:39:54Z</dcterms:modified>
</cp:coreProperties>
</file>