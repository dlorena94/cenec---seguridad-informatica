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A7373-B6EB-421F-8250-79DBB70BE484}" v="27" dt="2025-10-15T15:16:40.606"/>
    <p1510:client id="{FEB44BDB-21E8-4E15-9F29-1AD6BAE5B598}" v="13" dt="2025-10-15T11:24:35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5" d="100"/>
          <a:sy n="95" d="100"/>
        </p:scale>
        <p:origin x="2064" y="30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undo custSel addSld modSld">
      <pc:chgData name="Alberto Ruiz" userId="47fa91d207cfb014" providerId="LiveId" clId="{85FEFC20-368C-4804-AF35-776ECB9C6605}" dt="2025-10-15T15:16:46.336" v="1785" actId="14100"/>
      <pc:docMkLst>
        <pc:docMk/>
      </pc:docMkLst>
      <pc:sldChg chg="addSp modSp mod setBg">
        <pc:chgData name="Alberto Ruiz" userId="47fa91d207cfb014" providerId="LiveId" clId="{85FEFC20-368C-4804-AF35-776ECB9C6605}" dt="2025-10-15T15:08:29.573" v="1639" actId="14100"/>
        <pc:sldMkLst>
          <pc:docMk/>
          <pc:sldMk cId="2875642823" sldId="257"/>
        </pc:sldMkLst>
        <pc:spChg chg="mod">
          <ac:chgData name="Alberto Ruiz" userId="47fa91d207cfb014" providerId="LiveId" clId="{85FEFC20-368C-4804-AF35-776ECB9C6605}" dt="2025-10-15T15:08:17.923" v="1633" actId="26606"/>
          <ac:spMkLst>
            <pc:docMk/>
            <pc:sldMk cId="2875642823" sldId="257"/>
            <ac:spMk id="2" creationId="{AB6EEEAB-3AA9-0938-794E-636268566145}"/>
          </ac:spMkLst>
        </pc:spChg>
        <pc:spChg chg="mod">
          <ac:chgData name="Alberto Ruiz" userId="47fa91d207cfb014" providerId="LiveId" clId="{85FEFC20-368C-4804-AF35-776ECB9C6605}" dt="2025-10-15T15:08:29.573" v="1639" actId="14100"/>
          <ac:spMkLst>
            <pc:docMk/>
            <pc:sldMk cId="2875642823" sldId="257"/>
            <ac:spMk id="3" creationId="{EF0CB339-318B-D47B-DE31-99F4BE69AAC9}"/>
          </ac:spMkLst>
        </pc:spChg>
        <pc:spChg chg="add">
          <ac:chgData name="Alberto Ruiz" userId="47fa91d207cfb014" providerId="LiveId" clId="{85FEFC20-368C-4804-AF35-776ECB9C6605}" dt="2025-10-15T15:08:17.923" v="1633" actId="26606"/>
          <ac:spMkLst>
            <pc:docMk/>
            <pc:sldMk cId="2875642823" sldId="257"/>
            <ac:spMk id="9" creationId="{3ECBE1F1-D69B-4AFA-ABD5-8E41720EF6DE}"/>
          </ac:spMkLst>
        </pc:spChg>
        <pc:spChg chg="add">
          <ac:chgData name="Alberto Ruiz" userId="47fa91d207cfb014" providerId="LiveId" clId="{85FEFC20-368C-4804-AF35-776ECB9C6605}" dt="2025-10-15T15:08:17.923" v="1633" actId="26606"/>
          <ac:spMkLst>
            <pc:docMk/>
            <pc:sldMk cId="2875642823" sldId="257"/>
            <ac:spMk id="11" creationId="{603A6265-E10C-4B85-9C20-E75FCAF9CC63}"/>
          </ac:spMkLst>
        </pc:spChg>
        <pc:picChg chg="add">
          <ac:chgData name="Alberto Ruiz" userId="47fa91d207cfb014" providerId="LiveId" clId="{85FEFC20-368C-4804-AF35-776ECB9C6605}" dt="2025-10-15T15:08:17.923" v="1633" actId="26606"/>
          <ac:picMkLst>
            <pc:docMk/>
            <pc:sldMk cId="2875642823" sldId="257"/>
            <ac:picMk id="5" creationId="{5C757DD3-F064-5714-729A-738DFD3F8714}"/>
          </ac:picMkLst>
        </pc:picChg>
      </pc:sldChg>
      <pc:sldChg chg="addSp modSp mod setBg">
        <pc:chgData name="Alberto Ruiz" userId="47fa91d207cfb014" providerId="LiveId" clId="{85FEFC20-368C-4804-AF35-776ECB9C6605}" dt="2025-10-15T15:08:34.256" v="1640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10-15T15:08:34.256" v="1640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08:34.256" v="1640" actId="26606"/>
          <ac:spMkLst>
            <pc:docMk/>
            <pc:sldMk cId="0" sldId="258"/>
            <ac:spMk id="4" creationId="{E0B8E109-563B-1BDE-EA49-DDC9FF67BFFC}"/>
          </ac:spMkLst>
        </pc:spChg>
        <pc:spChg chg="add">
          <ac:chgData name="Alberto Ruiz" userId="47fa91d207cfb014" providerId="LiveId" clId="{85FEFC20-368C-4804-AF35-776ECB9C6605}" dt="2025-10-15T15:08:34.256" v="1640" actId="26606"/>
          <ac:spMkLst>
            <pc:docMk/>
            <pc:sldMk cId="0" sldId="258"/>
            <ac:spMk id="10" creationId="{3ECBE1F1-D69B-4AFA-ABD5-8E41720EF6DE}"/>
          </ac:spMkLst>
        </pc:spChg>
        <pc:spChg chg="add">
          <ac:chgData name="Alberto Ruiz" userId="47fa91d207cfb014" providerId="LiveId" clId="{85FEFC20-368C-4804-AF35-776ECB9C6605}" dt="2025-10-15T15:08:34.256" v="1640" actId="26606"/>
          <ac:spMkLst>
            <pc:docMk/>
            <pc:sldMk cId="0" sldId="258"/>
            <ac:spMk id="12" creationId="{603A6265-E10C-4B85-9C20-E75FCAF9CC63}"/>
          </ac:spMkLst>
        </pc:spChg>
        <pc:picChg chg="add">
          <ac:chgData name="Alberto Ruiz" userId="47fa91d207cfb014" providerId="LiveId" clId="{85FEFC20-368C-4804-AF35-776ECB9C6605}" dt="2025-10-15T15:08:34.256" v="1640" actId="26606"/>
          <ac:picMkLst>
            <pc:docMk/>
            <pc:sldMk cId="0" sldId="258"/>
            <ac:picMk id="6" creationId="{FC5DCAF0-8FA3-4B1E-5F06-2D2209A23237}"/>
          </ac:picMkLst>
        </pc:picChg>
      </pc:sldChg>
      <pc:sldChg chg="addSp modSp mod setBg">
        <pc:chgData name="Alberto Ruiz" userId="47fa91d207cfb014" providerId="LiveId" clId="{85FEFC20-368C-4804-AF35-776ECB9C6605}" dt="2025-10-15T15:09:56.739" v="1659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10-15T15:09:56.739" v="1659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09:56.739" v="1659" actId="26606"/>
          <ac:spMkLst>
            <pc:docMk/>
            <pc:sldMk cId="0" sldId="259"/>
            <ac:spMk id="4" creationId="{A1027D3D-ACF3-F195-1B4A-4C88009398C3}"/>
          </ac:spMkLst>
        </pc:spChg>
        <pc:spChg chg="add">
          <ac:chgData name="Alberto Ruiz" userId="47fa91d207cfb014" providerId="LiveId" clId="{85FEFC20-368C-4804-AF35-776ECB9C6605}" dt="2025-10-15T15:09:56.739" v="1659" actId="26606"/>
          <ac:spMkLst>
            <pc:docMk/>
            <pc:sldMk cId="0" sldId="259"/>
            <ac:spMk id="10" creationId="{3ECBE1F1-D69B-4AFA-ABD5-8E41720EF6DE}"/>
          </ac:spMkLst>
        </pc:spChg>
        <pc:spChg chg="add">
          <ac:chgData name="Alberto Ruiz" userId="47fa91d207cfb014" providerId="LiveId" clId="{85FEFC20-368C-4804-AF35-776ECB9C6605}" dt="2025-10-15T15:09:56.739" v="1659" actId="26606"/>
          <ac:spMkLst>
            <pc:docMk/>
            <pc:sldMk cId="0" sldId="259"/>
            <ac:spMk id="12" creationId="{603A6265-E10C-4B85-9C20-E75FCAF9CC63}"/>
          </ac:spMkLst>
        </pc:spChg>
        <pc:picChg chg="add">
          <ac:chgData name="Alberto Ruiz" userId="47fa91d207cfb014" providerId="LiveId" clId="{85FEFC20-368C-4804-AF35-776ECB9C6605}" dt="2025-10-15T15:09:56.739" v="1659" actId="26606"/>
          <ac:picMkLst>
            <pc:docMk/>
            <pc:sldMk cId="0" sldId="259"/>
            <ac:picMk id="6" creationId="{742A10E8-01DC-E180-442A-5B0F96086F16}"/>
          </ac:picMkLst>
        </pc:picChg>
      </pc:sldChg>
      <pc:sldChg chg="addSp modSp mod setBg">
        <pc:chgData name="Alberto Ruiz" userId="47fa91d207cfb014" providerId="LiveId" clId="{85FEFC20-368C-4804-AF35-776ECB9C6605}" dt="2025-10-15T15:10:30.726" v="1668" actId="2763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10-15T15:10:30.726" v="1668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0:30.716" v="1667" actId="26606"/>
          <ac:spMkLst>
            <pc:docMk/>
            <pc:sldMk cId="0" sldId="260"/>
            <ac:spMk id="4" creationId="{316F45AB-1B65-86C5-278C-C36EA329FF6F}"/>
          </ac:spMkLst>
        </pc:spChg>
        <pc:spChg chg="add">
          <ac:chgData name="Alberto Ruiz" userId="47fa91d207cfb014" providerId="LiveId" clId="{85FEFC20-368C-4804-AF35-776ECB9C6605}" dt="2025-10-15T15:10:30.716" v="1667" actId="26606"/>
          <ac:spMkLst>
            <pc:docMk/>
            <pc:sldMk cId="0" sldId="260"/>
            <ac:spMk id="9" creationId="{A7AE9375-4664-4DB2-922D-2782A6E439AC}"/>
          </ac:spMkLst>
        </pc:spChg>
        <pc:spChg chg="add">
          <ac:chgData name="Alberto Ruiz" userId="47fa91d207cfb014" providerId="LiveId" clId="{85FEFC20-368C-4804-AF35-776ECB9C6605}" dt="2025-10-15T15:10:30.716" v="1667" actId="26606"/>
          <ac:spMkLst>
            <pc:docMk/>
            <pc:sldMk cId="0" sldId="260"/>
            <ac:spMk id="13" creationId="{9DD005C1-8C51-42D6-9BEE-B9B83849743D}"/>
          </ac:spMkLst>
        </pc:spChg>
        <pc:cxnChg chg="add">
          <ac:chgData name="Alberto Ruiz" userId="47fa91d207cfb014" providerId="LiveId" clId="{85FEFC20-368C-4804-AF35-776ECB9C6605}" dt="2025-10-15T15:10:30.716" v="1667" actId="26606"/>
          <ac:cxnSpMkLst>
            <pc:docMk/>
            <pc:sldMk cId="0" sldId="260"/>
            <ac:cxnSpMk id="11" creationId="{EE504C98-6397-41C1-A8D8-2D9C4ED307E0}"/>
          </ac:cxnSpMkLst>
        </pc:cxnChg>
      </pc:sldChg>
      <pc:sldChg chg="addSp modSp mod setBg">
        <pc:chgData name="Alberto Ruiz" userId="47fa91d207cfb014" providerId="LiveId" clId="{85FEFC20-368C-4804-AF35-776ECB9C6605}" dt="2025-10-15T15:10:35.749" v="1670" actId="2763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10-15T15:10:35.749" v="1670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0:35.738" v="1669" actId="26606"/>
          <ac:spMkLst>
            <pc:docMk/>
            <pc:sldMk cId="0" sldId="261"/>
            <ac:spMk id="4" creationId="{5007ABDF-E414-99B3-D4F5-7F43AF72B681}"/>
          </ac:spMkLst>
        </pc:spChg>
        <pc:spChg chg="add">
          <ac:chgData name="Alberto Ruiz" userId="47fa91d207cfb014" providerId="LiveId" clId="{85FEFC20-368C-4804-AF35-776ECB9C6605}" dt="2025-10-15T15:10:35.738" v="1669" actId="26606"/>
          <ac:spMkLst>
            <pc:docMk/>
            <pc:sldMk cId="0" sldId="261"/>
            <ac:spMk id="9" creationId="{A7AE9375-4664-4DB2-922D-2782A6E439AC}"/>
          </ac:spMkLst>
        </pc:spChg>
        <pc:spChg chg="add">
          <ac:chgData name="Alberto Ruiz" userId="47fa91d207cfb014" providerId="LiveId" clId="{85FEFC20-368C-4804-AF35-776ECB9C6605}" dt="2025-10-15T15:10:35.738" v="1669" actId="26606"/>
          <ac:spMkLst>
            <pc:docMk/>
            <pc:sldMk cId="0" sldId="261"/>
            <ac:spMk id="13" creationId="{9DD005C1-8C51-42D6-9BEE-B9B83849743D}"/>
          </ac:spMkLst>
        </pc:spChg>
        <pc:cxnChg chg="add">
          <ac:chgData name="Alberto Ruiz" userId="47fa91d207cfb014" providerId="LiveId" clId="{85FEFC20-368C-4804-AF35-776ECB9C6605}" dt="2025-10-15T15:10:35.738" v="1669" actId="26606"/>
          <ac:cxnSpMkLst>
            <pc:docMk/>
            <pc:sldMk cId="0" sldId="261"/>
            <ac:cxnSpMk id="11" creationId="{EE504C98-6397-41C1-A8D8-2D9C4ED307E0}"/>
          </ac:cxnSpMkLst>
        </pc:cxnChg>
      </pc:sldChg>
      <pc:sldChg chg="addSp modSp mod setBg">
        <pc:chgData name="Alberto Ruiz" userId="47fa91d207cfb014" providerId="LiveId" clId="{85FEFC20-368C-4804-AF35-776ECB9C6605}" dt="2025-10-15T15:10:42.636" v="1671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10-15T15:10:42.636" v="1671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0:42.636" v="1671" actId="26606"/>
          <ac:spMkLst>
            <pc:docMk/>
            <pc:sldMk cId="0" sldId="262"/>
            <ac:spMk id="4" creationId="{4F02CB18-4AFC-F737-AB27-889103B20E55}"/>
          </ac:spMkLst>
        </pc:spChg>
        <pc:spChg chg="add">
          <ac:chgData name="Alberto Ruiz" userId="47fa91d207cfb014" providerId="LiveId" clId="{85FEFC20-368C-4804-AF35-776ECB9C6605}" dt="2025-10-15T15:10:42.636" v="1671" actId="26606"/>
          <ac:spMkLst>
            <pc:docMk/>
            <pc:sldMk cId="0" sldId="262"/>
            <ac:spMk id="9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0:42.636" v="1671" actId="26606"/>
          <ac:cxnSpMkLst>
            <pc:docMk/>
            <pc:sldMk cId="0" sldId="262"/>
            <ac:cxnSpMk id="11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0:42.636" v="1671" actId="26606"/>
          <ac:cxnSpMkLst>
            <pc:docMk/>
            <pc:sldMk cId="0" sldId="262"/>
            <ac:cxnSpMk id="13" creationId="{4AD7FFC6-42A9-49CB-B5E9-B3F6B038331B}"/>
          </ac:cxnSpMkLst>
        </pc:cxnChg>
      </pc:sldChg>
      <pc:sldChg chg="addSp modSp mod setBg">
        <pc:chgData name="Alberto Ruiz" userId="47fa91d207cfb014" providerId="LiveId" clId="{85FEFC20-368C-4804-AF35-776ECB9C6605}" dt="2025-10-15T15:11:03.966" v="1679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10-15T15:11:03.966" v="1679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1:03.966" v="1679" actId="26606"/>
          <ac:spMkLst>
            <pc:docMk/>
            <pc:sldMk cId="0" sldId="263"/>
            <ac:spMk id="4" creationId="{6BA2BE44-9A46-4C96-DBBB-3F5C06899F1C}"/>
          </ac:spMkLst>
        </pc:spChg>
        <pc:spChg chg="add">
          <ac:chgData name="Alberto Ruiz" userId="47fa91d207cfb014" providerId="LiveId" clId="{85FEFC20-368C-4804-AF35-776ECB9C6605}" dt="2025-10-15T15:11:03.966" v="1679" actId="26606"/>
          <ac:spMkLst>
            <pc:docMk/>
            <pc:sldMk cId="0" sldId="263"/>
            <ac:spMk id="9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1:03.966" v="1679" actId="26606"/>
          <ac:cxnSpMkLst>
            <pc:docMk/>
            <pc:sldMk cId="0" sldId="263"/>
            <ac:cxnSpMk id="11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1:03.966" v="1679" actId="26606"/>
          <ac:cxnSpMkLst>
            <pc:docMk/>
            <pc:sldMk cId="0" sldId="263"/>
            <ac:cxnSpMk id="13" creationId="{4AD7FFC6-42A9-49CB-B5E9-B3F6B038331B}"/>
          </ac:cxnSpMkLst>
        </pc:cxnChg>
      </pc:sldChg>
      <pc:sldChg chg="addSp modSp mod setBg">
        <pc:chgData name="Alberto Ruiz" userId="47fa91d207cfb014" providerId="LiveId" clId="{85FEFC20-368C-4804-AF35-776ECB9C6605}" dt="2025-10-15T15:11:23.106" v="1684" actId="113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10-15T15:11:07.236" v="1680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1:23.106" v="1684" actId="113"/>
          <ac:spMkLst>
            <pc:docMk/>
            <pc:sldMk cId="0" sldId="264"/>
            <ac:spMk id="4" creationId="{A217970D-1ABC-2609-A66E-90B2A20E8224}"/>
          </ac:spMkLst>
        </pc:spChg>
        <pc:spChg chg="add">
          <ac:chgData name="Alberto Ruiz" userId="47fa91d207cfb014" providerId="LiveId" clId="{85FEFC20-368C-4804-AF35-776ECB9C6605}" dt="2025-10-15T15:11:07.236" v="1680" actId="26606"/>
          <ac:spMkLst>
            <pc:docMk/>
            <pc:sldMk cId="0" sldId="264"/>
            <ac:spMk id="9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1:07.236" v="1680" actId="26606"/>
          <ac:cxnSpMkLst>
            <pc:docMk/>
            <pc:sldMk cId="0" sldId="264"/>
            <ac:cxnSpMk id="11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1:07.236" v="1680" actId="26606"/>
          <ac:cxnSpMkLst>
            <pc:docMk/>
            <pc:sldMk cId="0" sldId="264"/>
            <ac:cxnSpMk id="13" creationId="{4AD7FFC6-42A9-49CB-B5E9-B3F6B038331B}"/>
          </ac:cxnSpMkLst>
        </pc:cxnChg>
      </pc:sldChg>
      <pc:sldChg chg="addSp delSp modSp mod">
        <pc:chgData name="Alberto Ruiz" userId="47fa91d207cfb014" providerId="LiveId" clId="{85FEFC20-368C-4804-AF35-776ECB9C6605}" dt="2025-10-15T15:13:47.566" v="1722" actId="107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10-15T15:13:45.096" v="1721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3:47.566" v="1722" actId="1076"/>
          <ac:spMkLst>
            <pc:docMk/>
            <pc:sldMk cId="0" sldId="265"/>
            <ac:spMk id="4" creationId="{11EEE009-ABC2-CB96-C0B0-2471866EAAFB}"/>
          </ac:spMkLst>
        </pc:spChg>
        <pc:spChg chg="add del mod">
          <ac:chgData name="Alberto Ruiz" userId="47fa91d207cfb014" providerId="LiveId" clId="{85FEFC20-368C-4804-AF35-776ECB9C6605}" dt="2025-10-15T15:13:10.022" v="1710"/>
          <ac:spMkLst>
            <pc:docMk/>
            <pc:sldMk cId="0" sldId="265"/>
            <ac:spMk id="6" creationId="{8BFA9A30-DB2A-6E45-FAA1-6E45FFC01226}"/>
          </ac:spMkLst>
        </pc:spChg>
        <pc:graphicFrameChg chg="add del mod modGraphic">
          <ac:chgData name="Alberto Ruiz" userId="47fa91d207cfb014" providerId="LiveId" clId="{85FEFC20-368C-4804-AF35-776ECB9C6605}" dt="2025-10-15T15:12:54.786" v="1704" actId="1032"/>
          <ac:graphicFrameMkLst>
            <pc:docMk/>
            <pc:sldMk cId="0" sldId="265"/>
            <ac:graphicFrameMk id="2" creationId="{E9ED1C2D-B61F-1A6B-72E1-BBE8E0BD58DA}"/>
          </ac:graphicFrameMkLst>
        </pc:graphicFrameChg>
        <pc:graphicFrameChg chg="add mod modGraphic">
          <ac:chgData name="Alberto Ruiz" userId="47fa91d207cfb014" providerId="LiveId" clId="{85FEFC20-368C-4804-AF35-776ECB9C6605}" dt="2025-10-15T15:13:40.016" v="1720" actId="14100"/>
          <ac:graphicFrameMkLst>
            <pc:docMk/>
            <pc:sldMk cId="0" sldId="265"/>
            <ac:graphicFrameMk id="7" creationId="{105E3DC9-6703-B33D-5736-21513BA24369}"/>
          </ac:graphicFrameMkLst>
        </pc:graphicFrameChg>
      </pc:sldChg>
      <pc:sldChg chg="addSp modSp mod setBg">
        <pc:chgData name="Alberto Ruiz" userId="47fa91d207cfb014" providerId="LiveId" clId="{85FEFC20-368C-4804-AF35-776ECB9C6605}" dt="2025-10-15T15:14:16.486" v="1737" actId="113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10-15T15:13:56.176" v="1724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4:16.486" v="1737" actId="113"/>
          <ac:spMkLst>
            <pc:docMk/>
            <pc:sldMk cId="0" sldId="266"/>
            <ac:spMk id="4" creationId="{970E6A51-3723-F9DC-B4CA-B7E43E372D7A}"/>
          </ac:spMkLst>
        </pc:spChg>
        <pc:spChg chg="add">
          <ac:chgData name="Alberto Ruiz" userId="47fa91d207cfb014" providerId="LiveId" clId="{85FEFC20-368C-4804-AF35-776ECB9C6605}" dt="2025-10-15T15:13:56.176" v="1724" actId="26606"/>
          <ac:spMkLst>
            <pc:docMk/>
            <pc:sldMk cId="0" sldId="266"/>
            <ac:spMk id="9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3:56.176" v="1724" actId="26606"/>
          <ac:cxnSpMkLst>
            <pc:docMk/>
            <pc:sldMk cId="0" sldId="266"/>
            <ac:cxnSpMk id="11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3:56.176" v="1724" actId="26606"/>
          <ac:cxnSpMkLst>
            <pc:docMk/>
            <pc:sldMk cId="0" sldId="266"/>
            <ac:cxnSpMk id="13" creationId="{4AD7FFC6-42A9-49CB-B5E9-B3F6B038331B}"/>
          </ac:cxnSpMkLst>
        </pc:cxnChg>
      </pc:sldChg>
      <pc:sldChg chg="addSp delSp modSp mod">
        <pc:chgData name="Alberto Ruiz" userId="47fa91d207cfb014" providerId="LiveId" clId="{85FEFC20-368C-4804-AF35-776ECB9C6605}" dt="2025-10-15T15:15:16.846" v="1752" actId="20577"/>
        <pc:sldMkLst>
          <pc:docMk/>
          <pc:sldMk cId="0" sldId="267"/>
        </pc:sldMkLst>
        <pc:spChg chg="add del mod">
          <ac:chgData name="Alberto Ruiz" userId="47fa91d207cfb014" providerId="LiveId" clId="{85FEFC20-368C-4804-AF35-776ECB9C6605}" dt="2025-10-15T15:14:26.740" v="1740"/>
          <ac:spMkLst>
            <pc:docMk/>
            <pc:sldMk cId="0" sldId="267"/>
            <ac:spMk id="2" creationId="{D1D7929B-8757-9B7A-6B81-BB892574BA01}"/>
          </ac:spMkLst>
        </pc:spChg>
        <pc:spChg chg="mod">
          <ac:chgData name="Alberto Ruiz" userId="47fa91d207cfb014" providerId="LiveId" clId="{85FEFC20-368C-4804-AF35-776ECB9C6605}" dt="2025-10-15T14:49:59.624" v="0" actId="6549"/>
          <ac:spMkLst>
            <pc:docMk/>
            <pc:sldMk cId="0" sldId="267"/>
            <ac:spMk id="3" creationId="{00000000-0000-0000-0000-000000000000}"/>
          </ac:spMkLst>
        </pc:spChg>
        <pc:graphicFrameChg chg="add del mod modGraphic">
          <ac:chgData name="Alberto Ruiz" userId="47fa91d207cfb014" providerId="LiveId" clId="{85FEFC20-368C-4804-AF35-776ECB9C6605}" dt="2025-10-15T15:14:44.426" v="1743" actId="1032"/>
          <ac:graphicFrameMkLst>
            <pc:docMk/>
            <pc:sldMk cId="0" sldId="267"/>
            <ac:graphicFrameMk id="4" creationId="{42609F27-ABE3-1863-3C97-28366E2E62C9}"/>
          </ac:graphicFrameMkLst>
        </pc:graphicFrameChg>
        <pc:graphicFrameChg chg="add mod modGraphic">
          <ac:chgData name="Alberto Ruiz" userId="47fa91d207cfb014" providerId="LiveId" clId="{85FEFC20-368C-4804-AF35-776ECB9C6605}" dt="2025-10-15T15:15:16.846" v="1752" actId="20577"/>
          <ac:graphicFrameMkLst>
            <pc:docMk/>
            <pc:sldMk cId="0" sldId="267"/>
            <ac:graphicFrameMk id="5" creationId="{A32B7D08-5AD8-D402-DE58-928A455821D4}"/>
          </ac:graphicFrameMkLst>
        </pc:graphicFrameChg>
      </pc:sldChg>
      <pc:sldChg chg="addSp modSp mod setBg">
        <pc:chgData name="Alberto Ruiz" userId="47fa91d207cfb014" providerId="LiveId" clId="{85FEFC20-368C-4804-AF35-776ECB9C6605}" dt="2025-10-15T15:13:52.318" v="1723" actId="26606"/>
        <pc:sldMkLst>
          <pc:docMk/>
          <pc:sldMk cId="2414245524" sldId="268"/>
        </pc:sldMkLst>
        <pc:spChg chg="mod">
          <ac:chgData name="Alberto Ruiz" userId="47fa91d207cfb014" providerId="LiveId" clId="{85FEFC20-368C-4804-AF35-776ECB9C6605}" dt="2025-10-15T15:13:52.318" v="1723" actId="26606"/>
          <ac:spMkLst>
            <pc:docMk/>
            <pc:sldMk cId="2414245524" sldId="268"/>
            <ac:spMk id="2" creationId="{49D950C8-17D9-84F7-BD12-ACB9EFD4A3B7}"/>
          </ac:spMkLst>
        </pc:spChg>
        <pc:spChg chg="mod">
          <ac:chgData name="Alberto Ruiz" userId="47fa91d207cfb014" providerId="LiveId" clId="{85FEFC20-368C-4804-AF35-776ECB9C6605}" dt="2025-10-15T15:13:52.318" v="1723" actId="26606"/>
          <ac:spMkLst>
            <pc:docMk/>
            <pc:sldMk cId="2414245524" sldId="268"/>
            <ac:spMk id="3" creationId="{755D6A06-3125-C182-33A9-631BE47176C4}"/>
          </ac:spMkLst>
        </pc:spChg>
        <pc:spChg chg="add">
          <ac:chgData name="Alberto Ruiz" userId="47fa91d207cfb014" providerId="LiveId" clId="{85FEFC20-368C-4804-AF35-776ECB9C6605}" dt="2025-10-15T15:13:52.318" v="1723" actId="26606"/>
          <ac:spMkLst>
            <pc:docMk/>
            <pc:sldMk cId="2414245524" sldId="268"/>
            <ac:spMk id="8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3:52.318" v="1723" actId="26606"/>
          <ac:cxnSpMkLst>
            <pc:docMk/>
            <pc:sldMk cId="2414245524" sldId="268"/>
            <ac:cxnSpMk id="10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3:52.318" v="1723" actId="26606"/>
          <ac:cxnSpMkLst>
            <pc:docMk/>
            <pc:sldMk cId="2414245524" sldId="268"/>
            <ac:cxnSpMk id="12" creationId="{4AD7FFC6-42A9-49CB-B5E9-B3F6B038331B}"/>
          </ac:cxnSpMkLst>
        </pc:cxnChg>
      </pc:sldChg>
      <pc:sldChg chg="addSp delSp modSp add mod setBg">
        <pc:chgData name="Alberto Ruiz" userId="47fa91d207cfb014" providerId="LiveId" clId="{85FEFC20-368C-4804-AF35-776ECB9C6605}" dt="2025-10-15T15:15:23.618" v="1753" actId="26606"/>
        <pc:sldMkLst>
          <pc:docMk/>
          <pc:sldMk cId="0" sldId="269"/>
        </pc:sldMkLst>
        <pc:spChg chg="del">
          <ac:chgData name="Alberto Ruiz" userId="47fa91d207cfb014" providerId="LiveId" clId="{85FEFC20-368C-4804-AF35-776ECB9C6605}" dt="2025-10-15T14:52:30.341" v="111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23.618" v="1753" actId="26606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5:23.618" v="1753" actId="26606"/>
          <ac:spMkLst>
            <pc:docMk/>
            <pc:sldMk cId="0" sldId="269"/>
            <ac:spMk id="4" creationId="{51A69E15-E698-95C8-7E53-5C95D62B5587}"/>
          </ac:spMkLst>
        </pc:spChg>
        <pc:spChg chg="add">
          <ac:chgData name="Alberto Ruiz" userId="47fa91d207cfb014" providerId="LiveId" clId="{85FEFC20-368C-4804-AF35-776ECB9C6605}" dt="2025-10-15T15:15:23.618" v="1753" actId="26606"/>
          <ac:spMkLst>
            <pc:docMk/>
            <pc:sldMk cId="0" sldId="269"/>
            <ac:spMk id="9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23.618" v="1753" actId="26606"/>
          <ac:cxnSpMkLst>
            <pc:docMk/>
            <pc:sldMk cId="0" sldId="269"/>
            <ac:cxnSpMk id="11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23.618" v="1753" actId="26606"/>
          <ac:cxnSpMkLst>
            <pc:docMk/>
            <pc:sldMk cId="0" sldId="269"/>
            <ac:cxnSpMk id="13" creationId="{4AD7FFC6-42A9-49CB-B5E9-B3F6B038331B}"/>
          </ac:cxnSpMkLst>
        </pc:cxnChg>
      </pc:sldChg>
      <pc:sldChg chg="addSp delSp modSp add mod setBg">
        <pc:chgData name="Alberto Ruiz" userId="47fa91d207cfb014" providerId="LiveId" clId="{85FEFC20-368C-4804-AF35-776ECB9C6605}" dt="2025-10-15T15:15:27.046" v="1754" actId="26606"/>
        <pc:sldMkLst>
          <pc:docMk/>
          <pc:sldMk cId="0" sldId="270"/>
        </pc:sldMkLst>
        <pc:spChg chg="del">
          <ac:chgData name="Alberto Ruiz" userId="47fa91d207cfb014" providerId="LiveId" clId="{85FEFC20-368C-4804-AF35-776ECB9C6605}" dt="2025-10-15T14:54:05.821" v="246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27.046" v="1754" actId="26606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5:27.046" v="1754" actId="26606"/>
          <ac:spMkLst>
            <pc:docMk/>
            <pc:sldMk cId="0" sldId="270"/>
            <ac:spMk id="4" creationId="{6556B30A-6FF9-2151-C635-8C4196B17A30}"/>
          </ac:spMkLst>
        </pc:spChg>
        <pc:spChg chg="add mod">
          <ac:chgData name="Alberto Ruiz" userId="47fa91d207cfb014" providerId="LiveId" clId="{85FEFC20-368C-4804-AF35-776ECB9C6605}" dt="2025-10-15T15:15:27.046" v="1754" actId="26606"/>
          <ac:spMkLst>
            <pc:docMk/>
            <pc:sldMk cId="0" sldId="270"/>
            <ac:spMk id="5" creationId="{DEF48886-C24A-2AE3-A8A8-F224A3DD1FD6}"/>
          </ac:spMkLst>
        </pc:spChg>
        <pc:spChg chg="add">
          <ac:chgData name="Alberto Ruiz" userId="47fa91d207cfb014" providerId="LiveId" clId="{85FEFC20-368C-4804-AF35-776ECB9C6605}" dt="2025-10-15T15:15:27.046" v="1754" actId="26606"/>
          <ac:spMkLst>
            <pc:docMk/>
            <pc:sldMk cId="0" sldId="270"/>
            <ac:spMk id="10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27.046" v="1754" actId="26606"/>
          <ac:cxnSpMkLst>
            <pc:docMk/>
            <pc:sldMk cId="0" sldId="270"/>
            <ac:cxnSpMk id="12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27.046" v="1754" actId="26606"/>
          <ac:cxnSpMkLst>
            <pc:docMk/>
            <pc:sldMk cId="0" sldId="270"/>
            <ac:cxnSpMk id="14" creationId="{4AD7FFC6-42A9-49CB-B5E9-B3F6B038331B}"/>
          </ac:cxnSpMkLst>
        </pc:cxnChg>
      </pc:sldChg>
      <pc:sldChg chg="addSp delSp modSp add mod setBg">
        <pc:chgData name="Alberto Ruiz" userId="47fa91d207cfb014" providerId="LiveId" clId="{85FEFC20-368C-4804-AF35-776ECB9C6605}" dt="2025-10-15T15:15:30.357" v="1755" actId="26606"/>
        <pc:sldMkLst>
          <pc:docMk/>
          <pc:sldMk cId="0" sldId="271"/>
        </pc:sldMkLst>
        <pc:spChg chg="del">
          <ac:chgData name="Alberto Ruiz" userId="47fa91d207cfb014" providerId="LiveId" clId="{85FEFC20-368C-4804-AF35-776ECB9C6605}" dt="2025-10-15T14:55:27.520" v="415" actId="478"/>
          <ac:spMkLst>
            <pc:docMk/>
            <pc:sldMk cId="0" sldId="27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30.357" v="1755" actId="26606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5:30.357" v="1755" actId="26606"/>
          <ac:spMkLst>
            <pc:docMk/>
            <pc:sldMk cId="0" sldId="271"/>
            <ac:spMk id="4" creationId="{7E45DF09-7570-88A6-BA76-27A0F951B9F3}"/>
          </ac:spMkLst>
        </pc:spChg>
        <pc:spChg chg="add mod">
          <ac:chgData name="Alberto Ruiz" userId="47fa91d207cfb014" providerId="LiveId" clId="{85FEFC20-368C-4804-AF35-776ECB9C6605}" dt="2025-10-15T15:15:30.357" v="1755" actId="26606"/>
          <ac:spMkLst>
            <pc:docMk/>
            <pc:sldMk cId="0" sldId="271"/>
            <ac:spMk id="5" creationId="{66020742-5FEA-5EC3-DAAC-03951BF029B3}"/>
          </ac:spMkLst>
        </pc:spChg>
        <pc:spChg chg="add">
          <ac:chgData name="Alberto Ruiz" userId="47fa91d207cfb014" providerId="LiveId" clId="{85FEFC20-368C-4804-AF35-776ECB9C6605}" dt="2025-10-15T15:15:30.357" v="1755" actId="26606"/>
          <ac:spMkLst>
            <pc:docMk/>
            <pc:sldMk cId="0" sldId="271"/>
            <ac:spMk id="10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30.357" v="1755" actId="26606"/>
          <ac:cxnSpMkLst>
            <pc:docMk/>
            <pc:sldMk cId="0" sldId="271"/>
            <ac:cxnSpMk id="12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30.357" v="1755" actId="26606"/>
          <ac:cxnSpMkLst>
            <pc:docMk/>
            <pc:sldMk cId="0" sldId="271"/>
            <ac:cxnSpMk id="14" creationId="{4AD7FFC6-42A9-49CB-B5E9-B3F6B038331B}"/>
          </ac:cxnSpMkLst>
        </pc:cxnChg>
      </pc:sldChg>
      <pc:sldChg chg="addSp delSp modSp add mod">
        <pc:chgData name="Alberto Ruiz" userId="47fa91d207cfb014" providerId="LiveId" clId="{85FEFC20-368C-4804-AF35-776ECB9C6605}" dt="2025-10-15T15:16:46.336" v="1785" actId="14100"/>
        <pc:sldMkLst>
          <pc:docMk/>
          <pc:sldMk cId="0" sldId="272"/>
        </pc:sldMkLst>
        <pc:spChg chg="del">
          <ac:chgData name="Alberto Ruiz" userId="47fa91d207cfb014" providerId="LiveId" clId="{85FEFC20-368C-4804-AF35-776ECB9C6605}" dt="2025-10-15T14:56:42.877" v="536" actId="478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4:56:55.897" v="541" actId="20577"/>
          <ac:spMkLst>
            <pc:docMk/>
            <pc:sldMk cId="0" sldId="272"/>
            <ac:spMk id="3" creationId="{00000000-0000-0000-0000-000000000000}"/>
          </ac:spMkLst>
        </pc:spChg>
        <pc:spChg chg="add del mod">
          <ac:chgData name="Alberto Ruiz" userId="47fa91d207cfb014" providerId="LiveId" clId="{85FEFC20-368C-4804-AF35-776ECB9C6605}" dt="2025-10-15T15:16:09.588" v="1776"/>
          <ac:spMkLst>
            <pc:docMk/>
            <pc:sldMk cId="0" sldId="272"/>
            <ac:spMk id="4" creationId="{8E7882D3-3764-5A36-FDCF-F39D573E5018}"/>
          </ac:spMkLst>
        </pc:spChg>
        <pc:graphicFrameChg chg="add mod modGraphic">
          <ac:chgData name="Alberto Ruiz" userId="47fa91d207cfb014" providerId="LiveId" clId="{85FEFC20-368C-4804-AF35-776ECB9C6605}" dt="2025-10-15T15:16:46.336" v="1785" actId="14100"/>
          <ac:graphicFrameMkLst>
            <pc:docMk/>
            <pc:sldMk cId="0" sldId="272"/>
            <ac:graphicFrameMk id="5" creationId="{11EC3AA3-E221-3BB4-871D-20A65409054F}"/>
          </ac:graphicFrameMkLst>
        </pc:graphicFrameChg>
      </pc:sldChg>
      <pc:sldChg chg="addSp delSp modSp add mod setBg">
        <pc:chgData name="Alberto Ruiz" userId="47fa91d207cfb014" providerId="LiveId" clId="{85FEFC20-368C-4804-AF35-776ECB9C6605}" dt="2025-10-15T15:15:36.458" v="1756" actId="26606"/>
        <pc:sldMkLst>
          <pc:docMk/>
          <pc:sldMk cId="0" sldId="273"/>
        </pc:sldMkLst>
        <pc:spChg chg="del">
          <ac:chgData name="Alberto Ruiz" userId="47fa91d207cfb014" providerId="LiveId" clId="{85FEFC20-368C-4804-AF35-776ECB9C6605}" dt="2025-10-15T14:58:08.877" v="750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36.458" v="1756" actId="26606"/>
          <ac:spMkLst>
            <pc:docMk/>
            <pc:sldMk cId="0" sldId="273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5:36.458" v="1756" actId="26606"/>
          <ac:spMkLst>
            <pc:docMk/>
            <pc:sldMk cId="0" sldId="273"/>
            <ac:spMk id="4" creationId="{9D51330C-FD7D-A1EA-B596-1A19F5E6D0EE}"/>
          </ac:spMkLst>
        </pc:spChg>
        <pc:spChg chg="add mod">
          <ac:chgData name="Alberto Ruiz" userId="47fa91d207cfb014" providerId="LiveId" clId="{85FEFC20-368C-4804-AF35-776ECB9C6605}" dt="2025-10-15T15:15:36.458" v="1756" actId="26606"/>
          <ac:spMkLst>
            <pc:docMk/>
            <pc:sldMk cId="0" sldId="273"/>
            <ac:spMk id="5" creationId="{5F09FC1B-0443-47B7-230E-C46AD0B3F6B8}"/>
          </ac:spMkLst>
        </pc:spChg>
        <pc:spChg chg="add">
          <ac:chgData name="Alberto Ruiz" userId="47fa91d207cfb014" providerId="LiveId" clId="{85FEFC20-368C-4804-AF35-776ECB9C6605}" dt="2025-10-15T15:15:36.458" v="1756" actId="26606"/>
          <ac:spMkLst>
            <pc:docMk/>
            <pc:sldMk cId="0" sldId="273"/>
            <ac:spMk id="10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36.458" v="1756" actId="26606"/>
          <ac:cxnSpMkLst>
            <pc:docMk/>
            <pc:sldMk cId="0" sldId="273"/>
            <ac:cxnSpMk id="12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36.458" v="1756" actId="26606"/>
          <ac:cxnSpMkLst>
            <pc:docMk/>
            <pc:sldMk cId="0" sldId="273"/>
            <ac:cxnSpMk id="14" creationId="{4AD7FFC6-42A9-49CB-B5E9-B3F6B038331B}"/>
          </ac:cxnSpMkLst>
        </pc:cxnChg>
      </pc:sldChg>
      <pc:sldChg chg="addSp delSp modSp add mod setBg">
        <pc:chgData name="Alberto Ruiz" userId="47fa91d207cfb014" providerId="LiveId" clId="{85FEFC20-368C-4804-AF35-776ECB9C6605}" dt="2025-10-15T15:15:39.318" v="1757" actId="26606"/>
        <pc:sldMkLst>
          <pc:docMk/>
          <pc:sldMk cId="0" sldId="274"/>
        </pc:sldMkLst>
        <pc:spChg chg="del">
          <ac:chgData name="Alberto Ruiz" userId="47fa91d207cfb014" providerId="LiveId" clId="{85FEFC20-368C-4804-AF35-776ECB9C6605}" dt="2025-10-15T15:00:46.482" v="1178" actId="478"/>
          <ac:spMkLst>
            <pc:docMk/>
            <pc:sldMk cId="0" sldId="27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39.318" v="1757" actId="26606"/>
          <ac:spMkLst>
            <pc:docMk/>
            <pc:sldMk cId="0" sldId="274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5:39.318" v="1757" actId="26606"/>
          <ac:spMkLst>
            <pc:docMk/>
            <pc:sldMk cId="0" sldId="274"/>
            <ac:spMk id="4" creationId="{60A2FCC7-6593-6DBC-6A72-08C66B2E8388}"/>
          </ac:spMkLst>
        </pc:spChg>
        <pc:spChg chg="add mod">
          <ac:chgData name="Alberto Ruiz" userId="47fa91d207cfb014" providerId="LiveId" clId="{85FEFC20-368C-4804-AF35-776ECB9C6605}" dt="2025-10-15T15:15:39.318" v="1757" actId="26606"/>
          <ac:spMkLst>
            <pc:docMk/>
            <pc:sldMk cId="0" sldId="274"/>
            <ac:spMk id="5" creationId="{AB062B92-8BA0-1F5D-7FEA-2A7B0AD7DA73}"/>
          </ac:spMkLst>
        </pc:spChg>
        <pc:spChg chg="add">
          <ac:chgData name="Alberto Ruiz" userId="47fa91d207cfb014" providerId="LiveId" clId="{85FEFC20-368C-4804-AF35-776ECB9C6605}" dt="2025-10-15T15:15:39.318" v="1757" actId="26606"/>
          <ac:spMkLst>
            <pc:docMk/>
            <pc:sldMk cId="0" sldId="274"/>
            <ac:spMk id="10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39.318" v="1757" actId="26606"/>
          <ac:cxnSpMkLst>
            <pc:docMk/>
            <pc:sldMk cId="0" sldId="274"/>
            <ac:cxnSpMk id="12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39.318" v="1757" actId="26606"/>
          <ac:cxnSpMkLst>
            <pc:docMk/>
            <pc:sldMk cId="0" sldId="274"/>
            <ac:cxnSpMk id="14" creationId="{4AD7FFC6-42A9-49CB-B5E9-B3F6B038331B}"/>
          </ac:cxnSpMkLst>
        </pc:cxnChg>
      </pc:sldChg>
      <pc:sldChg chg="addSp delSp modSp add mod setBg">
        <pc:chgData name="Alberto Ruiz" userId="47fa91d207cfb014" providerId="LiveId" clId="{85FEFC20-368C-4804-AF35-776ECB9C6605}" dt="2025-10-15T15:15:50.931" v="1765" actId="403"/>
        <pc:sldMkLst>
          <pc:docMk/>
          <pc:sldMk cId="0" sldId="275"/>
        </pc:sldMkLst>
        <pc:spChg chg="del">
          <ac:chgData name="Alberto Ruiz" userId="47fa91d207cfb014" providerId="LiveId" clId="{85FEFC20-368C-4804-AF35-776ECB9C6605}" dt="2025-10-15T15:03:20.997" v="1622" actId="478"/>
          <ac:spMkLst>
            <pc:docMk/>
            <pc:sldMk cId="0" sldId="27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42.846" v="1758" actId="26606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5:50.931" v="1765" actId="403"/>
          <ac:spMkLst>
            <pc:docMk/>
            <pc:sldMk cId="0" sldId="275"/>
            <ac:spMk id="5" creationId="{DF262360-C464-746C-3493-FE4279633765}"/>
          </ac:spMkLst>
        </pc:spChg>
        <pc:spChg chg="add">
          <ac:chgData name="Alberto Ruiz" userId="47fa91d207cfb014" providerId="LiveId" clId="{85FEFC20-368C-4804-AF35-776ECB9C6605}" dt="2025-10-15T15:15:42.846" v="1758" actId="26606"/>
          <ac:spMkLst>
            <pc:docMk/>
            <pc:sldMk cId="0" sldId="275"/>
            <ac:spMk id="10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42.846" v="1758" actId="26606"/>
          <ac:cxnSpMkLst>
            <pc:docMk/>
            <pc:sldMk cId="0" sldId="275"/>
            <ac:cxnSpMk id="12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42.846" v="1758" actId="26606"/>
          <ac:cxnSpMkLst>
            <pc:docMk/>
            <pc:sldMk cId="0" sldId="275"/>
            <ac:cxnSpMk id="14" creationId="{4AD7FFC6-42A9-49CB-B5E9-B3F6B038331B}"/>
          </ac:cxnSpMkLst>
        </pc:cxnChg>
      </pc:sldChg>
      <pc:sldChg chg="addSp delSp modSp add mod setBg">
        <pc:chgData name="Alberto Ruiz" userId="47fa91d207cfb014" providerId="LiveId" clId="{85FEFC20-368C-4804-AF35-776ECB9C6605}" dt="2025-10-15T15:16:02.456" v="1773" actId="403"/>
        <pc:sldMkLst>
          <pc:docMk/>
          <pc:sldMk cId="0" sldId="276"/>
        </pc:sldMkLst>
        <pc:spChg chg="del">
          <ac:chgData name="Alberto Ruiz" userId="47fa91d207cfb014" providerId="LiveId" clId="{85FEFC20-368C-4804-AF35-776ECB9C6605}" dt="2025-10-15T15:06:17.056" v="1627" actId="478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5T15:15:55.206" v="1766" actId="26606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15T15:16:02.456" v="1773" actId="403"/>
          <ac:spMkLst>
            <pc:docMk/>
            <pc:sldMk cId="0" sldId="276"/>
            <ac:spMk id="5" creationId="{845CBD95-5E1E-DD03-CD1A-141D58D3C61F}"/>
          </ac:spMkLst>
        </pc:spChg>
        <pc:spChg chg="add">
          <ac:chgData name="Alberto Ruiz" userId="47fa91d207cfb014" providerId="LiveId" clId="{85FEFC20-368C-4804-AF35-776ECB9C6605}" dt="2025-10-15T15:15:55.206" v="1766" actId="26606"/>
          <ac:spMkLst>
            <pc:docMk/>
            <pc:sldMk cId="0" sldId="276"/>
            <ac:spMk id="10" creationId="{E8A8EAB8-D2FF-444D-B34B-7D32F106AD0E}"/>
          </ac:spMkLst>
        </pc:spChg>
        <pc:cxnChg chg="add">
          <ac:chgData name="Alberto Ruiz" userId="47fa91d207cfb014" providerId="LiveId" clId="{85FEFC20-368C-4804-AF35-776ECB9C6605}" dt="2025-10-15T15:15:55.206" v="1766" actId="26606"/>
          <ac:cxnSpMkLst>
            <pc:docMk/>
            <pc:sldMk cId="0" sldId="276"/>
            <ac:cxnSpMk id="12" creationId="{067633D1-6EE6-4118-B9F0-B363477BEE7A}"/>
          </ac:cxnSpMkLst>
        </pc:cxnChg>
        <pc:cxnChg chg="add">
          <ac:chgData name="Alberto Ruiz" userId="47fa91d207cfb014" providerId="LiveId" clId="{85FEFC20-368C-4804-AF35-776ECB9C6605}" dt="2025-10-15T15:15:55.206" v="1766" actId="26606"/>
          <ac:cxnSpMkLst>
            <pc:docMk/>
            <pc:sldMk cId="0" sldId="276"/>
            <ac:cxnSpMk id="14" creationId="{4AD7FFC6-42A9-49CB-B5E9-B3F6B038331B}"/>
          </ac:cxnSpMkLst>
        </pc:cxnChg>
      </pc:sldChg>
      <pc:sldChg chg="addSp modSp add mod setBg">
        <pc:chgData name="Alberto Ruiz" userId="47fa91d207cfb014" providerId="LiveId" clId="{85FEFC20-368C-4804-AF35-776ECB9C6605}" dt="2025-10-15T15:10:24.173" v="1666" actId="26606"/>
        <pc:sldMkLst>
          <pc:docMk/>
          <pc:sldMk cId="3200597470" sldId="277"/>
        </pc:sldMkLst>
        <pc:spChg chg="mod">
          <ac:chgData name="Alberto Ruiz" userId="47fa91d207cfb014" providerId="LiveId" clId="{85FEFC20-368C-4804-AF35-776ECB9C6605}" dt="2025-10-15T15:10:24.173" v="1666" actId="26606"/>
          <ac:spMkLst>
            <pc:docMk/>
            <pc:sldMk cId="3200597470" sldId="277"/>
            <ac:spMk id="3" creationId="{A166AC8C-338E-A4B6-2523-A51096BFA7C0}"/>
          </ac:spMkLst>
        </pc:spChg>
        <pc:spChg chg="mod">
          <ac:chgData name="Alberto Ruiz" userId="47fa91d207cfb014" providerId="LiveId" clId="{85FEFC20-368C-4804-AF35-776ECB9C6605}" dt="2025-10-15T15:10:24.173" v="1666" actId="26606"/>
          <ac:spMkLst>
            <pc:docMk/>
            <pc:sldMk cId="3200597470" sldId="277"/>
            <ac:spMk id="4" creationId="{11B2B15B-8AE1-878A-E14D-9062FB9512FE}"/>
          </ac:spMkLst>
        </pc:spChg>
        <pc:spChg chg="add">
          <ac:chgData name="Alberto Ruiz" userId="47fa91d207cfb014" providerId="LiveId" clId="{85FEFC20-368C-4804-AF35-776ECB9C6605}" dt="2025-10-15T15:10:24.173" v="1666" actId="26606"/>
          <ac:spMkLst>
            <pc:docMk/>
            <pc:sldMk cId="3200597470" sldId="277"/>
            <ac:spMk id="10" creationId="{C0763A76-9F1C-4FC5-82B7-DD475DA461B2}"/>
          </ac:spMkLst>
        </pc:spChg>
        <pc:spChg chg="add">
          <ac:chgData name="Alberto Ruiz" userId="47fa91d207cfb014" providerId="LiveId" clId="{85FEFC20-368C-4804-AF35-776ECB9C6605}" dt="2025-10-15T15:10:24.173" v="1666" actId="26606"/>
          <ac:spMkLst>
            <pc:docMk/>
            <pc:sldMk cId="3200597470" sldId="277"/>
            <ac:spMk id="12" creationId="{E81BF4F6-F2CF-4984-9D14-D6966D92F99F}"/>
          </ac:spMkLst>
        </pc:spChg>
        <pc:picChg chg="add">
          <ac:chgData name="Alberto Ruiz" userId="47fa91d207cfb014" providerId="LiveId" clId="{85FEFC20-368C-4804-AF35-776ECB9C6605}" dt="2025-10-15T15:10:24.173" v="1666" actId="26606"/>
          <ac:picMkLst>
            <pc:docMk/>
            <pc:sldMk cId="3200597470" sldId="277"/>
            <ac:picMk id="6" creationId="{687B01F1-FD9C-3258-9545-85D828311BF6}"/>
          </ac:picMkLst>
        </pc:picChg>
      </pc:sldChg>
    </pc:docChg>
  </pc:docChgLst>
  <pc:docChgLst>
    <pc:chgData name="Alberto Ruiz" userId="47fa91d207cfb014" providerId="LiveId" clId="{9743E567-337F-4C21-A62A-0C7FCC4B4E77}"/>
    <pc:docChg chg="custSel addSld delSld modSld">
      <pc:chgData name="Alberto Ruiz" userId="47fa91d207cfb014" providerId="LiveId" clId="{9743E567-337F-4C21-A62A-0C7FCC4B4E77}" dt="2025-10-15T11:29:00.561" v="3677" actId="20577"/>
      <pc:docMkLst>
        <pc:docMk/>
      </pc:docMkLst>
      <pc:sldChg chg="addSp delSp modSp mod setBg">
        <pc:chgData name="Alberto Ruiz" userId="47fa91d207cfb014" providerId="LiveId" clId="{9743E567-337F-4C21-A62A-0C7FCC4B4E77}" dt="2025-10-14T06:32:08.871" v="81" actId="26606"/>
        <pc:sldMkLst>
          <pc:docMk/>
          <pc:sldMk cId="0" sldId="256"/>
        </pc:sldMkLst>
        <pc:spChg chg="mo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2" creationId="{00000000-0000-0000-0000-000000000000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7" creationId="{1A3C89F8-0D2F-47FF-B903-151248265F47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9" creationId="{C5CB530E-515E-412C-9DF1-5F8FFBD6F383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11" creationId="{712D4376-A578-4FF1-94FC-245E7A6A489F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13" creationId="{AEA7509D-F04F-40CB-A0B3-EEF16499CC9F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17" creationId="{508BEF50-7B1E-49A4-BC19-5F4F1D755E64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19" creationId="{3FBAD350-5664-4811-A208-657FB882D350}"/>
          </ac:spMkLst>
        </pc:spChg>
        <pc:spChg chg="add">
          <ac:chgData name="Alberto Ruiz" userId="47fa91d207cfb014" providerId="LiveId" clId="{9743E567-337F-4C21-A62A-0C7FCC4B4E77}" dt="2025-10-14T06:32:08.871" v="81" actId="26606"/>
          <ac:spMkLst>
            <pc:docMk/>
            <pc:sldMk cId="0" sldId="256"/>
            <ac:spMk id="21" creationId="{C39ADB8F-D187-49D7-BDCF-C1B6DC727068}"/>
          </ac:spMkLst>
        </pc:spChg>
        <pc:cxnChg chg="add">
          <ac:chgData name="Alberto Ruiz" userId="47fa91d207cfb014" providerId="LiveId" clId="{9743E567-337F-4C21-A62A-0C7FCC4B4E77}" dt="2025-10-14T06:32:08.871" v="81" actId="26606"/>
          <ac:cxnSpMkLst>
            <pc:docMk/>
            <pc:sldMk cId="0" sldId="256"/>
            <ac:cxnSpMk id="15" creationId="{56020367-4FD5-4596-8E10-C5F095CD8DBF}"/>
          </ac:cxnSpMkLst>
        </pc:cxnChg>
      </pc:sldChg>
      <pc:sldChg chg="del">
        <pc:chgData name="Alberto Ruiz" userId="47fa91d207cfb014" providerId="LiveId" clId="{9743E567-337F-4C21-A62A-0C7FCC4B4E77}" dt="2025-10-14T06:31:09.018" v="2" actId="47"/>
        <pc:sldMkLst>
          <pc:docMk/>
          <pc:sldMk cId="0" sldId="257"/>
        </pc:sldMkLst>
      </pc:sldChg>
      <pc:sldChg chg="modSp new mod">
        <pc:chgData name="Alberto Ruiz" userId="47fa91d207cfb014" providerId="LiveId" clId="{9743E567-337F-4C21-A62A-0C7FCC4B4E77}" dt="2025-10-15T10:33:20.086" v="100" actId="27636"/>
        <pc:sldMkLst>
          <pc:docMk/>
          <pc:sldMk cId="2875642823" sldId="257"/>
        </pc:sldMkLst>
        <pc:spChg chg="mod">
          <ac:chgData name="Alberto Ruiz" userId="47fa91d207cfb014" providerId="LiveId" clId="{9743E567-337F-4C21-A62A-0C7FCC4B4E77}" dt="2025-10-15T10:33:16.836" v="98" actId="14100"/>
          <ac:spMkLst>
            <pc:docMk/>
            <pc:sldMk cId="2875642823" sldId="257"/>
            <ac:spMk id="2" creationId="{AB6EEEAB-3AA9-0938-794E-636268566145}"/>
          </ac:spMkLst>
        </pc:spChg>
        <pc:spChg chg="mod">
          <ac:chgData name="Alberto Ruiz" userId="47fa91d207cfb014" providerId="LiveId" clId="{9743E567-337F-4C21-A62A-0C7FCC4B4E77}" dt="2025-10-15T10:33:20.086" v="100" actId="27636"/>
          <ac:spMkLst>
            <pc:docMk/>
            <pc:sldMk cId="2875642823" sldId="257"/>
            <ac:spMk id="3" creationId="{EF0CB339-318B-D47B-DE31-99F4BE69AAC9}"/>
          </ac:spMkLst>
        </pc:spChg>
      </pc:sldChg>
      <pc:sldChg chg="addSp delSp modSp add del mod">
        <pc:chgData name="Alberto Ruiz" userId="47fa91d207cfb014" providerId="LiveId" clId="{9743E567-337F-4C21-A62A-0C7FCC4B4E77}" dt="2025-10-15T10:42:19.185" v="473" actId="20577"/>
        <pc:sldMkLst>
          <pc:docMk/>
          <pc:sldMk cId="0" sldId="258"/>
        </pc:sldMkLst>
        <pc:spChg chg="del">
          <ac:chgData name="Alberto Ruiz" userId="47fa91d207cfb014" providerId="LiveId" clId="{9743E567-337F-4C21-A62A-0C7FCC4B4E77}" dt="2025-10-15T10:34:08.056" v="102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4:11.104" v="103" actId="1076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0:42:19.185" v="473" actId="20577"/>
          <ac:spMkLst>
            <pc:docMk/>
            <pc:sldMk cId="0" sldId="258"/>
            <ac:spMk id="4" creationId="{E0B8E109-563B-1BDE-EA49-DDC9FF67BFFC}"/>
          </ac:spMkLst>
        </pc:spChg>
      </pc:sldChg>
      <pc:sldChg chg="addSp delSp modSp add del mod">
        <pc:chgData name="Alberto Ruiz" userId="47fa91d207cfb014" providerId="LiveId" clId="{9743E567-337F-4C21-A62A-0C7FCC4B4E77}" dt="2025-10-15T10:49:27.393" v="1083" actId="14100"/>
        <pc:sldMkLst>
          <pc:docMk/>
          <pc:sldMk cId="0" sldId="259"/>
        </pc:sldMkLst>
        <pc:spChg chg="del">
          <ac:chgData name="Alberto Ruiz" userId="47fa91d207cfb014" providerId="LiveId" clId="{9743E567-337F-4C21-A62A-0C7FCC4B4E77}" dt="2025-10-15T10:34:14.291" v="104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4:26.052" v="108" actId="2057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0:49:27.393" v="1083" actId="14100"/>
          <ac:spMkLst>
            <pc:docMk/>
            <pc:sldMk cId="0" sldId="259"/>
            <ac:spMk id="4" creationId="{A1027D3D-ACF3-F195-1B4A-4C88009398C3}"/>
          </ac:spMkLst>
        </pc:spChg>
      </pc:sldChg>
      <pc:sldChg chg="addSp delSp modSp add del mod">
        <pc:chgData name="Alberto Ruiz" userId="47fa91d207cfb014" providerId="LiveId" clId="{9743E567-337F-4C21-A62A-0C7FCC4B4E77}" dt="2025-10-15T10:57:11.858" v="1275" actId="20577"/>
        <pc:sldMkLst>
          <pc:docMk/>
          <pc:sldMk cId="0" sldId="260"/>
        </pc:sldMkLst>
        <pc:spChg chg="del">
          <ac:chgData name="Alberto Ruiz" userId="47fa91d207cfb014" providerId="LiveId" clId="{9743E567-337F-4C21-A62A-0C7FCC4B4E77}" dt="2025-10-15T10:34:33.639" v="109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55:29.255" v="1088" actId="6549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0:57:11.858" v="1275" actId="20577"/>
          <ac:spMkLst>
            <pc:docMk/>
            <pc:sldMk cId="0" sldId="260"/>
            <ac:spMk id="4" creationId="{316F45AB-1B65-86C5-278C-C36EA329FF6F}"/>
          </ac:spMkLst>
        </pc:spChg>
      </pc:sldChg>
      <pc:sldChg chg="addSp delSp modSp add del mod">
        <pc:chgData name="Alberto Ruiz" userId="47fa91d207cfb014" providerId="LiveId" clId="{9743E567-337F-4C21-A62A-0C7FCC4B4E77}" dt="2025-10-15T10:59:34.519" v="1732" actId="20577"/>
        <pc:sldMkLst>
          <pc:docMk/>
          <pc:sldMk cId="0" sldId="261"/>
        </pc:sldMkLst>
        <pc:spChg chg="del">
          <ac:chgData name="Alberto Ruiz" userId="47fa91d207cfb014" providerId="LiveId" clId="{9743E567-337F-4C21-A62A-0C7FCC4B4E77}" dt="2025-10-15T10:34:45.592" v="11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4:50.953" v="114" actId="20577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0:59:34.519" v="1732" actId="20577"/>
          <ac:spMkLst>
            <pc:docMk/>
            <pc:sldMk cId="0" sldId="261"/>
            <ac:spMk id="4" creationId="{5007ABDF-E414-99B3-D4F5-7F43AF72B681}"/>
          </ac:spMkLst>
        </pc:spChg>
      </pc:sldChg>
      <pc:sldChg chg="addSp delSp modSp add del mod">
        <pc:chgData name="Alberto Ruiz" userId="47fa91d207cfb014" providerId="LiveId" clId="{9743E567-337F-4C21-A62A-0C7FCC4B4E77}" dt="2025-10-15T11:11:23.192" v="1897" actId="20577"/>
        <pc:sldMkLst>
          <pc:docMk/>
          <pc:sldMk cId="0" sldId="262"/>
        </pc:sldMkLst>
        <pc:spChg chg="del">
          <ac:chgData name="Alberto Ruiz" userId="47fa91d207cfb014" providerId="LiveId" clId="{9743E567-337F-4C21-A62A-0C7FCC4B4E77}" dt="2025-10-15T10:34:56.121" v="115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5:00.971" v="117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1:11:23.192" v="1897" actId="20577"/>
          <ac:spMkLst>
            <pc:docMk/>
            <pc:sldMk cId="0" sldId="262"/>
            <ac:spMk id="4" creationId="{4F02CB18-4AFC-F737-AB27-889103B20E55}"/>
          </ac:spMkLst>
        </pc:spChg>
      </pc:sldChg>
      <pc:sldChg chg="addSp delSp modSp add del mod">
        <pc:chgData name="Alberto Ruiz" userId="47fa91d207cfb014" providerId="LiveId" clId="{9743E567-337F-4C21-A62A-0C7FCC4B4E77}" dt="2025-10-15T11:11:54.349" v="1944" actId="20577"/>
        <pc:sldMkLst>
          <pc:docMk/>
          <pc:sldMk cId="0" sldId="263"/>
        </pc:sldMkLst>
        <pc:spChg chg="del">
          <ac:chgData name="Alberto Ruiz" userId="47fa91d207cfb014" providerId="LiveId" clId="{9743E567-337F-4C21-A62A-0C7FCC4B4E77}" dt="2025-10-15T10:35:07.977" v="118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5:14.489" v="120" actId="20577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1:11:54.349" v="1944" actId="20577"/>
          <ac:spMkLst>
            <pc:docMk/>
            <pc:sldMk cId="0" sldId="263"/>
            <ac:spMk id="4" creationId="{6BA2BE44-9A46-4C96-DBBB-3F5C06899F1C}"/>
          </ac:spMkLst>
        </pc:spChg>
      </pc:sldChg>
      <pc:sldChg chg="addSp delSp modSp add del mod">
        <pc:chgData name="Alberto Ruiz" userId="47fa91d207cfb014" providerId="LiveId" clId="{9743E567-337F-4C21-A62A-0C7FCC4B4E77}" dt="2025-10-15T11:18:53.750" v="2322" actId="20577"/>
        <pc:sldMkLst>
          <pc:docMk/>
          <pc:sldMk cId="0" sldId="264"/>
        </pc:sldMkLst>
        <pc:spChg chg="del">
          <ac:chgData name="Alberto Ruiz" userId="47fa91d207cfb014" providerId="LiveId" clId="{9743E567-337F-4C21-A62A-0C7FCC4B4E77}" dt="2025-10-15T10:35:19.188" v="121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5:23.289" v="123" actId="20577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1:18:53.750" v="2322" actId="20577"/>
          <ac:spMkLst>
            <pc:docMk/>
            <pc:sldMk cId="0" sldId="264"/>
            <ac:spMk id="4" creationId="{A217970D-1ABC-2609-A66E-90B2A20E8224}"/>
          </ac:spMkLst>
        </pc:spChg>
      </pc:sldChg>
      <pc:sldChg chg="addSp delSp modSp add del mod">
        <pc:chgData name="Alberto Ruiz" userId="47fa91d207cfb014" providerId="LiveId" clId="{9743E567-337F-4C21-A62A-0C7FCC4B4E77}" dt="2025-10-15T11:21:54.813" v="2616" actId="20577"/>
        <pc:sldMkLst>
          <pc:docMk/>
          <pc:sldMk cId="0" sldId="265"/>
        </pc:sldMkLst>
        <pc:spChg chg="del">
          <ac:chgData name="Alberto Ruiz" userId="47fa91d207cfb014" providerId="LiveId" clId="{9743E567-337F-4C21-A62A-0C7FCC4B4E77}" dt="2025-10-15T10:35:28.003" v="124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5:38.590" v="129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1:21:54.813" v="2616" actId="20577"/>
          <ac:spMkLst>
            <pc:docMk/>
            <pc:sldMk cId="0" sldId="265"/>
            <ac:spMk id="4" creationId="{11EEE009-ABC2-CB96-C0B0-2471866EAAFB}"/>
          </ac:spMkLst>
        </pc:spChg>
      </pc:sldChg>
      <pc:sldChg chg="addSp delSp modSp add del mod">
        <pc:chgData name="Alberto Ruiz" userId="47fa91d207cfb014" providerId="LiveId" clId="{9743E567-337F-4C21-A62A-0C7FCC4B4E77}" dt="2025-10-15T11:29:00.561" v="3677" actId="20577"/>
        <pc:sldMkLst>
          <pc:docMk/>
          <pc:sldMk cId="0" sldId="266"/>
        </pc:sldMkLst>
        <pc:spChg chg="del">
          <ac:chgData name="Alberto Ruiz" userId="47fa91d207cfb014" providerId="LiveId" clId="{9743E567-337F-4C21-A62A-0C7FCC4B4E77}" dt="2025-10-15T10:35:47.540" v="130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5:53.926" v="133" actId="20577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Alberto Ruiz" userId="47fa91d207cfb014" providerId="LiveId" clId="{9743E567-337F-4C21-A62A-0C7FCC4B4E77}" dt="2025-10-15T11:29:00.561" v="3677" actId="20577"/>
          <ac:spMkLst>
            <pc:docMk/>
            <pc:sldMk cId="0" sldId="266"/>
            <ac:spMk id="4" creationId="{970E6A51-3723-F9DC-B4CA-B7E43E372D7A}"/>
          </ac:spMkLst>
        </pc:spChg>
      </pc:sldChg>
      <pc:sldChg chg="delSp modSp add del mod">
        <pc:chgData name="Alberto Ruiz" userId="47fa91d207cfb014" providerId="LiveId" clId="{9743E567-337F-4C21-A62A-0C7FCC4B4E77}" dt="2025-10-15T10:36:08.624" v="139" actId="20577"/>
        <pc:sldMkLst>
          <pc:docMk/>
          <pc:sldMk cId="0" sldId="267"/>
        </pc:sldMkLst>
        <pc:spChg chg="del">
          <ac:chgData name="Alberto Ruiz" userId="47fa91d207cfb014" providerId="LiveId" clId="{9743E567-337F-4C21-A62A-0C7FCC4B4E77}" dt="2025-10-15T10:35:58.717" v="134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berto Ruiz" userId="47fa91d207cfb014" providerId="LiveId" clId="{9743E567-337F-4C21-A62A-0C7FCC4B4E77}" dt="2025-10-15T10:36:08.624" v="139" actId="20577"/>
          <ac:spMkLst>
            <pc:docMk/>
            <pc:sldMk cId="0" sldId="267"/>
            <ac:spMk id="3" creationId="{00000000-0000-0000-0000-000000000000}"/>
          </ac:spMkLst>
        </pc:spChg>
      </pc:sldChg>
      <pc:sldChg chg="del">
        <pc:chgData name="Alberto Ruiz" userId="47fa91d207cfb014" providerId="LiveId" clId="{9743E567-337F-4C21-A62A-0C7FCC4B4E77}" dt="2025-10-14T06:31:10.994" v="13" actId="47"/>
        <pc:sldMkLst>
          <pc:docMk/>
          <pc:sldMk cId="0" sldId="268"/>
        </pc:sldMkLst>
      </pc:sldChg>
      <pc:sldChg chg="addSp modSp new mod">
        <pc:chgData name="Alberto Ruiz" userId="47fa91d207cfb014" providerId="LiveId" clId="{9743E567-337F-4C21-A62A-0C7FCC4B4E77}" dt="2025-10-15T11:24:06.612" v="3005" actId="20577"/>
        <pc:sldMkLst>
          <pc:docMk/>
          <pc:sldMk cId="2414245524" sldId="268"/>
        </pc:sldMkLst>
        <pc:spChg chg="mod">
          <ac:chgData name="Alberto Ruiz" userId="47fa91d207cfb014" providerId="LiveId" clId="{9743E567-337F-4C21-A62A-0C7FCC4B4E77}" dt="2025-10-15T11:22:22.470" v="2660" actId="1076"/>
          <ac:spMkLst>
            <pc:docMk/>
            <pc:sldMk cId="2414245524" sldId="268"/>
            <ac:spMk id="2" creationId="{49D950C8-17D9-84F7-BD12-ACB9EFD4A3B7}"/>
          </ac:spMkLst>
        </pc:spChg>
        <pc:spChg chg="add mod">
          <ac:chgData name="Alberto Ruiz" userId="47fa91d207cfb014" providerId="LiveId" clId="{9743E567-337F-4C21-A62A-0C7FCC4B4E77}" dt="2025-10-15T11:24:06.612" v="3005" actId="20577"/>
          <ac:spMkLst>
            <pc:docMk/>
            <pc:sldMk cId="2414245524" sldId="268"/>
            <ac:spMk id="3" creationId="{755D6A06-3125-C182-33A9-631BE47176C4}"/>
          </ac:spMkLst>
        </pc:spChg>
      </pc:sldChg>
      <pc:sldChg chg="del">
        <pc:chgData name="Alberto Ruiz" userId="47fa91d207cfb014" providerId="LiveId" clId="{9743E567-337F-4C21-A62A-0C7FCC4B4E77}" dt="2025-10-14T06:31:11.184" v="14" actId="47"/>
        <pc:sldMkLst>
          <pc:docMk/>
          <pc:sldMk cId="0" sldId="269"/>
        </pc:sldMkLst>
      </pc:sldChg>
      <pc:sldChg chg="del">
        <pc:chgData name="Alberto Ruiz" userId="47fa91d207cfb014" providerId="LiveId" clId="{9743E567-337F-4C21-A62A-0C7FCC4B4E77}" dt="2025-10-14T06:31:11.379" v="15" actId="47"/>
        <pc:sldMkLst>
          <pc:docMk/>
          <pc:sldMk cId="0" sldId="270"/>
        </pc:sldMkLst>
      </pc:sldChg>
      <pc:sldChg chg="del">
        <pc:chgData name="Alberto Ruiz" userId="47fa91d207cfb014" providerId="LiveId" clId="{9743E567-337F-4C21-A62A-0C7FCC4B4E77}" dt="2025-10-14T06:31:11.573" v="16" actId="47"/>
        <pc:sldMkLst>
          <pc:docMk/>
          <pc:sldMk cId="0" sldId="271"/>
        </pc:sldMkLst>
      </pc:sldChg>
      <pc:sldChg chg="del">
        <pc:chgData name="Alberto Ruiz" userId="47fa91d207cfb014" providerId="LiveId" clId="{9743E567-337F-4C21-A62A-0C7FCC4B4E77}" dt="2025-10-14T06:31:11.747" v="17" actId="47"/>
        <pc:sldMkLst>
          <pc:docMk/>
          <pc:sldMk cId="0" sldId="272"/>
        </pc:sldMkLst>
      </pc:sldChg>
      <pc:sldChg chg="del">
        <pc:chgData name="Alberto Ruiz" userId="47fa91d207cfb014" providerId="LiveId" clId="{9743E567-337F-4C21-A62A-0C7FCC4B4E77}" dt="2025-10-14T06:31:11.941" v="18" actId="47"/>
        <pc:sldMkLst>
          <pc:docMk/>
          <pc:sldMk cId="0" sldId="273"/>
        </pc:sldMkLst>
      </pc:sldChg>
      <pc:sldChg chg="del">
        <pc:chgData name="Alberto Ruiz" userId="47fa91d207cfb014" providerId="LiveId" clId="{9743E567-337F-4C21-A62A-0C7FCC4B4E77}" dt="2025-10-14T06:31:12.119" v="19" actId="47"/>
        <pc:sldMkLst>
          <pc:docMk/>
          <pc:sldMk cId="0" sldId="274"/>
        </pc:sldMkLst>
      </pc:sldChg>
      <pc:sldChg chg="del">
        <pc:chgData name="Alberto Ruiz" userId="47fa91d207cfb014" providerId="LiveId" clId="{9743E567-337F-4C21-A62A-0C7FCC4B4E77}" dt="2025-10-14T06:31:12.807" v="20" actId="47"/>
        <pc:sldMkLst>
          <pc:docMk/>
          <pc:sldMk cId="0" sldId="27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15A362-EA70-4E2F-8DB1-53C0DBB114C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F8C140F-A7DB-41B8-8932-9168F9B15295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inspección física del sistema</a:t>
          </a:r>
        </a:p>
      </dgm:t>
    </dgm:pt>
    <dgm:pt modelId="{20F868DB-26D0-4F04-B0C8-99ADB7E27584}" type="parTrans" cxnId="{08063800-6205-47B4-ABF3-99E01C04F485}">
      <dgm:prSet/>
      <dgm:spPr/>
      <dgm:t>
        <a:bodyPr/>
        <a:lstStyle/>
        <a:p>
          <a:endParaRPr lang="es-ES"/>
        </a:p>
      </dgm:t>
    </dgm:pt>
    <dgm:pt modelId="{B26409CA-8A53-4029-AE34-B70ABD4A86A9}" type="sibTrans" cxnId="{08063800-6205-47B4-ABF3-99E01C04F485}">
      <dgm:prSet/>
      <dgm:spPr/>
      <dgm:t>
        <a:bodyPr/>
        <a:lstStyle/>
        <a:p>
          <a:endParaRPr lang="es-ES"/>
        </a:p>
      </dgm:t>
    </dgm:pt>
    <dgm:pt modelId="{CCD9BF59-0D39-4A5E-8230-957258F0F511}">
      <dgm:prSet/>
      <dgm:spPr/>
      <dgm:t>
        <a:bodyPr/>
        <a:lstStyle/>
        <a:p>
          <a:r>
            <a:rPr lang="es-ES"/>
            <a:t>revisión de configuraciones de seguridad</a:t>
          </a:r>
          <a:endParaRPr lang="es-ES" dirty="0"/>
        </a:p>
      </dgm:t>
    </dgm:pt>
    <dgm:pt modelId="{91D03C68-7165-4651-8E8F-54D7A74C4A69}" type="parTrans" cxnId="{8269827F-7419-49B9-8727-59F539830944}">
      <dgm:prSet/>
      <dgm:spPr/>
      <dgm:t>
        <a:bodyPr/>
        <a:lstStyle/>
        <a:p>
          <a:endParaRPr lang="es-ES"/>
        </a:p>
      </dgm:t>
    </dgm:pt>
    <dgm:pt modelId="{45175566-0868-465A-A24E-E23CC6BAE68D}" type="sibTrans" cxnId="{8269827F-7419-49B9-8727-59F539830944}">
      <dgm:prSet/>
      <dgm:spPr/>
      <dgm:t>
        <a:bodyPr/>
        <a:lstStyle/>
        <a:p>
          <a:endParaRPr lang="es-ES"/>
        </a:p>
      </dgm:t>
    </dgm:pt>
    <dgm:pt modelId="{63A6FCED-FD32-4682-8F85-A3DB4417764C}">
      <dgm:prSet/>
      <dgm:spPr/>
      <dgm:t>
        <a:bodyPr/>
        <a:lstStyle/>
        <a:p>
          <a:r>
            <a:rPr lang="es-ES"/>
            <a:t>análisis de sistemas operativos y aplicaciones</a:t>
          </a:r>
          <a:endParaRPr lang="es-ES" dirty="0"/>
        </a:p>
      </dgm:t>
    </dgm:pt>
    <dgm:pt modelId="{DF2F6E50-54DA-4E8B-8EDC-7BE448FF1869}" type="parTrans" cxnId="{3D356BA6-FF76-440A-80EC-EFBD3E7E4968}">
      <dgm:prSet/>
      <dgm:spPr/>
      <dgm:t>
        <a:bodyPr/>
        <a:lstStyle/>
        <a:p>
          <a:endParaRPr lang="es-ES"/>
        </a:p>
      </dgm:t>
    </dgm:pt>
    <dgm:pt modelId="{9648FA59-1504-4761-99A7-F35036729469}" type="sibTrans" cxnId="{3D356BA6-FF76-440A-80EC-EFBD3E7E4968}">
      <dgm:prSet/>
      <dgm:spPr/>
      <dgm:t>
        <a:bodyPr/>
        <a:lstStyle/>
        <a:p>
          <a:endParaRPr lang="es-ES"/>
        </a:p>
      </dgm:t>
    </dgm:pt>
    <dgm:pt modelId="{89D1122D-2298-4C0C-BBA5-A478D7963E83}">
      <dgm:prSet/>
      <dgm:spPr/>
      <dgm:t>
        <a:bodyPr/>
        <a:lstStyle/>
        <a:p>
          <a:r>
            <a:rPr lang="es-ES"/>
            <a:t>búsqueda de puntos de acceso no autorizados</a:t>
          </a:r>
          <a:endParaRPr lang="es-ES" dirty="0"/>
        </a:p>
      </dgm:t>
    </dgm:pt>
    <dgm:pt modelId="{DD4012C3-4878-46D8-B7FE-7407080C8219}" type="parTrans" cxnId="{5111FECE-CCFA-47F5-96DE-D48F9AF6D4D6}">
      <dgm:prSet/>
      <dgm:spPr/>
      <dgm:t>
        <a:bodyPr/>
        <a:lstStyle/>
        <a:p>
          <a:endParaRPr lang="es-ES"/>
        </a:p>
      </dgm:t>
    </dgm:pt>
    <dgm:pt modelId="{7BCCBCD1-691E-46FC-A3CB-52239386738B}" type="sibTrans" cxnId="{5111FECE-CCFA-47F5-96DE-D48F9AF6D4D6}">
      <dgm:prSet/>
      <dgm:spPr/>
      <dgm:t>
        <a:bodyPr/>
        <a:lstStyle/>
        <a:p>
          <a:endParaRPr lang="es-ES"/>
        </a:p>
      </dgm:t>
    </dgm:pt>
    <dgm:pt modelId="{2AB3717F-AC31-4DE7-B9D7-D6B54D198310}">
      <dgm:prSet/>
      <dgm:spPr/>
      <dgm:t>
        <a:bodyPr/>
        <a:lstStyle/>
        <a:p>
          <a:r>
            <a:rPr lang="es-ES"/>
            <a:t>Realización de pruebas de resistencia físicas y lógicas</a:t>
          </a:r>
          <a:endParaRPr lang="es-ES" dirty="0"/>
        </a:p>
      </dgm:t>
    </dgm:pt>
    <dgm:pt modelId="{E4FEDA8A-199D-4BEC-8645-0E9B62699D97}" type="parTrans" cxnId="{2D10FB6C-7D1A-4E0E-AFCA-A9B170F153D9}">
      <dgm:prSet/>
      <dgm:spPr/>
      <dgm:t>
        <a:bodyPr/>
        <a:lstStyle/>
        <a:p>
          <a:endParaRPr lang="es-ES"/>
        </a:p>
      </dgm:t>
    </dgm:pt>
    <dgm:pt modelId="{63C08E23-1AE1-4FB7-B289-9C449685588A}" type="sibTrans" cxnId="{2D10FB6C-7D1A-4E0E-AFCA-A9B170F153D9}">
      <dgm:prSet/>
      <dgm:spPr/>
      <dgm:t>
        <a:bodyPr/>
        <a:lstStyle/>
        <a:p>
          <a:endParaRPr lang="es-ES"/>
        </a:p>
      </dgm:t>
    </dgm:pt>
    <dgm:pt modelId="{DAE7BE4F-EA9C-48ED-8278-EDC85B09D531}">
      <dgm:prSet/>
      <dgm:spPr/>
      <dgm:t>
        <a:bodyPr/>
        <a:lstStyle/>
        <a:p>
          <a:r>
            <a:rPr lang="es-ES"/>
            <a:t>documentar detalladamente el proceso</a:t>
          </a:r>
          <a:endParaRPr lang="es-ES" dirty="0"/>
        </a:p>
      </dgm:t>
    </dgm:pt>
    <dgm:pt modelId="{9C3CE32B-0D79-4A4C-8E7B-C3B94FCFF4E4}" type="parTrans" cxnId="{96B1B1AC-9F77-405B-883E-FECF165612D3}">
      <dgm:prSet/>
      <dgm:spPr/>
      <dgm:t>
        <a:bodyPr/>
        <a:lstStyle/>
        <a:p>
          <a:endParaRPr lang="es-ES"/>
        </a:p>
      </dgm:t>
    </dgm:pt>
    <dgm:pt modelId="{DB2C4750-745B-43D9-8037-508142F182F5}" type="sibTrans" cxnId="{96B1B1AC-9F77-405B-883E-FECF165612D3}">
      <dgm:prSet/>
      <dgm:spPr/>
      <dgm:t>
        <a:bodyPr/>
        <a:lstStyle/>
        <a:p>
          <a:endParaRPr lang="es-ES"/>
        </a:p>
      </dgm:t>
    </dgm:pt>
    <dgm:pt modelId="{D3A65091-9712-4F09-86E0-593A544DFD3A}" type="pres">
      <dgm:prSet presAssocID="{0E15A362-EA70-4E2F-8DB1-53C0DBB114C1}" presName="diagram" presStyleCnt="0">
        <dgm:presLayoutVars>
          <dgm:dir/>
          <dgm:resizeHandles val="exact"/>
        </dgm:presLayoutVars>
      </dgm:prSet>
      <dgm:spPr/>
    </dgm:pt>
    <dgm:pt modelId="{B0EC87A5-B7B5-48CA-B4C5-9A5191904963}" type="pres">
      <dgm:prSet presAssocID="{7F8C140F-A7DB-41B8-8932-9168F9B15295}" presName="node" presStyleLbl="node1" presStyleIdx="0" presStyleCnt="6">
        <dgm:presLayoutVars>
          <dgm:bulletEnabled val="1"/>
        </dgm:presLayoutVars>
      </dgm:prSet>
      <dgm:spPr/>
    </dgm:pt>
    <dgm:pt modelId="{9A88E321-67BF-4460-8C99-044DFD81F23A}" type="pres">
      <dgm:prSet presAssocID="{B26409CA-8A53-4029-AE34-B70ABD4A86A9}" presName="sibTrans" presStyleCnt="0"/>
      <dgm:spPr/>
    </dgm:pt>
    <dgm:pt modelId="{BFC2FBA9-3482-45FC-8F0D-FCEF253A9496}" type="pres">
      <dgm:prSet presAssocID="{CCD9BF59-0D39-4A5E-8230-957258F0F511}" presName="node" presStyleLbl="node1" presStyleIdx="1" presStyleCnt="6">
        <dgm:presLayoutVars>
          <dgm:bulletEnabled val="1"/>
        </dgm:presLayoutVars>
      </dgm:prSet>
      <dgm:spPr/>
    </dgm:pt>
    <dgm:pt modelId="{DDE472F0-30D1-45A5-B4FD-30560497588E}" type="pres">
      <dgm:prSet presAssocID="{45175566-0868-465A-A24E-E23CC6BAE68D}" presName="sibTrans" presStyleCnt="0"/>
      <dgm:spPr/>
    </dgm:pt>
    <dgm:pt modelId="{B5EED98E-207F-484D-BC70-CCE9EC9F8D90}" type="pres">
      <dgm:prSet presAssocID="{63A6FCED-FD32-4682-8F85-A3DB4417764C}" presName="node" presStyleLbl="node1" presStyleIdx="2" presStyleCnt="6">
        <dgm:presLayoutVars>
          <dgm:bulletEnabled val="1"/>
        </dgm:presLayoutVars>
      </dgm:prSet>
      <dgm:spPr/>
    </dgm:pt>
    <dgm:pt modelId="{1C219125-478B-4D75-88D9-DC2CDF18D762}" type="pres">
      <dgm:prSet presAssocID="{9648FA59-1504-4761-99A7-F35036729469}" presName="sibTrans" presStyleCnt="0"/>
      <dgm:spPr/>
    </dgm:pt>
    <dgm:pt modelId="{D0DDFCAD-23F8-4C99-8A96-A54C469F0740}" type="pres">
      <dgm:prSet presAssocID="{89D1122D-2298-4C0C-BBA5-A478D7963E83}" presName="node" presStyleLbl="node1" presStyleIdx="3" presStyleCnt="6">
        <dgm:presLayoutVars>
          <dgm:bulletEnabled val="1"/>
        </dgm:presLayoutVars>
      </dgm:prSet>
      <dgm:spPr/>
    </dgm:pt>
    <dgm:pt modelId="{1A13A3DB-7E3D-42C0-9A73-978106B89325}" type="pres">
      <dgm:prSet presAssocID="{7BCCBCD1-691E-46FC-A3CB-52239386738B}" presName="sibTrans" presStyleCnt="0"/>
      <dgm:spPr/>
    </dgm:pt>
    <dgm:pt modelId="{68716AAD-312A-4F3E-8ACD-8F5F9C9DF2A9}" type="pres">
      <dgm:prSet presAssocID="{2AB3717F-AC31-4DE7-B9D7-D6B54D198310}" presName="node" presStyleLbl="node1" presStyleIdx="4" presStyleCnt="6">
        <dgm:presLayoutVars>
          <dgm:bulletEnabled val="1"/>
        </dgm:presLayoutVars>
      </dgm:prSet>
      <dgm:spPr/>
    </dgm:pt>
    <dgm:pt modelId="{C7AB3A9C-19EF-4C77-9459-067F974A69EF}" type="pres">
      <dgm:prSet presAssocID="{63C08E23-1AE1-4FB7-B289-9C449685588A}" presName="sibTrans" presStyleCnt="0"/>
      <dgm:spPr/>
    </dgm:pt>
    <dgm:pt modelId="{B0709F1F-2FB0-44F4-9550-62514D67281F}" type="pres">
      <dgm:prSet presAssocID="{DAE7BE4F-EA9C-48ED-8278-EDC85B09D531}" presName="node" presStyleLbl="node1" presStyleIdx="5" presStyleCnt="6">
        <dgm:presLayoutVars>
          <dgm:bulletEnabled val="1"/>
        </dgm:presLayoutVars>
      </dgm:prSet>
      <dgm:spPr/>
    </dgm:pt>
  </dgm:ptLst>
  <dgm:cxnLst>
    <dgm:cxn modelId="{08063800-6205-47B4-ABF3-99E01C04F485}" srcId="{0E15A362-EA70-4E2F-8DB1-53C0DBB114C1}" destId="{7F8C140F-A7DB-41B8-8932-9168F9B15295}" srcOrd="0" destOrd="0" parTransId="{20F868DB-26D0-4F04-B0C8-99ADB7E27584}" sibTransId="{B26409CA-8A53-4029-AE34-B70ABD4A86A9}"/>
    <dgm:cxn modelId="{2E28DC0D-9FA4-49DC-A1FD-4FD676B81B67}" type="presOf" srcId="{7F8C140F-A7DB-41B8-8932-9168F9B15295}" destId="{B0EC87A5-B7B5-48CA-B4C5-9A5191904963}" srcOrd="0" destOrd="0" presId="urn:microsoft.com/office/officeart/2005/8/layout/default"/>
    <dgm:cxn modelId="{FB56232D-8897-4177-A89C-60609B8AF0F4}" type="presOf" srcId="{CCD9BF59-0D39-4A5E-8230-957258F0F511}" destId="{BFC2FBA9-3482-45FC-8F0D-FCEF253A9496}" srcOrd="0" destOrd="0" presId="urn:microsoft.com/office/officeart/2005/8/layout/default"/>
    <dgm:cxn modelId="{2D10FB6C-7D1A-4E0E-AFCA-A9B170F153D9}" srcId="{0E15A362-EA70-4E2F-8DB1-53C0DBB114C1}" destId="{2AB3717F-AC31-4DE7-B9D7-D6B54D198310}" srcOrd="4" destOrd="0" parTransId="{E4FEDA8A-199D-4BEC-8645-0E9B62699D97}" sibTransId="{63C08E23-1AE1-4FB7-B289-9C449685588A}"/>
    <dgm:cxn modelId="{2A849E76-448E-4DFD-9AB0-E00B71D7B207}" type="presOf" srcId="{89D1122D-2298-4C0C-BBA5-A478D7963E83}" destId="{D0DDFCAD-23F8-4C99-8A96-A54C469F0740}" srcOrd="0" destOrd="0" presId="urn:microsoft.com/office/officeart/2005/8/layout/default"/>
    <dgm:cxn modelId="{8269827F-7419-49B9-8727-59F539830944}" srcId="{0E15A362-EA70-4E2F-8DB1-53C0DBB114C1}" destId="{CCD9BF59-0D39-4A5E-8230-957258F0F511}" srcOrd="1" destOrd="0" parTransId="{91D03C68-7165-4651-8E8F-54D7A74C4A69}" sibTransId="{45175566-0868-465A-A24E-E23CC6BAE68D}"/>
    <dgm:cxn modelId="{52CC5B84-3862-4378-995E-165AEED7ECAD}" type="presOf" srcId="{DAE7BE4F-EA9C-48ED-8278-EDC85B09D531}" destId="{B0709F1F-2FB0-44F4-9550-62514D67281F}" srcOrd="0" destOrd="0" presId="urn:microsoft.com/office/officeart/2005/8/layout/default"/>
    <dgm:cxn modelId="{A9BF6CA5-2F32-4F20-8319-454070A53F0F}" type="presOf" srcId="{63A6FCED-FD32-4682-8F85-A3DB4417764C}" destId="{B5EED98E-207F-484D-BC70-CCE9EC9F8D90}" srcOrd="0" destOrd="0" presId="urn:microsoft.com/office/officeart/2005/8/layout/default"/>
    <dgm:cxn modelId="{3D356BA6-FF76-440A-80EC-EFBD3E7E4968}" srcId="{0E15A362-EA70-4E2F-8DB1-53C0DBB114C1}" destId="{63A6FCED-FD32-4682-8F85-A3DB4417764C}" srcOrd="2" destOrd="0" parTransId="{DF2F6E50-54DA-4E8B-8EDC-7BE448FF1869}" sibTransId="{9648FA59-1504-4761-99A7-F35036729469}"/>
    <dgm:cxn modelId="{189870A9-B345-42F4-9769-E8FEA1EFD305}" type="presOf" srcId="{2AB3717F-AC31-4DE7-B9D7-D6B54D198310}" destId="{68716AAD-312A-4F3E-8ACD-8F5F9C9DF2A9}" srcOrd="0" destOrd="0" presId="urn:microsoft.com/office/officeart/2005/8/layout/default"/>
    <dgm:cxn modelId="{96B1B1AC-9F77-405B-883E-FECF165612D3}" srcId="{0E15A362-EA70-4E2F-8DB1-53C0DBB114C1}" destId="{DAE7BE4F-EA9C-48ED-8278-EDC85B09D531}" srcOrd="5" destOrd="0" parTransId="{9C3CE32B-0D79-4A4C-8E7B-C3B94FCFF4E4}" sibTransId="{DB2C4750-745B-43D9-8037-508142F182F5}"/>
    <dgm:cxn modelId="{5111FECE-CCFA-47F5-96DE-D48F9AF6D4D6}" srcId="{0E15A362-EA70-4E2F-8DB1-53C0DBB114C1}" destId="{89D1122D-2298-4C0C-BBA5-A478D7963E83}" srcOrd="3" destOrd="0" parTransId="{DD4012C3-4878-46D8-B7FE-7407080C8219}" sibTransId="{7BCCBCD1-691E-46FC-A3CB-52239386738B}"/>
    <dgm:cxn modelId="{9D4BB1E0-E359-43F1-82CC-73F5118F551B}" type="presOf" srcId="{0E15A362-EA70-4E2F-8DB1-53C0DBB114C1}" destId="{D3A65091-9712-4F09-86E0-593A544DFD3A}" srcOrd="0" destOrd="0" presId="urn:microsoft.com/office/officeart/2005/8/layout/default"/>
    <dgm:cxn modelId="{623A76A9-2609-4A2E-97FC-23E2FD3A8D1A}" type="presParOf" srcId="{D3A65091-9712-4F09-86E0-593A544DFD3A}" destId="{B0EC87A5-B7B5-48CA-B4C5-9A5191904963}" srcOrd="0" destOrd="0" presId="urn:microsoft.com/office/officeart/2005/8/layout/default"/>
    <dgm:cxn modelId="{A8CCF5C4-EFC7-4363-BB4B-4B7D9DB65CB5}" type="presParOf" srcId="{D3A65091-9712-4F09-86E0-593A544DFD3A}" destId="{9A88E321-67BF-4460-8C99-044DFD81F23A}" srcOrd="1" destOrd="0" presId="urn:microsoft.com/office/officeart/2005/8/layout/default"/>
    <dgm:cxn modelId="{637CA2C6-13E7-4FDB-B1BC-FECB8B9F2AC9}" type="presParOf" srcId="{D3A65091-9712-4F09-86E0-593A544DFD3A}" destId="{BFC2FBA9-3482-45FC-8F0D-FCEF253A9496}" srcOrd="2" destOrd="0" presId="urn:microsoft.com/office/officeart/2005/8/layout/default"/>
    <dgm:cxn modelId="{2FE651FD-DD7A-4B2C-B6F8-1FA882690801}" type="presParOf" srcId="{D3A65091-9712-4F09-86E0-593A544DFD3A}" destId="{DDE472F0-30D1-45A5-B4FD-30560497588E}" srcOrd="3" destOrd="0" presId="urn:microsoft.com/office/officeart/2005/8/layout/default"/>
    <dgm:cxn modelId="{866037EB-9F87-45B3-AD63-8EB9CCE57AD9}" type="presParOf" srcId="{D3A65091-9712-4F09-86E0-593A544DFD3A}" destId="{B5EED98E-207F-484D-BC70-CCE9EC9F8D90}" srcOrd="4" destOrd="0" presId="urn:microsoft.com/office/officeart/2005/8/layout/default"/>
    <dgm:cxn modelId="{B9DADB93-B3D2-443A-9DFA-F16DCA2EA27D}" type="presParOf" srcId="{D3A65091-9712-4F09-86E0-593A544DFD3A}" destId="{1C219125-478B-4D75-88D9-DC2CDF18D762}" srcOrd="5" destOrd="0" presId="urn:microsoft.com/office/officeart/2005/8/layout/default"/>
    <dgm:cxn modelId="{3422A5D5-4982-4272-9271-D2656220E0BF}" type="presParOf" srcId="{D3A65091-9712-4F09-86E0-593A544DFD3A}" destId="{D0DDFCAD-23F8-4C99-8A96-A54C469F0740}" srcOrd="6" destOrd="0" presId="urn:microsoft.com/office/officeart/2005/8/layout/default"/>
    <dgm:cxn modelId="{16C4308B-B106-4F82-902D-AC7828CB6147}" type="presParOf" srcId="{D3A65091-9712-4F09-86E0-593A544DFD3A}" destId="{1A13A3DB-7E3D-42C0-9A73-978106B89325}" srcOrd="7" destOrd="0" presId="urn:microsoft.com/office/officeart/2005/8/layout/default"/>
    <dgm:cxn modelId="{FDBCF4CA-8351-4E2B-B81B-0D98A515B8D8}" type="presParOf" srcId="{D3A65091-9712-4F09-86E0-593A544DFD3A}" destId="{68716AAD-312A-4F3E-8ACD-8F5F9C9DF2A9}" srcOrd="8" destOrd="0" presId="urn:microsoft.com/office/officeart/2005/8/layout/default"/>
    <dgm:cxn modelId="{5B15381F-4CA6-4437-980E-9393E4C3A0B8}" type="presParOf" srcId="{D3A65091-9712-4F09-86E0-593A544DFD3A}" destId="{C7AB3A9C-19EF-4C77-9459-067F974A69EF}" srcOrd="9" destOrd="0" presId="urn:microsoft.com/office/officeart/2005/8/layout/default"/>
    <dgm:cxn modelId="{29CA5E50-AF8F-41A3-8AFD-2CEBE0F56A4F}" type="presParOf" srcId="{D3A65091-9712-4F09-86E0-593A544DFD3A}" destId="{B0709F1F-2FB0-44F4-9550-62514D67281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0408EB-FA93-4D94-BCF7-8893F32734BD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</dgm:pt>
    <dgm:pt modelId="{E27E56FF-D6DC-4C66-94E2-4DDE38F04B6E}">
      <dgm:prSet phldrT="[Texto]"/>
      <dgm:spPr/>
      <dgm:t>
        <a:bodyPr/>
        <a:lstStyle/>
        <a:p>
          <a:r>
            <a:rPr lang="es-ES" dirty="0"/>
            <a:t>Vulnerabilidad detectada</a:t>
          </a:r>
        </a:p>
      </dgm:t>
    </dgm:pt>
    <dgm:pt modelId="{F514295A-7A82-4747-958C-4AB6DA0F569E}" type="parTrans" cxnId="{5BC6A30C-BC3F-43E1-841E-DB6656933892}">
      <dgm:prSet/>
      <dgm:spPr/>
      <dgm:t>
        <a:bodyPr/>
        <a:lstStyle/>
        <a:p>
          <a:endParaRPr lang="es-ES"/>
        </a:p>
      </dgm:t>
    </dgm:pt>
    <dgm:pt modelId="{D967773F-2605-4950-9C07-5DD2A8EE3CCC}" type="sibTrans" cxnId="{5BC6A30C-BC3F-43E1-841E-DB6656933892}">
      <dgm:prSet/>
      <dgm:spPr/>
      <dgm:t>
        <a:bodyPr/>
        <a:lstStyle/>
        <a:p>
          <a:endParaRPr lang="es-ES"/>
        </a:p>
      </dgm:t>
    </dgm:pt>
    <dgm:pt modelId="{B553CFD0-21CF-4B26-B796-8BAD79918649}">
      <dgm:prSet/>
      <dgm:spPr/>
      <dgm:t>
        <a:bodyPr/>
        <a:lstStyle/>
        <a:p>
          <a:r>
            <a:rPr lang="es-ES"/>
            <a:t>Activo</a:t>
          </a:r>
          <a:endParaRPr lang="es-ES" dirty="0"/>
        </a:p>
      </dgm:t>
    </dgm:pt>
    <dgm:pt modelId="{8946EC08-200B-4AB1-89F1-C6CC8E8A4BF1}" type="parTrans" cxnId="{36BAB2E4-D231-479E-BD73-D9F22811EEB8}">
      <dgm:prSet/>
      <dgm:spPr/>
      <dgm:t>
        <a:bodyPr/>
        <a:lstStyle/>
        <a:p>
          <a:endParaRPr lang="es-ES"/>
        </a:p>
      </dgm:t>
    </dgm:pt>
    <dgm:pt modelId="{B0A7463D-6BF9-4FC8-B885-B1BD4B9798F6}" type="sibTrans" cxnId="{36BAB2E4-D231-479E-BD73-D9F22811EEB8}">
      <dgm:prSet/>
      <dgm:spPr/>
      <dgm:t>
        <a:bodyPr/>
        <a:lstStyle/>
        <a:p>
          <a:endParaRPr lang="es-ES"/>
        </a:p>
      </dgm:t>
    </dgm:pt>
    <dgm:pt modelId="{DD6DCE8E-5A6E-4781-81DC-67C0CC880305}">
      <dgm:prSet/>
      <dgm:spPr/>
      <dgm:t>
        <a:bodyPr/>
        <a:lstStyle/>
        <a:p>
          <a:r>
            <a:rPr lang="es-ES"/>
            <a:t>Amenaza</a:t>
          </a:r>
          <a:endParaRPr lang="es-ES" dirty="0"/>
        </a:p>
      </dgm:t>
    </dgm:pt>
    <dgm:pt modelId="{24E0AB27-A1DA-4778-A1C2-5B18F439FCF0}" type="parTrans" cxnId="{F6C03323-A90F-43AD-B5CB-1A1D491ACA7B}">
      <dgm:prSet/>
      <dgm:spPr/>
      <dgm:t>
        <a:bodyPr/>
        <a:lstStyle/>
        <a:p>
          <a:endParaRPr lang="es-ES"/>
        </a:p>
      </dgm:t>
    </dgm:pt>
    <dgm:pt modelId="{CCC30758-4230-4930-9C78-52F976462A77}" type="sibTrans" cxnId="{F6C03323-A90F-43AD-B5CB-1A1D491ACA7B}">
      <dgm:prSet/>
      <dgm:spPr/>
      <dgm:t>
        <a:bodyPr/>
        <a:lstStyle/>
        <a:p>
          <a:endParaRPr lang="es-ES"/>
        </a:p>
      </dgm:t>
    </dgm:pt>
    <dgm:pt modelId="{4BD800EC-2B08-44B8-9067-4935AE8D259C}">
      <dgm:prSet/>
      <dgm:spPr/>
      <dgm:t>
        <a:bodyPr/>
        <a:lstStyle/>
        <a:p>
          <a:r>
            <a:rPr lang="es-ES"/>
            <a:t>Medidas de seguridad actuales</a:t>
          </a:r>
          <a:endParaRPr lang="es-ES" dirty="0"/>
        </a:p>
      </dgm:t>
    </dgm:pt>
    <dgm:pt modelId="{50A05C07-C221-4208-8929-83FDDEB59094}" type="parTrans" cxnId="{22C35A56-F19C-4C42-93D1-ECBBE8A639D4}">
      <dgm:prSet/>
      <dgm:spPr/>
      <dgm:t>
        <a:bodyPr/>
        <a:lstStyle/>
        <a:p>
          <a:endParaRPr lang="es-ES"/>
        </a:p>
      </dgm:t>
    </dgm:pt>
    <dgm:pt modelId="{1DFCC3A0-1FAF-443E-833D-8060FB7414CB}" type="sibTrans" cxnId="{22C35A56-F19C-4C42-93D1-ECBBE8A639D4}">
      <dgm:prSet/>
      <dgm:spPr/>
      <dgm:t>
        <a:bodyPr/>
        <a:lstStyle/>
        <a:p>
          <a:endParaRPr lang="es-ES"/>
        </a:p>
      </dgm:t>
    </dgm:pt>
    <dgm:pt modelId="{31834E7F-790D-4A1E-AED7-5DE37A797348}">
      <dgm:prSet/>
      <dgm:spPr/>
      <dgm:t>
        <a:bodyPr/>
        <a:lstStyle/>
        <a:p>
          <a:r>
            <a:rPr lang="es-ES"/>
            <a:t>Resultado del análisis</a:t>
          </a:r>
          <a:endParaRPr lang="es-ES" dirty="0"/>
        </a:p>
      </dgm:t>
    </dgm:pt>
    <dgm:pt modelId="{1CFE846B-38EC-490D-8C39-C74D991CA96A}" type="parTrans" cxnId="{8233A087-728B-40BB-8F04-871D88988A0E}">
      <dgm:prSet/>
      <dgm:spPr/>
      <dgm:t>
        <a:bodyPr/>
        <a:lstStyle/>
        <a:p>
          <a:endParaRPr lang="es-ES"/>
        </a:p>
      </dgm:t>
    </dgm:pt>
    <dgm:pt modelId="{3E32A0D4-AD1F-4237-A676-E06DA316F599}" type="sibTrans" cxnId="{8233A087-728B-40BB-8F04-871D88988A0E}">
      <dgm:prSet/>
      <dgm:spPr/>
      <dgm:t>
        <a:bodyPr/>
        <a:lstStyle/>
        <a:p>
          <a:endParaRPr lang="es-ES"/>
        </a:p>
      </dgm:t>
    </dgm:pt>
    <dgm:pt modelId="{5E12D100-6820-4CED-A603-6C322199A307}" type="pres">
      <dgm:prSet presAssocID="{D90408EB-FA93-4D94-BCF7-8893F32734BD}" presName="rootnode" presStyleCnt="0">
        <dgm:presLayoutVars>
          <dgm:chMax/>
          <dgm:chPref/>
          <dgm:dir/>
          <dgm:animLvl val="lvl"/>
        </dgm:presLayoutVars>
      </dgm:prSet>
      <dgm:spPr/>
    </dgm:pt>
    <dgm:pt modelId="{3B725D2A-4B51-4752-A9B8-8F2BB4D92927}" type="pres">
      <dgm:prSet presAssocID="{E27E56FF-D6DC-4C66-94E2-4DDE38F04B6E}" presName="composite" presStyleCnt="0"/>
      <dgm:spPr/>
    </dgm:pt>
    <dgm:pt modelId="{CF8BC340-3AD8-4633-83D5-9C1F6608AB1E}" type="pres">
      <dgm:prSet presAssocID="{E27E56FF-D6DC-4C66-94E2-4DDE38F04B6E}" presName="LShape" presStyleLbl="alignNode1" presStyleIdx="0" presStyleCnt="9"/>
      <dgm:spPr/>
    </dgm:pt>
    <dgm:pt modelId="{40818F4E-4BF8-465F-91FC-A78E82C4C91E}" type="pres">
      <dgm:prSet presAssocID="{E27E56FF-D6DC-4C66-94E2-4DDE38F04B6E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1FC9701C-668A-4B90-91BC-D0CE88168CC2}" type="pres">
      <dgm:prSet presAssocID="{E27E56FF-D6DC-4C66-94E2-4DDE38F04B6E}" presName="Triangle" presStyleLbl="alignNode1" presStyleIdx="1" presStyleCnt="9"/>
      <dgm:spPr/>
    </dgm:pt>
    <dgm:pt modelId="{6E6B4D27-A30B-458F-BC9E-26670631A7D0}" type="pres">
      <dgm:prSet presAssocID="{D967773F-2605-4950-9C07-5DD2A8EE3CCC}" presName="sibTrans" presStyleCnt="0"/>
      <dgm:spPr/>
    </dgm:pt>
    <dgm:pt modelId="{AA84277C-59C9-4667-AAC8-8AE71DF4A3AE}" type="pres">
      <dgm:prSet presAssocID="{D967773F-2605-4950-9C07-5DD2A8EE3CCC}" presName="space" presStyleCnt="0"/>
      <dgm:spPr/>
    </dgm:pt>
    <dgm:pt modelId="{8F93BD5B-C6C1-475C-BBBD-443625B0CFA7}" type="pres">
      <dgm:prSet presAssocID="{B553CFD0-21CF-4B26-B796-8BAD79918649}" presName="composite" presStyleCnt="0"/>
      <dgm:spPr/>
    </dgm:pt>
    <dgm:pt modelId="{220721EA-B188-423B-8DBB-5F0DE752FC10}" type="pres">
      <dgm:prSet presAssocID="{B553CFD0-21CF-4B26-B796-8BAD79918649}" presName="LShape" presStyleLbl="alignNode1" presStyleIdx="2" presStyleCnt="9"/>
      <dgm:spPr/>
    </dgm:pt>
    <dgm:pt modelId="{82522411-A5A1-451A-B5A7-7EFCFF021274}" type="pres">
      <dgm:prSet presAssocID="{B553CFD0-21CF-4B26-B796-8BAD79918649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724AFCEE-596B-4CD3-8867-AD45339FEE10}" type="pres">
      <dgm:prSet presAssocID="{B553CFD0-21CF-4B26-B796-8BAD79918649}" presName="Triangle" presStyleLbl="alignNode1" presStyleIdx="3" presStyleCnt="9"/>
      <dgm:spPr/>
    </dgm:pt>
    <dgm:pt modelId="{7C4CACD2-7CF7-4D1A-A2A0-09BE82CE0E18}" type="pres">
      <dgm:prSet presAssocID="{B0A7463D-6BF9-4FC8-B885-B1BD4B9798F6}" presName="sibTrans" presStyleCnt="0"/>
      <dgm:spPr/>
    </dgm:pt>
    <dgm:pt modelId="{4CF33ACF-D001-4A50-8F31-ED91A641E70B}" type="pres">
      <dgm:prSet presAssocID="{B0A7463D-6BF9-4FC8-B885-B1BD4B9798F6}" presName="space" presStyleCnt="0"/>
      <dgm:spPr/>
    </dgm:pt>
    <dgm:pt modelId="{A08E6A82-7719-4049-959E-9456D2BE4174}" type="pres">
      <dgm:prSet presAssocID="{DD6DCE8E-5A6E-4781-81DC-67C0CC880305}" presName="composite" presStyleCnt="0"/>
      <dgm:spPr/>
    </dgm:pt>
    <dgm:pt modelId="{69EE8394-6A84-4A16-AFBE-5FED77D3CF4C}" type="pres">
      <dgm:prSet presAssocID="{DD6DCE8E-5A6E-4781-81DC-67C0CC880305}" presName="LShape" presStyleLbl="alignNode1" presStyleIdx="4" presStyleCnt="9"/>
      <dgm:spPr/>
    </dgm:pt>
    <dgm:pt modelId="{B443E9CF-E431-463D-9676-4CF9DFCA56BB}" type="pres">
      <dgm:prSet presAssocID="{DD6DCE8E-5A6E-4781-81DC-67C0CC88030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C42FF3FC-4838-4341-9E79-F6033B926858}" type="pres">
      <dgm:prSet presAssocID="{DD6DCE8E-5A6E-4781-81DC-67C0CC880305}" presName="Triangle" presStyleLbl="alignNode1" presStyleIdx="5" presStyleCnt="9"/>
      <dgm:spPr/>
    </dgm:pt>
    <dgm:pt modelId="{7DC23F85-0106-4850-B676-530B291D2774}" type="pres">
      <dgm:prSet presAssocID="{CCC30758-4230-4930-9C78-52F976462A77}" presName="sibTrans" presStyleCnt="0"/>
      <dgm:spPr/>
    </dgm:pt>
    <dgm:pt modelId="{05F3CE05-47D5-4258-9082-F780522CB309}" type="pres">
      <dgm:prSet presAssocID="{CCC30758-4230-4930-9C78-52F976462A77}" presName="space" presStyleCnt="0"/>
      <dgm:spPr/>
    </dgm:pt>
    <dgm:pt modelId="{22FEB366-D4DE-45A9-91DD-A0E05EC89254}" type="pres">
      <dgm:prSet presAssocID="{4BD800EC-2B08-44B8-9067-4935AE8D259C}" presName="composite" presStyleCnt="0"/>
      <dgm:spPr/>
    </dgm:pt>
    <dgm:pt modelId="{BBC4048F-626C-4BAC-87AB-C10E7241FCE4}" type="pres">
      <dgm:prSet presAssocID="{4BD800EC-2B08-44B8-9067-4935AE8D259C}" presName="LShape" presStyleLbl="alignNode1" presStyleIdx="6" presStyleCnt="9"/>
      <dgm:spPr/>
    </dgm:pt>
    <dgm:pt modelId="{1237AFC4-CCD2-4FB4-B7D4-B39DC917F229}" type="pres">
      <dgm:prSet presAssocID="{4BD800EC-2B08-44B8-9067-4935AE8D259C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4FB8027F-1F51-4FE0-89E7-805F04E765BB}" type="pres">
      <dgm:prSet presAssocID="{4BD800EC-2B08-44B8-9067-4935AE8D259C}" presName="Triangle" presStyleLbl="alignNode1" presStyleIdx="7" presStyleCnt="9"/>
      <dgm:spPr/>
    </dgm:pt>
    <dgm:pt modelId="{B41F3784-038A-4095-B2F8-692BEE84C705}" type="pres">
      <dgm:prSet presAssocID="{1DFCC3A0-1FAF-443E-833D-8060FB7414CB}" presName="sibTrans" presStyleCnt="0"/>
      <dgm:spPr/>
    </dgm:pt>
    <dgm:pt modelId="{A61C9AF4-55CB-48C5-B4CD-8268E83861A6}" type="pres">
      <dgm:prSet presAssocID="{1DFCC3A0-1FAF-443E-833D-8060FB7414CB}" presName="space" presStyleCnt="0"/>
      <dgm:spPr/>
    </dgm:pt>
    <dgm:pt modelId="{BE409A52-F537-4563-87A2-7CD6C6EF6615}" type="pres">
      <dgm:prSet presAssocID="{31834E7F-790D-4A1E-AED7-5DE37A797348}" presName="composite" presStyleCnt="0"/>
      <dgm:spPr/>
    </dgm:pt>
    <dgm:pt modelId="{10CAACBE-A49C-4BFF-9C30-FB1D12BF2C5D}" type="pres">
      <dgm:prSet presAssocID="{31834E7F-790D-4A1E-AED7-5DE37A797348}" presName="LShape" presStyleLbl="alignNode1" presStyleIdx="8" presStyleCnt="9"/>
      <dgm:spPr/>
    </dgm:pt>
    <dgm:pt modelId="{94832A72-CA6E-44F6-A00B-00DCCAEECE6E}" type="pres">
      <dgm:prSet presAssocID="{31834E7F-790D-4A1E-AED7-5DE37A797348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5BC6A30C-BC3F-43E1-841E-DB6656933892}" srcId="{D90408EB-FA93-4D94-BCF7-8893F32734BD}" destId="{E27E56FF-D6DC-4C66-94E2-4DDE38F04B6E}" srcOrd="0" destOrd="0" parTransId="{F514295A-7A82-4747-958C-4AB6DA0F569E}" sibTransId="{D967773F-2605-4950-9C07-5DD2A8EE3CCC}"/>
    <dgm:cxn modelId="{511CCF1D-E1CC-418E-B3AA-E68D9DD0D65F}" type="presOf" srcId="{4BD800EC-2B08-44B8-9067-4935AE8D259C}" destId="{1237AFC4-CCD2-4FB4-B7D4-B39DC917F229}" srcOrd="0" destOrd="0" presId="urn:microsoft.com/office/officeart/2009/3/layout/StepUpProcess"/>
    <dgm:cxn modelId="{F6C03323-A90F-43AD-B5CB-1A1D491ACA7B}" srcId="{D90408EB-FA93-4D94-BCF7-8893F32734BD}" destId="{DD6DCE8E-5A6E-4781-81DC-67C0CC880305}" srcOrd="2" destOrd="0" parTransId="{24E0AB27-A1DA-4778-A1C2-5B18F439FCF0}" sibTransId="{CCC30758-4230-4930-9C78-52F976462A77}"/>
    <dgm:cxn modelId="{877BD841-622C-4284-84DC-87D1E56423FF}" type="presOf" srcId="{31834E7F-790D-4A1E-AED7-5DE37A797348}" destId="{94832A72-CA6E-44F6-A00B-00DCCAEECE6E}" srcOrd="0" destOrd="0" presId="urn:microsoft.com/office/officeart/2009/3/layout/StepUpProcess"/>
    <dgm:cxn modelId="{CD102455-CB67-4E68-9363-BFE3011E6F79}" type="presOf" srcId="{D90408EB-FA93-4D94-BCF7-8893F32734BD}" destId="{5E12D100-6820-4CED-A603-6C322199A307}" srcOrd="0" destOrd="0" presId="urn:microsoft.com/office/officeart/2009/3/layout/StepUpProcess"/>
    <dgm:cxn modelId="{22C35A56-F19C-4C42-93D1-ECBBE8A639D4}" srcId="{D90408EB-FA93-4D94-BCF7-8893F32734BD}" destId="{4BD800EC-2B08-44B8-9067-4935AE8D259C}" srcOrd="3" destOrd="0" parTransId="{50A05C07-C221-4208-8929-83FDDEB59094}" sibTransId="{1DFCC3A0-1FAF-443E-833D-8060FB7414CB}"/>
    <dgm:cxn modelId="{8233A087-728B-40BB-8F04-871D88988A0E}" srcId="{D90408EB-FA93-4D94-BCF7-8893F32734BD}" destId="{31834E7F-790D-4A1E-AED7-5DE37A797348}" srcOrd="4" destOrd="0" parTransId="{1CFE846B-38EC-490D-8C39-C74D991CA96A}" sibTransId="{3E32A0D4-AD1F-4237-A676-E06DA316F599}"/>
    <dgm:cxn modelId="{C7F4DAB7-C267-4638-BDB7-83DE0625938B}" type="presOf" srcId="{B553CFD0-21CF-4B26-B796-8BAD79918649}" destId="{82522411-A5A1-451A-B5A7-7EFCFF021274}" srcOrd="0" destOrd="0" presId="urn:microsoft.com/office/officeart/2009/3/layout/StepUpProcess"/>
    <dgm:cxn modelId="{1EBFFBD5-0B76-4BEA-9BA5-A037483C54DF}" type="presOf" srcId="{DD6DCE8E-5A6E-4781-81DC-67C0CC880305}" destId="{B443E9CF-E431-463D-9676-4CF9DFCA56BB}" srcOrd="0" destOrd="0" presId="urn:microsoft.com/office/officeart/2009/3/layout/StepUpProcess"/>
    <dgm:cxn modelId="{CEA17ADA-A5D0-4B87-A9C4-9F968A98B970}" type="presOf" srcId="{E27E56FF-D6DC-4C66-94E2-4DDE38F04B6E}" destId="{40818F4E-4BF8-465F-91FC-A78E82C4C91E}" srcOrd="0" destOrd="0" presId="urn:microsoft.com/office/officeart/2009/3/layout/StepUpProcess"/>
    <dgm:cxn modelId="{36BAB2E4-D231-479E-BD73-D9F22811EEB8}" srcId="{D90408EB-FA93-4D94-BCF7-8893F32734BD}" destId="{B553CFD0-21CF-4B26-B796-8BAD79918649}" srcOrd="1" destOrd="0" parTransId="{8946EC08-200B-4AB1-89F1-C6CC8E8A4BF1}" sibTransId="{B0A7463D-6BF9-4FC8-B885-B1BD4B9798F6}"/>
    <dgm:cxn modelId="{34635E96-5730-4E97-839B-2B32993A6629}" type="presParOf" srcId="{5E12D100-6820-4CED-A603-6C322199A307}" destId="{3B725D2A-4B51-4752-A9B8-8F2BB4D92927}" srcOrd="0" destOrd="0" presId="urn:microsoft.com/office/officeart/2009/3/layout/StepUpProcess"/>
    <dgm:cxn modelId="{66A55EC5-14A2-48B9-BDD7-E5110DC394B4}" type="presParOf" srcId="{3B725D2A-4B51-4752-A9B8-8F2BB4D92927}" destId="{CF8BC340-3AD8-4633-83D5-9C1F6608AB1E}" srcOrd="0" destOrd="0" presId="urn:microsoft.com/office/officeart/2009/3/layout/StepUpProcess"/>
    <dgm:cxn modelId="{F01AEF7A-E2EF-405E-8C94-98D086CD27D8}" type="presParOf" srcId="{3B725D2A-4B51-4752-A9B8-8F2BB4D92927}" destId="{40818F4E-4BF8-465F-91FC-A78E82C4C91E}" srcOrd="1" destOrd="0" presId="urn:microsoft.com/office/officeart/2009/3/layout/StepUpProcess"/>
    <dgm:cxn modelId="{B1EFC5A2-1A64-4FE3-A36C-D24A556FAD1E}" type="presParOf" srcId="{3B725D2A-4B51-4752-A9B8-8F2BB4D92927}" destId="{1FC9701C-668A-4B90-91BC-D0CE88168CC2}" srcOrd="2" destOrd="0" presId="urn:microsoft.com/office/officeart/2009/3/layout/StepUpProcess"/>
    <dgm:cxn modelId="{77AD0D30-4042-4E10-AD15-E3F1738A9AC0}" type="presParOf" srcId="{5E12D100-6820-4CED-A603-6C322199A307}" destId="{6E6B4D27-A30B-458F-BC9E-26670631A7D0}" srcOrd="1" destOrd="0" presId="urn:microsoft.com/office/officeart/2009/3/layout/StepUpProcess"/>
    <dgm:cxn modelId="{F698967C-CBD9-4F0B-B0F8-19B69FD22431}" type="presParOf" srcId="{6E6B4D27-A30B-458F-BC9E-26670631A7D0}" destId="{AA84277C-59C9-4667-AAC8-8AE71DF4A3AE}" srcOrd="0" destOrd="0" presId="urn:microsoft.com/office/officeart/2009/3/layout/StepUpProcess"/>
    <dgm:cxn modelId="{500D2A86-62D0-4F83-A2A5-6A4FB935C821}" type="presParOf" srcId="{5E12D100-6820-4CED-A603-6C322199A307}" destId="{8F93BD5B-C6C1-475C-BBBD-443625B0CFA7}" srcOrd="2" destOrd="0" presId="urn:microsoft.com/office/officeart/2009/3/layout/StepUpProcess"/>
    <dgm:cxn modelId="{AC62EAFF-159D-4424-A2B5-F2BAB2383E04}" type="presParOf" srcId="{8F93BD5B-C6C1-475C-BBBD-443625B0CFA7}" destId="{220721EA-B188-423B-8DBB-5F0DE752FC10}" srcOrd="0" destOrd="0" presId="urn:microsoft.com/office/officeart/2009/3/layout/StepUpProcess"/>
    <dgm:cxn modelId="{88411BF5-912A-40B6-9BD7-D7C73628BD2D}" type="presParOf" srcId="{8F93BD5B-C6C1-475C-BBBD-443625B0CFA7}" destId="{82522411-A5A1-451A-B5A7-7EFCFF021274}" srcOrd="1" destOrd="0" presId="urn:microsoft.com/office/officeart/2009/3/layout/StepUpProcess"/>
    <dgm:cxn modelId="{9384B92E-598C-45A1-90C7-70A5958D3E6E}" type="presParOf" srcId="{8F93BD5B-C6C1-475C-BBBD-443625B0CFA7}" destId="{724AFCEE-596B-4CD3-8867-AD45339FEE10}" srcOrd="2" destOrd="0" presId="urn:microsoft.com/office/officeart/2009/3/layout/StepUpProcess"/>
    <dgm:cxn modelId="{DE0FC80E-8917-4476-9DF6-15073649464D}" type="presParOf" srcId="{5E12D100-6820-4CED-A603-6C322199A307}" destId="{7C4CACD2-7CF7-4D1A-A2A0-09BE82CE0E18}" srcOrd="3" destOrd="0" presId="urn:microsoft.com/office/officeart/2009/3/layout/StepUpProcess"/>
    <dgm:cxn modelId="{2616FB36-FFFA-4699-9C6C-ABAA56403692}" type="presParOf" srcId="{7C4CACD2-7CF7-4D1A-A2A0-09BE82CE0E18}" destId="{4CF33ACF-D001-4A50-8F31-ED91A641E70B}" srcOrd="0" destOrd="0" presId="urn:microsoft.com/office/officeart/2009/3/layout/StepUpProcess"/>
    <dgm:cxn modelId="{00A880AD-51BF-4665-AEB7-99FCA4EC70E7}" type="presParOf" srcId="{5E12D100-6820-4CED-A603-6C322199A307}" destId="{A08E6A82-7719-4049-959E-9456D2BE4174}" srcOrd="4" destOrd="0" presId="urn:microsoft.com/office/officeart/2009/3/layout/StepUpProcess"/>
    <dgm:cxn modelId="{FDAB101E-17AB-4025-B9F1-31D50A37FC52}" type="presParOf" srcId="{A08E6A82-7719-4049-959E-9456D2BE4174}" destId="{69EE8394-6A84-4A16-AFBE-5FED77D3CF4C}" srcOrd="0" destOrd="0" presId="urn:microsoft.com/office/officeart/2009/3/layout/StepUpProcess"/>
    <dgm:cxn modelId="{8CC46393-8BF7-4158-B928-4ABDB12B7A79}" type="presParOf" srcId="{A08E6A82-7719-4049-959E-9456D2BE4174}" destId="{B443E9CF-E431-463D-9676-4CF9DFCA56BB}" srcOrd="1" destOrd="0" presId="urn:microsoft.com/office/officeart/2009/3/layout/StepUpProcess"/>
    <dgm:cxn modelId="{C10F53BF-CEA7-42CA-BF6F-4114ABA5E9FB}" type="presParOf" srcId="{A08E6A82-7719-4049-959E-9456D2BE4174}" destId="{C42FF3FC-4838-4341-9E79-F6033B926858}" srcOrd="2" destOrd="0" presId="urn:microsoft.com/office/officeart/2009/3/layout/StepUpProcess"/>
    <dgm:cxn modelId="{FCF3BF3B-5A1B-4FEB-8E44-C7B2E1EDE02C}" type="presParOf" srcId="{5E12D100-6820-4CED-A603-6C322199A307}" destId="{7DC23F85-0106-4850-B676-530B291D2774}" srcOrd="5" destOrd="0" presId="urn:microsoft.com/office/officeart/2009/3/layout/StepUpProcess"/>
    <dgm:cxn modelId="{5903A100-EAFD-4DA8-818A-7632FFE58787}" type="presParOf" srcId="{7DC23F85-0106-4850-B676-530B291D2774}" destId="{05F3CE05-47D5-4258-9082-F780522CB309}" srcOrd="0" destOrd="0" presId="urn:microsoft.com/office/officeart/2009/3/layout/StepUpProcess"/>
    <dgm:cxn modelId="{044DC013-0962-46AC-B593-FFD59AE55021}" type="presParOf" srcId="{5E12D100-6820-4CED-A603-6C322199A307}" destId="{22FEB366-D4DE-45A9-91DD-A0E05EC89254}" srcOrd="6" destOrd="0" presId="urn:microsoft.com/office/officeart/2009/3/layout/StepUpProcess"/>
    <dgm:cxn modelId="{2B6193C7-AC6B-41BF-8D07-02A587995EA9}" type="presParOf" srcId="{22FEB366-D4DE-45A9-91DD-A0E05EC89254}" destId="{BBC4048F-626C-4BAC-87AB-C10E7241FCE4}" srcOrd="0" destOrd="0" presId="urn:microsoft.com/office/officeart/2009/3/layout/StepUpProcess"/>
    <dgm:cxn modelId="{9CE38269-D96D-458A-8F43-00F8747CB579}" type="presParOf" srcId="{22FEB366-D4DE-45A9-91DD-A0E05EC89254}" destId="{1237AFC4-CCD2-4FB4-B7D4-B39DC917F229}" srcOrd="1" destOrd="0" presId="urn:microsoft.com/office/officeart/2009/3/layout/StepUpProcess"/>
    <dgm:cxn modelId="{99FD845E-972E-4042-8F07-E5E8256BED85}" type="presParOf" srcId="{22FEB366-D4DE-45A9-91DD-A0E05EC89254}" destId="{4FB8027F-1F51-4FE0-89E7-805F04E765BB}" srcOrd="2" destOrd="0" presId="urn:microsoft.com/office/officeart/2009/3/layout/StepUpProcess"/>
    <dgm:cxn modelId="{F30973A9-F3BE-4FA0-A544-DA0B2CC0A9E1}" type="presParOf" srcId="{5E12D100-6820-4CED-A603-6C322199A307}" destId="{B41F3784-038A-4095-B2F8-692BEE84C705}" srcOrd="7" destOrd="0" presId="urn:microsoft.com/office/officeart/2009/3/layout/StepUpProcess"/>
    <dgm:cxn modelId="{9EF3AB28-164A-434A-98D7-62DD37C394A5}" type="presParOf" srcId="{B41F3784-038A-4095-B2F8-692BEE84C705}" destId="{A61C9AF4-55CB-48C5-B4CD-8268E83861A6}" srcOrd="0" destOrd="0" presId="urn:microsoft.com/office/officeart/2009/3/layout/StepUpProcess"/>
    <dgm:cxn modelId="{BADCB4C9-9FDA-4987-8487-7004887D5C61}" type="presParOf" srcId="{5E12D100-6820-4CED-A603-6C322199A307}" destId="{BE409A52-F537-4563-87A2-7CD6C6EF6615}" srcOrd="8" destOrd="0" presId="urn:microsoft.com/office/officeart/2009/3/layout/StepUpProcess"/>
    <dgm:cxn modelId="{6350BA2B-1076-4A74-9F9A-52C78F401346}" type="presParOf" srcId="{BE409A52-F537-4563-87A2-7CD6C6EF6615}" destId="{10CAACBE-A49C-4BFF-9C30-FB1D12BF2C5D}" srcOrd="0" destOrd="0" presId="urn:microsoft.com/office/officeart/2009/3/layout/StepUpProcess"/>
    <dgm:cxn modelId="{D77CB925-0D78-4191-ABD2-9F334B1030B6}" type="presParOf" srcId="{BE409A52-F537-4563-87A2-7CD6C6EF6615}" destId="{94832A72-CA6E-44F6-A00B-00DCCAEECE6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0A44DF-DBFD-4EE9-A25B-D605A6A5CBE7}" type="doc">
      <dgm:prSet loTypeId="urn:microsoft.com/office/officeart/2005/8/layout/hProcess9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D531030-F06E-4695-B10A-4699B470B29D}">
      <dgm:prSet phldrT="[Texto]"/>
      <dgm:spPr/>
      <dgm:t>
        <a:bodyPr/>
        <a:lstStyle/>
        <a:p>
          <a:r>
            <a:rPr lang="es-ES" dirty="0"/>
            <a:t>Definición de criterios</a:t>
          </a:r>
        </a:p>
      </dgm:t>
    </dgm:pt>
    <dgm:pt modelId="{A645B5F8-D80B-4F8E-BA49-C53B3540E13D}" type="parTrans" cxnId="{982BCF8E-22C1-4DB8-89E3-BD0FA2D8A68D}">
      <dgm:prSet/>
      <dgm:spPr/>
      <dgm:t>
        <a:bodyPr/>
        <a:lstStyle/>
        <a:p>
          <a:endParaRPr lang="es-ES"/>
        </a:p>
      </dgm:t>
    </dgm:pt>
    <dgm:pt modelId="{DE0248FA-7F42-4D29-9529-79368DBDE742}" type="sibTrans" cxnId="{982BCF8E-22C1-4DB8-89E3-BD0FA2D8A68D}">
      <dgm:prSet/>
      <dgm:spPr/>
      <dgm:t>
        <a:bodyPr/>
        <a:lstStyle/>
        <a:p>
          <a:endParaRPr lang="es-ES"/>
        </a:p>
      </dgm:t>
    </dgm:pt>
    <dgm:pt modelId="{2DE505BF-08D3-4224-B167-2386B6DBB07A}">
      <dgm:prSet/>
      <dgm:spPr/>
      <dgm:t>
        <a:bodyPr/>
        <a:lstStyle/>
        <a:p>
          <a:r>
            <a:rPr lang="es-ES"/>
            <a:t>Establecimiento de umbrales o límites de aceptación</a:t>
          </a:r>
          <a:endParaRPr lang="es-ES" dirty="0"/>
        </a:p>
      </dgm:t>
    </dgm:pt>
    <dgm:pt modelId="{B24A3BCA-07F9-478B-87FE-30CE51ECAD5E}" type="parTrans" cxnId="{4FA92E47-4C68-4A3B-80AB-C30DA789A1C0}">
      <dgm:prSet/>
      <dgm:spPr/>
      <dgm:t>
        <a:bodyPr/>
        <a:lstStyle/>
        <a:p>
          <a:endParaRPr lang="es-ES"/>
        </a:p>
      </dgm:t>
    </dgm:pt>
    <dgm:pt modelId="{1627B517-3596-4B02-BFF6-77BB8591F9B7}" type="sibTrans" cxnId="{4FA92E47-4C68-4A3B-80AB-C30DA789A1C0}">
      <dgm:prSet/>
      <dgm:spPr/>
      <dgm:t>
        <a:bodyPr/>
        <a:lstStyle/>
        <a:p>
          <a:endParaRPr lang="es-ES"/>
        </a:p>
      </dgm:t>
    </dgm:pt>
    <dgm:pt modelId="{DEA97E46-A57B-4216-899D-77708554407A}">
      <dgm:prSet/>
      <dgm:spPr/>
      <dgm:t>
        <a:bodyPr/>
        <a:lstStyle/>
        <a:p>
          <a:r>
            <a:rPr lang="es-ES"/>
            <a:t>Categorización de los riesgos</a:t>
          </a:r>
          <a:endParaRPr lang="es-ES" dirty="0"/>
        </a:p>
      </dgm:t>
    </dgm:pt>
    <dgm:pt modelId="{268A1977-8B2D-4C85-BF0E-CA436BFAD726}" type="parTrans" cxnId="{FD4B569F-A387-400D-B9F7-E1982470CFD8}">
      <dgm:prSet/>
      <dgm:spPr/>
      <dgm:t>
        <a:bodyPr/>
        <a:lstStyle/>
        <a:p>
          <a:endParaRPr lang="es-ES"/>
        </a:p>
      </dgm:t>
    </dgm:pt>
    <dgm:pt modelId="{A95B3089-9B41-43B2-89E3-A9CC8F9E8BE9}" type="sibTrans" cxnId="{FD4B569F-A387-400D-B9F7-E1982470CFD8}">
      <dgm:prSet/>
      <dgm:spPr/>
      <dgm:t>
        <a:bodyPr/>
        <a:lstStyle/>
        <a:p>
          <a:endParaRPr lang="es-ES"/>
        </a:p>
      </dgm:t>
    </dgm:pt>
    <dgm:pt modelId="{CC3C9185-CE89-460B-8F2C-10E8F44340FB}">
      <dgm:prSet/>
      <dgm:spPr/>
      <dgm:t>
        <a:bodyPr/>
        <a:lstStyle/>
        <a:p>
          <a:r>
            <a:rPr lang="es-ES"/>
            <a:t>Decisiones de aceptación o mitigación</a:t>
          </a:r>
          <a:endParaRPr lang="es-ES" dirty="0"/>
        </a:p>
      </dgm:t>
    </dgm:pt>
    <dgm:pt modelId="{9BDABE45-23D7-42A3-8797-69B81601E64C}" type="parTrans" cxnId="{6EEBAE27-ED4A-44F4-A53C-5748F4D2E7C8}">
      <dgm:prSet/>
      <dgm:spPr/>
      <dgm:t>
        <a:bodyPr/>
        <a:lstStyle/>
        <a:p>
          <a:endParaRPr lang="es-ES"/>
        </a:p>
      </dgm:t>
    </dgm:pt>
    <dgm:pt modelId="{F1E372AA-21CF-4CAA-9AE2-6D2039474290}" type="sibTrans" cxnId="{6EEBAE27-ED4A-44F4-A53C-5748F4D2E7C8}">
      <dgm:prSet/>
      <dgm:spPr/>
      <dgm:t>
        <a:bodyPr/>
        <a:lstStyle/>
        <a:p>
          <a:endParaRPr lang="es-ES"/>
        </a:p>
      </dgm:t>
    </dgm:pt>
    <dgm:pt modelId="{951380AB-F93C-4EA2-8D4D-13639137E1F0}">
      <dgm:prSet/>
      <dgm:spPr/>
      <dgm:t>
        <a:bodyPr/>
        <a:lstStyle/>
        <a:p>
          <a:r>
            <a:rPr lang="es-ES"/>
            <a:t>Documentación y revisión</a:t>
          </a:r>
          <a:endParaRPr lang="es-ES" dirty="0"/>
        </a:p>
      </dgm:t>
    </dgm:pt>
    <dgm:pt modelId="{0185E28B-59EF-43ED-8029-B131812C8FFB}" type="parTrans" cxnId="{C9208AC3-025D-426C-98DB-E1BC4BA17AEB}">
      <dgm:prSet/>
      <dgm:spPr/>
      <dgm:t>
        <a:bodyPr/>
        <a:lstStyle/>
        <a:p>
          <a:endParaRPr lang="es-ES"/>
        </a:p>
      </dgm:t>
    </dgm:pt>
    <dgm:pt modelId="{BDA66839-A67A-4A32-BD6F-89CA2044E554}" type="sibTrans" cxnId="{C9208AC3-025D-426C-98DB-E1BC4BA17AEB}">
      <dgm:prSet/>
      <dgm:spPr/>
      <dgm:t>
        <a:bodyPr/>
        <a:lstStyle/>
        <a:p>
          <a:endParaRPr lang="es-ES"/>
        </a:p>
      </dgm:t>
    </dgm:pt>
    <dgm:pt modelId="{F058DC3B-3935-4D81-B2C4-C74556237236}" type="pres">
      <dgm:prSet presAssocID="{F10A44DF-DBFD-4EE9-A25B-D605A6A5CBE7}" presName="CompostProcess" presStyleCnt="0">
        <dgm:presLayoutVars>
          <dgm:dir/>
          <dgm:resizeHandles val="exact"/>
        </dgm:presLayoutVars>
      </dgm:prSet>
      <dgm:spPr/>
    </dgm:pt>
    <dgm:pt modelId="{3C76C34A-CB9C-4DF3-93E5-257077FACE3D}" type="pres">
      <dgm:prSet presAssocID="{F10A44DF-DBFD-4EE9-A25B-D605A6A5CBE7}" presName="arrow" presStyleLbl="bgShp" presStyleIdx="0" presStyleCnt="1"/>
      <dgm:spPr/>
    </dgm:pt>
    <dgm:pt modelId="{6E96F61A-A0FC-43E0-82EA-3A4FB9187602}" type="pres">
      <dgm:prSet presAssocID="{F10A44DF-DBFD-4EE9-A25B-D605A6A5CBE7}" presName="linearProcess" presStyleCnt="0"/>
      <dgm:spPr/>
    </dgm:pt>
    <dgm:pt modelId="{C57661BD-436D-4452-A89E-3360DF0FFEEA}" type="pres">
      <dgm:prSet presAssocID="{2D531030-F06E-4695-B10A-4699B470B29D}" presName="textNode" presStyleLbl="node1" presStyleIdx="0" presStyleCnt="5">
        <dgm:presLayoutVars>
          <dgm:bulletEnabled val="1"/>
        </dgm:presLayoutVars>
      </dgm:prSet>
      <dgm:spPr/>
    </dgm:pt>
    <dgm:pt modelId="{57BFA6DE-14D4-495E-AD33-A1E24271DB10}" type="pres">
      <dgm:prSet presAssocID="{DE0248FA-7F42-4D29-9529-79368DBDE742}" presName="sibTrans" presStyleCnt="0"/>
      <dgm:spPr/>
    </dgm:pt>
    <dgm:pt modelId="{93FCC729-7F5C-4807-8EF3-64B87DF18C91}" type="pres">
      <dgm:prSet presAssocID="{2DE505BF-08D3-4224-B167-2386B6DBB07A}" presName="textNode" presStyleLbl="node1" presStyleIdx="1" presStyleCnt="5">
        <dgm:presLayoutVars>
          <dgm:bulletEnabled val="1"/>
        </dgm:presLayoutVars>
      </dgm:prSet>
      <dgm:spPr/>
    </dgm:pt>
    <dgm:pt modelId="{DCA3FE2F-9439-49EE-994A-E6600E64B281}" type="pres">
      <dgm:prSet presAssocID="{1627B517-3596-4B02-BFF6-77BB8591F9B7}" presName="sibTrans" presStyleCnt="0"/>
      <dgm:spPr/>
    </dgm:pt>
    <dgm:pt modelId="{6EAEF19A-8094-4D4B-ABEE-9996B3DB7CEB}" type="pres">
      <dgm:prSet presAssocID="{DEA97E46-A57B-4216-899D-77708554407A}" presName="textNode" presStyleLbl="node1" presStyleIdx="2" presStyleCnt="5">
        <dgm:presLayoutVars>
          <dgm:bulletEnabled val="1"/>
        </dgm:presLayoutVars>
      </dgm:prSet>
      <dgm:spPr/>
    </dgm:pt>
    <dgm:pt modelId="{E47896DA-0513-417A-86AF-55DC40D5234A}" type="pres">
      <dgm:prSet presAssocID="{A95B3089-9B41-43B2-89E3-A9CC8F9E8BE9}" presName="sibTrans" presStyleCnt="0"/>
      <dgm:spPr/>
    </dgm:pt>
    <dgm:pt modelId="{5167DFBD-7D3E-41EF-87C3-683D40FB8157}" type="pres">
      <dgm:prSet presAssocID="{CC3C9185-CE89-460B-8F2C-10E8F44340FB}" presName="textNode" presStyleLbl="node1" presStyleIdx="3" presStyleCnt="5">
        <dgm:presLayoutVars>
          <dgm:bulletEnabled val="1"/>
        </dgm:presLayoutVars>
      </dgm:prSet>
      <dgm:spPr/>
    </dgm:pt>
    <dgm:pt modelId="{CF448914-16CB-4DBB-A953-8E86F9DC69D4}" type="pres">
      <dgm:prSet presAssocID="{F1E372AA-21CF-4CAA-9AE2-6D2039474290}" presName="sibTrans" presStyleCnt="0"/>
      <dgm:spPr/>
    </dgm:pt>
    <dgm:pt modelId="{89FA28B1-78AE-47A5-8BAD-2819E4C65538}" type="pres">
      <dgm:prSet presAssocID="{951380AB-F93C-4EA2-8D4D-13639137E1F0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C64C7508-492F-4AA7-9EE3-71E7E7303165}" type="presOf" srcId="{DEA97E46-A57B-4216-899D-77708554407A}" destId="{6EAEF19A-8094-4D4B-ABEE-9996B3DB7CEB}" srcOrd="0" destOrd="0" presId="urn:microsoft.com/office/officeart/2005/8/layout/hProcess9"/>
    <dgm:cxn modelId="{F7E3B425-C3DE-4ED1-904A-BE476F439F90}" type="presOf" srcId="{2D531030-F06E-4695-B10A-4699B470B29D}" destId="{C57661BD-436D-4452-A89E-3360DF0FFEEA}" srcOrd="0" destOrd="0" presId="urn:microsoft.com/office/officeart/2005/8/layout/hProcess9"/>
    <dgm:cxn modelId="{6EEBAE27-ED4A-44F4-A53C-5748F4D2E7C8}" srcId="{F10A44DF-DBFD-4EE9-A25B-D605A6A5CBE7}" destId="{CC3C9185-CE89-460B-8F2C-10E8F44340FB}" srcOrd="3" destOrd="0" parTransId="{9BDABE45-23D7-42A3-8797-69B81601E64C}" sibTransId="{F1E372AA-21CF-4CAA-9AE2-6D2039474290}"/>
    <dgm:cxn modelId="{4FA92E47-4C68-4A3B-80AB-C30DA789A1C0}" srcId="{F10A44DF-DBFD-4EE9-A25B-D605A6A5CBE7}" destId="{2DE505BF-08D3-4224-B167-2386B6DBB07A}" srcOrd="1" destOrd="0" parTransId="{B24A3BCA-07F9-478B-87FE-30CE51ECAD5E}" sibTransId="{1627B517-3596-4B02-BFF6-77BB8591F9B7}"/>
    <dgm:cxn modelId="{F8CAD788-2DC1-42D2-9E9A-3E5297F30D16}" type="presOf" srcId="{F10A44DF-DBFD-4EE9-A25B-D605A6A5CBE7}" destId="{F058DC3B-3935-4D81-B2C4-C74556237236}" srcOrd="0" destOrd="0" presId="urn:microsoft.com/office/officeart/2005/8/layout/hProcess9"/>
    <dgm:cxn modelId="{982BCF8E-22C1-4DB8-89E3-BD0FA2D8A68D}" srcId="{F10A44DF-DBFD-4EE9-A25B-D605A6A5CBE7}" destId="{2D531030-F06E-4695-B10A-4699B470B29D}" srcOrd="0" destOrd="0" parTransId="{A645B5F8-D80B-4F8E-BA49-C53B3540E13D}" sibTransId="{DE0248FA-7F42-4D29-9529-79368DBDE742}"/>
    <dgm:cxn modelId="{FD4B569F-A387-400D-B9F7-E1982470CFD8}" srcId="{F10A44DF-DBFD-4EE9-A25B-D605A6A5CBE7}" destId="{DEA97E46-A57B-4216-899D-77708554407A}" srcOrd="2" destOrd="0" parTransId="{268A1977-8B2D-4C85-BF0E-CA436BFAD726}" sibTransId="{A95B3089-9B41-43B2-89E3-A9CC8F9E8BE9}"/>
    <dgm:cxn modelId="{1760B1A7-C756-4B96-BD33-E0E28672DB96}" type="presOf" srcId="{2DE505BF-08D3-4224-B167-2386B6DBB07A}" destId="{93FCC729-7F5C-4807-8EF3-64B87DF18C91}" srcOrd="0" destOrd="0" presId="urn:microsoft.com/office/officeart/2005/8/layout/hProcess9"/>
    <dgm:cxn modelId="{C9208AC3-025D-426C-98DB-E1BC4BA17AEB}" srcId="{F10A44DF-DBFD-4EE9-A25B-D605A6A5CBE7}" destId="{951380AB-F93C-4EA2-8D4D-13639137E1F0}" srcOrd="4" destOrd="0" parTransId="{0185E28B-59EF-43ED-8029-B131812C8FFB}" sibTransId="{BDA66839-A67A-4A32-BD6F-89CA2044E554}"/>
    <dgm:cxn modelId="{95951DCF-08DD-44EC-966C-6BDA46DCE277}" type="presOf" srcId="{951380AB-F93C-4EA2-8D4D-13639137E1F0}" destId="{89FA28B1-78AE-47A5-8BAD-2819E4C65538}" srcOrd="0" destOrd="0" presId="urn:microsoft.com/office/officeart/2005/8/layout/hProcess9"/>
    <dgm:cxn modelId="{26CEEFE5-E1E0-457D-8AC5-E404DC6D5437}" type="presOf" srcId="{CC3C9185-CE89-460B-8F2C-10E8F44340FB}" destId="{5167DFBD-7D3E-41EF-87C3-683D40FB8157}" srcOrd="0" destOrd="0" presId="urn:microsoft.com/office/officeart/2005/8/layout/hProcess9"/>
    <dgm:cxn modelId="{93895414-7041-4ACD-A502-F771947B742A}" type="presParOf" srcId="{F058DC3B-3935-4D81-B2C4-C74556237236}" destId="{3C76C34A-CB9C-4DF3-93E5-257077FACE3D}" srcOrd="0" destOrd="0" presId="urn:microsoft.com/office/officeart/2005/8/layout/hProcess9"/>
    <dgm:cxn modelId="{B659617A-97A4-4068-89D5-797911CA7730}" type="presParOf" srcId="{F058DC3B-3935-4D81-B2C4-C74556237236}" destId="{6E96F61A-A0FC-43E0-82EA-3A4FB9187602}" srcOrd="1" destOrd="0" presId="urn:microsoft.com/office/officeart/2005/8/layout/hProcess9"/>
    <dgm:cxn modelId="{99941CE9-E4A6-4812-9B05-4DE4FCEE6550}" type="presParOf" srcId="{6E96F61A-A0FC-43E0-82EA-3A4FB9187602}" destId="{C57661BD-436D-4452-A89E-3360DF0FFEEA}" srcOrd="0" destOrd="0" presId="urn:microsoft.com/office/officeart/2005/8/layout/hProcess9"/>
    <dgm:cxn modelId="{4B1FFA28-8BFA-43E6-8BEE-B7F18FB5A64E}" type="presParOf" srcId="{6E96F61A-A0FC-43E0-82EA-3A4FB9187602}" destId="{57BFA6DE-14D4-495E-AD33-A1E24271DB10}" srcOrd="1" destOrd="0" presId="urn:microsoft.com/office/officeart/2005/8/layout/hProcess9"/>
    <dgm:cxn modelId="{324FF70E-CCF2-4FEC-985D-989F6091BACE}" type="presParOf" srcId="{6E96F61A-A0FC-43E0-82EA-3A4FB9187602}" destId="{93FCC729-7F5C-4807-8EF3-64B87DF18C91}" srcOrd="2" destOrd="0" presId="urn:microsoft.com/office/officeart/2005/8/layout/hProcess9"/>
    <dgm:cxn modelId="{1C94CD8C-F6E0-46B1-8D98-15914DA3B874}" type="presParOf" srcId="{6E96F61A-A0FC-43E0-82EA-3A4FB9187602}" destId="{DCA3FE2F-9439-49EE-994A-E6600E64B281}" srcOrd="3" destOrd="0" presId="urn:microsoft.com/office/officeart/2005/8/layout/hProcess9"/>
    <dgm:cxn modelId="{B816ECC6-7557-4C1F-AD98-2259EA59081A}" type="presParOf" srcId="{6E96F61A-A0FC-43E0-82EA-3A4FB9187602}" destId="{6EAEF19A-8094-4D4B-ABEE-9996B3DB7CEB}" srcOrd="4" destOrd="0" presId="urn:microsoft.com/office/officeart/2005/8/layout/hProcess9"/>
    <dgm:cxn modelId="{5F770FE0-10E2-4AFC-A1DE-C520602D41E9}" type="presParOf" srcId="{6E96F61A-A0FC-43E0-82EA-3A4FB9187602}" destId="{E47896DA-0513-417A-86AF-55DC40D5234A}" srcOrd="5" destOrd="0" presId="urn:microsoft.com/office/officeart/2005/8/layout/hProcess9"/>
    <dgm:cxn modelId="{C39DC36F-9272-45A6-B4DE-74F08086F5CB}" type="presParOf" srcId="{6E96F61A-A0FC-43E0-82EA-3A4FB9187602}" destId="{5167DFBD-7D3E-41EF-87C3-683D40FB8157}" srcOrd="6" destOrd="0" presId="urn:microsoft.com/office/officeart/2005/8/layout/hProcess9"/>
    <dgm:cxn modelId="{D6A9AE86-68CA-4CAE-B0D0-1C471165C0C2}" type="presParOf" srcId="{6E96F61A-A0FC-43E0-82EA-3A4FB9187602}" destId="{CF448914-16CB-4DBB-A953-8E86F9DC69D4}" srcOrd="7" destOrd="0" presId="urn:microsoft.com/office/officeart/2005/8/layout/hProcess9"/>
    <dgm:cxn modelId="{86144BFB-23E7-4B7A-89D2-F227B83A0DA6}" type="presParOf" srcId="{6E96F61A-A0FC-43E0-82EA-3A4FB9187602}" destId="{89FA28B1-78AE-47A5-8BAD-2819E4C65538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C87A5-B7B5-48CA-B4C5-9A5191904963}">
      <dsp:nvSpPr>
        <dsp:cNvPr id="0" name=""/>
        <dsp:cNvSpPr/>
      </dsp:nvSpPr>
      <dsp:spPr>
        <a:xfrm>
          <a:off x="0" y="532496"/>
          <a:ext cx="2566254" cy="1539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kern="1200" dirty="0"/>
            <a:t>inspección física del sistema</a:t>
          </a:r>
        </a:p>
      </dsp:txBody>
      <dsp:txXfrm>
        <a:off x="0" y="532496"/>
        <a:ext cx="2566254" cy="1539752"/>
      </dsp:txXfrm>
    </dsp:sp>
    <dsp:sp modelId="{BFC2FBA9-3482-45FC-8F0D-FCEF253A9496}">
      <dsp:nvSpPr>
        <dsp:cNvPr id="0" name=""/>
        <dsp:cNvSpPr/>
      </dsp:nvSpPr>
      <dsp:spPr>
        <a:xfrm>
          <a:off x="2822880" y="532496"/>
          <a:ext cx="2566254" cy="1539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revisión de configuraciones de seguridad</a:t>
          </a:r>
          <a:endParaRPr lang="es-ES" sz="2400" kern="1200" dirty="0"/>
        </a:p>
      </dsp:txBody>
      <dsp:txXfrm>
        <a:off x="2822880" y="532496"/>
        <a:ext cx="2566254" cy="1539752"/>
      </dsp:txXfrm>
    </dsp:sp>
    <dsp:sp modelId="{B5EED98E-207F-484D-BC70-CCE9EC9F8D90}">
      <dsp:nvSpPr>
        <dsp:cNvPr id="0" name=""/>
        <dsp:cNvSpPr/>
      </dsp:nvSpPr>
      <dsp:spPr>
        <a:xfrm>
          <a:off x="5645760" y="532496"/>
          <a:ext cx="2566254" cy="1539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análisis de sistemas operativos y aplicaciones</a:t>
          </a:r>
          <a:endParaRPr lang="es-ES" sz="2400" kern="1200" dirty="0"/>
        </a:p>
      </dsp:txBody>
      <dsp:txXfrm>
        <a:off x="5645760" y="532496"/>
        <a:ext cx="2566254" cy="1539752"/>
      </dsp:txXfrm>
    </dsp:sp>
    <dsp:sp modelId="{D0DDFCAD-23F8-4C99-8A96-A54C469F0740}">
      <dsp:nvSpPr>
        <dsp:cNvPr id="0" name=""/>
        <dsp:cNvSpPr/>
      </dsp:nvSpPr>
      <dsp:spPr>
        <a:xfrm>
          <a:off x="0" y="2328874"/>
          <a:ext cx="2566254" cy="1539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búsqueda de puntos de acceso no autorizados</a:t>
          </a:r>
          <a:endParaRPr lang="es-ES" sz="2400" kern="1200" dirty="0"/>
        </a:p>
      </dsp:txBody>
      <dsp:txXfrm>
        <a:off x="0" y="2328874"/>
        <a:ext cx="2566254" cy="1539752"/>
      </dsp:txXfrm>
    </dsp:sp>
    <dsp:sp modelId="{68716AAD-312A-4F3E-8ACD-8F5F9C9DF2A9}">
      <dsp:nvSpPr>
        <dsp:cNvPr id="0" name=""/>
        <dsp:cNvSpPr/>
      </dsp:nvSpPr>
      <dsp:spPr>
        <a:xfrm>
          <a:off x="2822880" y="2328874"/>
          <a:ext cx="2566254" cy="1539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Realización de pruebas de resistencia físicas y lógicas</a:t>
          </a:r>
          <a:endParaRPr lang="es-ES" sz="2400" kern="1200" dirty="0"/>
        </a:p>
      </dsp:txBody>
      <dsp:txXfrm>
        <a:off x="2822880" y="2328874"/>
        <a:ext cx="2566254" cy="1539752"/>
      </dsp:txXfrm>
    </dsp:sp>
    <dsp:sp modelId="{B0709F1F-2FB0-44F4-9550-62514D67281F}">
      <dsp:nvSpPr>
        <dsp:cNvPr id="0" name=""/>
        <dsp:cNvSpPr/>
      </dsp:nvSpPr>
      <dsp:spPr>
        <a:xfrm>
          <a:off x="5645760" y="2328874"/>
          <a:ext cx="2566254" cy="1539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documentar detalladamente el proceso</a:t>
          </a:r>
          <a:endParaRPr lang="es-ES" sz="2400" kern="1200" dirty="0"/>
        </a:p>
      </dsp:txBody>
      <dsp:txXfrm>
        <a:off x="5645760" y="2328874"/>
        <a:ext cx="2566254" cy="1539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BC340-3AD8-4633-83D5-9C1F6608AB1E}">
      <dsp:nvSpPr>
        <dsp:cNvPr id="0" name=""/>
        <dsp:cNvSpPr/>
      </dsp:nvSpPr>
      <dsp:spPr>
        <a:xfrm rot="5400000">
          <a:off x="318699" y="2468718"/>
          <a:ext cx="944271" cy="157124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18F4E-4BF8-465F-91FC-A78E82C4C91E}">
      <dsp:nvSpPr>
        <dsp:cNvPr id="0" name=""/>
        <dsp:cNvSpPr/>
      </dsp:nvSpPr>
      <dsp:spPr>
        <a:xfrm>
          <a:off x="161077" y="2938182"/>
          <a:ext cx="1418529" cy="1243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Vulnerabilidad detectada</a:t>
          </a:r>
        </a:p>
      </dsp:txBody>
      <dsp:txXfrm>
        <a:off x="161077" y="2938182"/>
        <a:ext cx="1418529" cy="1243424"/>
      </dsp:txXfrm>
    </dsp:sp>
    <dsp:sp modelId="{1FC9701C-668A-4B90-91BC-D0CE88168CC2}">
      <dsp:nvSpPr>
        <dsp:cNvPr id="0" name=""/>
        <dsp:cNvSpPr/>
      </dsp:nvSpPr>
      <dsp:spPr>
        <a:xfrm>
          <a:off x="1311960" y="2353041"/>
          <a:ext cx="267647" cy="26764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721EA-B188-423B-8DBB-5F0DE752FC10}">
      <dsp:nvSpPr>
        <dsp:cNvPr id="0" name=""/>
        <dsp:cNvSpPr/>
      </dsp:nvSpPr>
      <dsp:spPr>
        <a:xfrm rot="5400000">
          <a:off x="2055257" y="2039005"/>
          <a:ext cx="944271" cy="157124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22411-A5A1-451A-B5A7-7EFCFF021274}">
      <dsp:nvSpPr>
        <dsp:cNvPr id="0" name=""/>
        <dsp:cNvSpPr/>
      </dsp:nvSpPr>
      <dsp:spPr>
        <a:xfrm>
          <a:off x="1897635" y="2508469"/>
          <a:ext cx="1418529" cy="1243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Activo</a:t>
          </a:r>
          <a:endParaRPr lang="es-ES" sz="1700" kern="1200" dirty="0"/>
        </a:p>
      </dsp:txBody>
      <dsp:txXfrm>
        <a:off x="1897635" y="2508469"/>
        <a:ext cx="1418529" cy="1243424"/>
      </dsp:txXfrm>
    </dsp:sp>
    <dsp:sp modelId="{724AFCEE-596B-4CD3-8867-AD45339FEE10}">
      <dsp:nvSpPr>
        <dsp:cNvPr id="0" name=""/>
        <dsp:cNvSpPr/>
      </dsp:nvSpPr>
      <dsp:spPr>
        <a:xfrm>
          <a:off x="3048517" y="1923328"/>
          <a:ext cx="267647" cy="26764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E8394-6A84-4A16-AFBE-5FED77D3CF4C}">
      <dsp:nvSpPr>
        <dsp:cNvPr id="0" name=""/>
        <dsp:cNvSpPr/>
      </dsp:nvSpPr>
      <dsp:spPr>
        <a:xfrm rot="5400000">
          <a:off x="3791814" y="1609292"/>
          <a:ext cx="944271" cy="157124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3E9CF-E431-463D-9676-4CF9DFCA56BB}">
      <dsp:nvSpPr>
        <dsp:cNvPr id="0" name=""/>
        <dsp:cNvSpPr/>
      </dsp:nvSpPr>
      <dsp:spPr>
        <a:xfrm>
          <a:off x="3634192" y="2078756"/>
          <a:ext cx="1418529" cy="1243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Amenaza</a:t>
          </a:r>
          <a:endParaRPr lang="es-ES" sz="1700" kern="1200" dirty="0"/>
        </a:p>
      </dsp:txBody>
      <dsp:txXfrm>
        <a:off x="3634192" y="2078756"/>
        <a:ext cx="1418529" cy="1243424"/>
      </dsp:txXfrm>
    </dsp:sp>
    <dsp:sp modelId="{C42FF3FC-4838-4341-9E79-F6033B926858}">
      <dsp:nvSpPr>
        <dsp:cNvPr id="0" name=""/>
        <dsp:cNvSpPr/>
      </dsp:nvSpPr>
      <dsp:spPr>
        <a:xfrm>
          <a:off x="4785075" y="1493615"/>
          <a:ext cx="267647" cy="26764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4048F-626C-4BAC-87AB-C10E7241FCE4}">
      <dsp:nvSpPr>
        <dsp:cNvPr id="0" name=""/>
        <dsp:cNvSpPr/>
      </dsp:nvSpPr>
      <dsp:spPr>
        <a:xfrm rot="5400000">
          <a:off x="5528372" y="1179579"/>
          <a:ext cx="944271" cy="157124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7AFC4-CCD2-4FB4-B7D4-B39DC917F229}">
      <dsp:nvSpPr>
        <dsp:cNvPr id="0" name=""/>
        <dsp:cNvSpPr/>
      </dsp:nvSpPr>
      <dsp:spPr>
        <a:xfrm>
          <a:off x="5370750" y="1649043"/>
          <a:ext cx="1418529" cy="1243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Medidas de seguridad actuales</a:t>
          </a:r>
          <a:endParaRPr lang="es-ES" sz="1700" kern="1200" dirty="0"/>
        </a:p>
      </dsp:txBody>
      <dsp:txXfrm>
        <a:off x="5370750" y="1649043"/>
        <a:ext cx="1418529" cy="1243424"/>
      </dsp:txXfrm>
    </dsp:sp>
    <dsp:sp modelId="{4FB8027F-1F51-4FE0-89E7-805F04E765BB}">
      <dsp:nvSpPr>
        <dsp:cNvPr id="0" name=""/>
        <dsp:cNvSpPr/>
      </dsp:nvSpPr>
      <dsp:spPr>
        <a:xfrm>
          <a:off x="6521632" y="1063902"/>
          <a:ext cx="267647" cy="26764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AACBE-A49C-4BFF-9C30-FB1D12BF2C5D}">
      <dsp:nvSpPr>
        <dsp:cNvPr id="0" name=""/>
        <dsp:cNvSpPr/>
      </dsp:nvSpPr>
      <dsp:spPr>
        <a:xfrm rot="5400000">
          <a:off x="7264930" y="749866"/>
          <a:ext cx="944271" cy="157124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32A72-CA6E-44F6-A00B-00DCCAEECE6E}">
      <dsp:nvSpPr>
        <dsp:cNvPr id="0" name=""/>
        <dsp:cNvSpPr/>
      </dsp:nvSpPr>
      <dsp:spPr>
        <a:xfrm>
          <a:off x="7107307" y="1219330"/>
          <a:ext cx="1418529" cy="1243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Resultado del análisis</a:t>
          </a:r>
          <a:endParaRPr lang="es-ES" sz="1700" kern="1200" dirty="0"/>
        </a:p>
      </dsp:txBody>
      <dsp:txXfrm>
        <a:off x="7107307" y="1219330"/>
        <a:ext cx="1418529" cy="1243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6C34A-CB9C-4DF3-93E5-257077FACE3D}">
      <dsp:nvSpPr>
        <dsp:cNvPr id="0" name=""/>
        <dsp:cNvSpPr/>
      </dsp:nvSpPr>
      <dsp:spPr>
        <a:xfrm>
          <a:off x="651886" y="0"/>
          <a:ext cx="7388049" cy="441094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661BD-436D-4452-A89E-3360DF0FFEEA}">
      <dsp:nvSpPr>
        <dsp:cNvPr id="0" name=""/>
        <dsp:cNvSpPr/>
      </dsp:nvSpPr>
      <dsp:spPr>
        <a:xfrm>
          <a:off x="3819" y="1323284"/>
          <a:ext cx="1670035" cy="17643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Definición de criterios</a:t>
          </a:r>
        </a:p>
      </dsp:txBody>
      <dsp:txXfrm>
        <a:off x="85343" y="1404808"/>
        <a:ext cx="1506987" cy="1601330"/>
      </dsp:txXfrm>
    </dsp:sp>
    <dsp:sp modelId="{93FCC729-7F5C-4807-8EF3-64B87DF18C91}">
      <dsp:nvSpPr>
        <dsp:cNvPr id="0" name=""/>
        <dsp:cNvSpPr/>
      </dsp:nvSpPr>
      <dsp:spPr>
        <a:xfrm>
          <a:off x="1757356" y="1323284"/>
          <a:ext cx="1670035" cy="17643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Establecimiento de umbrales o límites de aceptación</a:t>
          </a:r>
          <a:endParaRPr lang="es-ES" sz="1600" kern="1200" dirty="0"/>
        </a:p>
      </dsp:txBody>
      <dsp:txXfrm>
        <a:off x="1838880" y="1404808"/>
        <a:ext cx="1506987" cy="1601330"/>
      </dsp:txXfrm>
    </dsp:sp>
    <dsp:sp modelId="{6EAEF19A-8094-4D4B-ABEE-9996B3DB7CEB}">
      <dsp:nvSpPr>
        <dsp:cNvPr id="0" name=""/>
        <dsp:cNvSpPr/>
      </dsp:nvSpPr>
      <dsp:spPr>
        <a:xfrm>
          <a:off x="3510893" y="1323284"/>
          <a:ext cx="1670035" cy="17643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Categorización de los riesgos</a:t>
          </a:r>
          <a:endParaRPr lang="es-ES" sz="1600" kern="1200" dirty="0"/>
        </a:p>
      </dsp:txBody>
      <dsp:txXfrm>
        <a:off x="3592417" y="1404808"/>
        <a:ext cx="1506987" cy="1601330"/>
      </dsp:txXfrm>
    </dsp:sp>
    <dsp:sp modelId="{5167DFBD-7D3E-41EF-87C3-683D40FB8157}">
      <dsp:nvSpPr>
        <dsp:cNvPr id="0" name=""/>
        <dsp:cNvSpPr/>
      </dsp:nvSpPr>
      <dsp:spPr>
        <a:xfrm>
          <a:off x="5264430" y="1323284"/>
          <a:ext cx="1670035" cy="17643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Decisiones de aceptación o mitigación</a:t>
          </a:r>
          <a:endParaRPr lang="es-ES" sz="1600" kern="1200" dirty="0"/>
        </a:p>
      </dsp:txBody>
      <dsp:txXfrm>
        <a:off x="5345954" y="1404808"/>
        <a:ext cx="1506987" cy="1601330"/>
      </dsp:txXfrm>
    </dsp:sp>
    <dsp:sp modelId="{89FA28B1-78AE-47A5-8BAD-2819E4C65538}">
      <dsp:nvSpPr>
        <dsp:cNvPr id="0" name=""/>
        <dsp:cNvSpPr/>
      </dsp:nvSpPr>
      <dsp:spPr>
        <a:xfrm>
          <a:off x="7017968" y="1323284"/>
          <a:ext cx="1670035" cy="17643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Documentación y revisión</a:t>
          </a:r>
          <a:endParaRPr lang="es-ES" sz="1600" kern="1200" dirty="0"/>
        </a:p>
      </dsp:txBody>
      <dsp:txXfrm>
        <a:off x="7099492" y="1404808"/>
        <a:ext cx="1506987" cy="1601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22" y="583345"/>
            <a:ext cx="5370268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Unidad 3:Análisis de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riegos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sistemas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información</a:t>
            </a:r>
            <a:endParaRPr lang="en-US" sz="5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5C757DD3-F064-5714-729A-738DFD3F8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7" r="5013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6EEEAB-3AA9-0938-794E-6362685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 b="1"/>
              <a:t>3. Análisis de riesgos de los sistemas de información</a:t>
            </a:r>
            <a:br>
              <a:rPr lang="es-ES" sz="2700" b="1"/>
            </a:br>
            <a:endParaRPr lang="es-ES" sz="27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0CB339-318B-D47B-DE31-99F4BE69A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3267" y="1416817"/>
            <a:ext cx="4439379" cy="50354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200" b="1" dirty="0"/>
              <a:t>Contenido:</a:t>
            </a:r>
            <a:endParaRPr lang="es-ES" sz="1200" dirty="0"/>
          </a:p>
          <a:p>
            <a:pPr>
              <a:lnSpc>
                <a:spcPct val="90000"/>
              </a:lnSpc>
            </a:pPr>
            <a:r>
              <a:rPr lang="es-ES" sz="1200" dirty="0"/>
              <a:t>3.1. Introducción al análisis de riesgos</a:t>
            </a:r>
            <a:br>
              <a:rPr lang="es-ES" sz="1200" dirty="0"/>
            </a:br>
            <a:r>
              <a:rPr lang="es-ES" sz="1200" dirty="0"/>
              <a:t>3.2. Principales tipos de vulnerabilidades, fallos de programa, programas maliciosos y su actualización permanente, así como criterios de programación segura</a:t>
            </a:r>
            <a:br>
              <a:rPr lang="es-ES" sz="1200" dirty="0"/>
            </a:br>
            <a:r>
              <a:rPr lang="es-ES" sz="1200" dirty="0"/>
              <a:t>3.3. Particularidades de los distintos tipos de código malicioso</a:t>
            </a:r>
            <a:br>
              <a:rPr lang="es-ES" sz="1200" dirty="0"/>
            </a:br>
            <a:r>
              <a:rPr lang="es-ES" sz="1200" dirty="0"/>
              <a:t>3.4. Principales elementos del análisis de riesgos y sus modelos de relaciones</a:t>
            </a:r>
            <a:br>
              <a:rPr lang="es-ES" sz="1200" dirty="0"/>
            </a:br>
            <a:r>
              <a:rPr lang="es-ES" sz="1200" dirty="0"/>
              <a:t>3.5. Metodologías cualitativas y cuantitativas de análisis de riesgos</a:t>
            </a:r>
            <a:br>
              <a:rPr lang="es-ES" sz="1200" dirty="0"/>
            </a:br>
            <a:r>
              <a:rPr lang="es-ES" sz="1200" dirty="0"/>
              <a:t>3.6. Identificación de los activos involucrados en el análisis de riesgos y su valoración</a:t>
            </a:r>
            <a:br>
              <a:rPr lang="es-ES" sz="1200" dirty="0"/>
            </a:br>
            <a:r>
              <a:rPr lang="es-ES" sz="1200" dirty="0"/>
              <a:t>3.7. Identificación de las amenazas que pueden afectar a los activos identificados previamente</a:t>
            </a:r>
            <a:br>
              <a:rPr lang="es-ES" sz="1200" dirty="0"/>
            </a:br>
            <a:r>
              <a:rPr lang="es-ES" sz="1200" dirty="0"/>
              <a:t>3.8. Análisis e identificación de las vulnerabilidades existentes en los sistemas de información que permitirían la materialización de amenazas, incluyendo el análisis local, análisis remoto de caja blanca y de caja negra</a:t>
            </a:r>
            <a:br>
              <a:rPr lang="es-ES" sz="1200" dirty="0"/>
            </a:br>
            <a:r>
              <a:rPr lang="es-ES" sz="1200" dirty="0"/>
              <a:t>3.9. Optimización del proceso de auditoría y contraste de vulnerabilidades e informe de auditoría</a:t>
            </a:r>
            <a:br>
              <a:rPr lang="es-ES" sz="1200" dirty="0"/>
            </a:br>
            <a:r>
              <a:rPr lang="es-ES" sz="1200" dirty="0"/>
              <a:t>3.10. Identificación de las medidas de salvaguarda existentes en el momento de la realización del análisis de riesgos y su efecto sobre las vulnerabilidades y amenazas</a:t>
            </a:r>
          </a:p>
        </p:txBody>
      </p:sp>
    </p:spTree>
    <p:extLst>
      <p:ext uri="{BB962C8B-B14F-4D97-AF65-F5344CB8AC3E}">
        <p14:creationId xmlns:p14="http://schemas.microsoft.com/office/powerpoint/2010/main" val="287564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cript de ordenador en una pantalla">
            <a:extLst>
              <a:ext uri="{FF2B5EF4-FFF2-40B4-BE49-F238E27FC236}">
                <a16:creationId xmlns:a16="http://schemas.microsoft.com/office/drawing/2014/main" id="{FC5DCAF0-8FA3-4B1E-5F06-2D2209A23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7" r="5013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86487" y="405685"/>
            <a:ext cx="4098726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200">
                <a:latin typeface="+mj-lt"/>
                <a:ea typeface="+mj-ea"/>
                <a:cs typeface="+mj-cs"/>
              </a:rPr>
              <a:t>3.1. Introducción al análisis de riesgos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B8E109-563B-1BDE-EA49-DDC9FF67BFFC}"/>
              </a:ext>
            </a:extLst>
          </p:cNvPr>
          <p:cNvSpPr txBox="1"/>
          <p:nvPr/>
        </p:nvSpPr>
        <p:spPr>
          <a:xfrm>
            <a:off x="4586487" y="2743200"/>
            <a:ext cx="3935505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Etapas: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Identificación de activos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Identificación de amenazas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Identificación de vulnerabilidades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Análisis de riesgos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Priorización de riesgos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Gestión de riesgos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Implementación de controles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Revisión y actualización de los riesgos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Lupa resalta un rendimiento económico decreciente">
            <a:extLst>
              <a:ext uri="{FF2B5EF4-FFF2-40B4-BE49-F238E27FC236}">
                <a16:creationId xmlns:a16="http://schemas.microsoft.com/office/drawing/2014/main" id="{742A10E8-01DC-E180-442A-5B0F9608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93" r="36813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86487" y="405685"/>
            <a:ext cx="4098726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1400" dirty="0">
                <a:latin typeface="+mj-lt"/>
                <a:ea typeface="+mj-ea"/>
                <a:cs typeface="+mj-cs"/>
              </a:rPr>
              <a:t>3.2.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Principales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tipos</a:t>
            </a:r>
            <a:r>
              <a:rPr lang="en-US" sz="1400" dirty="0">
                <a:latin typeface="+mj-lt"/>
                <a:ea typeface="+mj-ea"/>
                <a:cs typeface="+mj-cs"/>
              </a:rPr>
              <a:t> de </a:t>
            </a:r>
            <a:r>
              <a:rPr lang="en-US" sz="1400" dirty="0" err="1">
                <a:latin typeface="+mj-lt"/>
                <a:ea typeface="+mj-ea"/>
                <a:cs typeface="+mj-cs"/>
              </a:rPr>
              <a:t>vulnerabilidades</a:t>
            </a:r>
            <a:r>
              <a:rPr lang="en-US" sz="1400" dirty="0">
                <a:latin typeface="+mj-lt"/>
                <a:ea typeface="+mj-ea"/>
                <a:cs typeface="+mj-cs"/>
              </a:rPr>
              <a:t>, </a:t>
            </a:r>
            <a:r>
              <a:rPr lang="en-US" sz="1400" dirty="0" err="1">
                <a:latin typeface="+mj-lt"/>
                <a:ea typeface="+mj-ea"/>
                <a:cs typeface="+mj-cs"/>
              </a:rPr>
              <a:t>fallos</a:t>
            </a:r>
            <a:r>
              <a:rPr lang="en-US" sz="1400" dirty="0">
                <a:latin typeface="+mj-lt"/>
                <a:ea typeface="+mj-ea"/>
                <a:cs typeface="+mj-cs"/>
              </a:rPr>
              <a:t> de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programa</a:t>
            </a:r>
            <a:r>
              <a:rPr lang="en-US" sz="1400" dirty="0">
                <a:latin typeface="+mj-lt"/>
                <a:ea typeface="+mj-ea"/>
                <a:cs typeface="+mj-cs"/>
              </a:rPr>
              <a:t>,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programas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maliciosos</a:t>
            </a:r>
            <a:r>
              <a:rPr lang="en-US" sz="1400" dirty="0">
                <a:latin typeface="+mj-lt"/>
                <a:ea typeface="+mj-ea"/>
                <a:cs typeface="+mj-cs"/>
              </a:rPr>
              <a:t> y </a:t>
            </a:r>
            <a:r>
              <a:rPr lang="en-US" sz="1400" dirty="0" err="1">
                <a:latin typeface="+mj-lt"/>
                <a:ea typeface="+mj-ea"/>
                <a:cs typeface="+mj-cs"/>
              </a:rPr>
              <a:t>su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actualización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permanente</a:t>
            </a:r>
            <a:r>
              <a:rPr lang="en-US" sz="1400" dirty="0">
                <a:latin typeface="+mj-lt"/>
                <a:ea typeface="+mj-ea"/>
                <a:cs typeface="+mj-cs"/>
              </a:rPr>
              <a:t>, </a:t>
            </a:r>
            <a:r>
              <a:rPr lang="en-US" sz="1400" dirty="0" err="1">
                <a:latin typeface="+mj-lt"/>
                <a:ea typeface="+mj-ea"/>
                <a:cs typeface="+mj-cs"/>
              </a:rPr>
              <a:t>así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como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criterios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1400" dirty="0">
                <a:latin typeface="+mj-lt"/>
                <a:ea typeface="+mj-ea"/>
                <a:cs typeface="+mj-cs"/>
              </a:rPr>
              <a:t>de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programación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segura</a:t>
            </a:r>
            <a:endParaRPr lang="en-US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027D3D-ACF3-F195-1B4A-4C88009398C3}"/>
              </a:ext>
            </a:extLst>
          </p:cNvPr>
          <p:cNvSpPr txBox="1"/>
          <p:nvPr/>
        </p:nvSpPr>
        <p:spPr>
          <a:xfrm>
            <a:off x="4586487" y="2743200"/>
            <a:ext cx="3935505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Vulnerabilidades de software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Errores de programación y diseño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Fallos de seguridad en aplicaciones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Errores de seguridad en sistemas operativos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Errores en entornos de virtualización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Fallos en la gestión de identidad y acceso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Contraseñas débiles o mal manejo de las credenciales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F95C6-2278-0594-3707-D6BE80C1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6AC8C-338E-A4B6-2523-A51096BFA7C0}"/>
              </a:ext>
            </a:extLst>
          </p:cNvPr>
          <p:cNvSpPr txBox="1"/>
          <p:nvPr/>
        </p:nvSpPr>
        <p:spPr>
          <a:xfrm>
            <a:off x="571352" y="350196"/>
            <a:ext cx="3485178" cy="162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1400" dirty="0">
                <a:latin typeface="+mj-lt"/>
                <a:ea typeface="+mj-ea"/>
                <a:cs typeface="+mj-cs"/>
              </a:rPr>
              <a:t>3.2.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Principales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tipos</a:t>
            </a:r>
            <a:r>
              <a:rPr lang="en-US" sz="1400" dirty="0">
                <a:latin typeface="+mj-lt"/>
                <a:ea typeface="+mj-ea"/>
                <a:cs typeface="+mj-cs"/>
              </a:rPr>
              <a:t> de </a:t>
            </a:r>
            <a:r>
              <a:rPr lang="en-US" sz="1400" dirty="0" err="1">
                <a:latin typeface="+mj-lt"/>
                <a:ea typeface="+mj-ea"/>
                <a:cs typeface="+mj-cs"/>
              </a:rPr>
              <a:t>vulnerabilidades</a:t>
            </a:r>
            <a:r>
              <a:rPr lang="en-US" sz="1400" dirty="0">
                <a:latin typeface="+mj-lt"/>
                <a:ea typeface="+mj-ea"/>
                <a:cs typeface="+mj-cs"/>
              </a:rPr>
              <a:t>, </a:t>
            </a:r>
            <a:r>
              <a:rPr lang="en-US" sz="1400" dirty="0" err="1">
                <a:latin typeface="+mj-lt"/>
                <a:ea typeface="+mj-ea"/>
                <a:cs typeface="+mj-cs"/>
              </a:rPr>
              <a:t>fallos</a:t>
            </a:r>
            <a:r>
              <a:rPr lang="en-US" sz="1400" dirty="0">
                <a:latin typeface="+mj-lt"/>
                <a:ea typeface="+mj-ea"/>
                <a:cs typeface="+mj-cs"/>
              </a:rPr>
              <a:t> de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programa</a:t>
            </a:r>
            <a:r>
              <a:rPr lang="en-US" sz="1400" dirty="0">
                <a:latin typeface="+mj-lt"/>
                <a:ea typeface="+mj-ea"/>
                <a:cs typeface="+mj-cs"/>
              </a:rPr>
              <a:t>,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programas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maliciosos</a:t>
            </a:r>
            <a:r>
              <a:rPr lang="en-US" sz="1400" dirty="0">
                <a:latin typeface="+mj-lt"/>
                <a:ea typeface="+mj-ea"/>
                <a:cs typeface="+mj-cs"/>
              </a:rPr>
              <a:t> y </a:t>
            </a:r>
            <a:r>
              <a:rPr lang="en-US" sz="1400" dirty="0" err="1">
                <a:latin typeface="+mj-lt"/>
                <a:ea typeface="+mj-ea"/>
                <a:cs typeface="+mj-cs"/>
              </a:rPr>
              <a:t>su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actualización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permanente</a:t>
            </a:r>
            <a:r>
              <a:rPr lang="en-US" sz="1400" dirty="0">
                <a:latin typeface="+mj-lt"/>
                <a:ea typeface="+mj-ea"/>
                <a:cs typeface="+mj-cs"/>
              </a:rPr>
              <a:t>, </a:t>
            </a:r>
            <a:r>
              <a:rPr lang="en-US" sz="1400" dirty="0" err="1">
                <a:latin typeface="+mj-lt"/>
                <a:ea typeface="+mj-ea"/>
                <a:cs typeface="+mj-cs"/>
              </a:rPr>
              <a:t>así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como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criterios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1400" dirty="0">
                <a:latin typeface="+mj-lt"/>
                <a:ea typeface="+mj-ea"/>
                <a:cs typeface="+mj-cs"/>
              </a:rPr>
              <a:t>de </a:t>
            </a:r>
            <a:r>
              <a:rPr lang="en-US" sz="1400" dirty="0" err="1">
                <a:latin typeface="+mj-lt"/>
                <a:ea typeface="+mj-ea"/>
                <a:cs typeface="+mj-cs"/>
              </a:rPr>
              <a:t>programación</a:t>
            </a:r>
            <a:r>
              <a:rPr lang="en-US" sz="1400" dirty="0">
                <a:latin typeface="+mj-lt"/>
                <a:ea typeface="+mj-ea"/>
                <a:cs typeface="+mj-cs"/>
              </a:rPr>
              <a:t> </a:t>
            </a:r>
            <a:r>
              <a:rPr lang="en-US" sz="1400" dirty="0" err="1">
                <a:latin typeface="+mj-lt"/>
                <a:ea typeface="+mj-ea"/>
                <a:cs typeface="+mj-cs"/>
              </a:rPr>
              <a:t>segura</a:t>
            </a:r>
            <a:endParaRPr lang="en-US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B2B15B-8AE1-878A-E14D-9062FB9512FE}"/>
              </a:ext>
            </a:extLst>
          </p:cNvPr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Criterios de programación segura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Validación de entradas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Manejo seguro de errores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Validación de salidas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Principio de menor privilegio y control de acceso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Gestiones seguras de sesiones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Realización de pruebas de seguridad</a:t>
            </a:r>
          </a:p>
        </p:txBody>
      </p:sp>
      <p:pic>
        <p:nvPicPr>
          <p:cNvPr id="6" name="Picture 5" descr="Diseño abstracto con líneas y símbolos financieros">
            <a:extLst>
              <a:ext uri="{FF2B5EF4-FFF2-40B4-BE49-F238E27FC236}">
                <a16:creationId xmlns:a16="http://schemas.microsoft.com/office/drawing/2014/main" id="{687B01F1-FD9C-3258-9545-85D82831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63" r="2825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9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669925"/>
            <a:ext cx="338170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3.3. Particularidades de los distintos tipos de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código malicioso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16F45AB-1B65-86C5-278C-C36EA329FF6F}"/>
              </a:ext>
            </a:extLst>
          </p:cNvPr>
          <p:cNvSpPr txBox="1"/>
          <p:nvPr/>
        </p:nvSpPr>
        <p:spPr>
          <a:xfrm>
            <a:off x="1044500" y="2398957"/>
            <a:ext cx="7054999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Malware infeccioso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Malware oculto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puertas traseras o backdoor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Rootkil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Troyano o caballo de troya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Crimeware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spyware, adware intrusivo, keylogger, Ransomware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669925"/>
            <a:ext cx="338170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3.4. Principales elementos del análisis de riesgos 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y sus modelos de relaciones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007ABDF-E414-99B3-D4F5-7F43AF72B681}"/>
              </a:ext>
            </a:extLst>
          </p:cNvPr>
          <p:cNvSpPr txBox="1"/>
          <p:nvPr/>
        </p:nvSpPr>
        <p:spPr>
          <a:xfrm>
            <a:off x="1044500" y="2398957"/>
            <a:ext cx="7054999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Elementos del análisis de riesgos y sus modelos relaciones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los principales elementos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modificación de activos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valoración de activos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identificación de amenazas y vulnerabilidades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Evaluación de riegos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categorización de los riesgos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desarrollo de estrategias de mitigación de los riesgos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planificación de las actuaciones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	documentación y reporte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3.5. Metodologías cualitativas y cuantitativas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 análisis de riesgos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F02CB18-4AFC-F737-AB27-889103B20E55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Metodología cualitativa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matriz de riesgos, evaluación de riesgos, entrevistas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Metodología cuantitativa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análisis estadístico, simulacion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3.6.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Identificación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activos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involucrados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riesgos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</a:t>
            </a:r>
            <a:r>
              <a:rPr lang="en-US" sz="3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valoración</a:t>
            </a:r>
            <a:endParaRPr lang="en-US" sz="33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6BA2BE44-9A46-4C96-DBBB-3F5C06899F1C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Valoración financiera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Valoración cualitativa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3.7. Identificación de las amenazas que pueden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afectar a los activos identificados previamente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A217970D-1ABC-2609-A66E-90B2A20E8224}"/>
              </a:ext>
            </a:extLst>
          </p:cNvPr>
          <p:cNvSpPr txBox="1"/>
          <p:nvPr/>
        </p:nvSpPr>
        <p:spPr>
          <a:xfrm>
            <a:off x="4099728" y="1108061"/>
            <a:ext cx="4652386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bg1"/>
                </a:solidFill>
              </a:rPr>
              <a:t>Tipos</a:t>
            </a:r>
            <a:r>
              <a:rPr lang="en-US" sz="1700" b="1" dirty="0">
                <a:solidFill>
                  <a:schemeClr val="bg1"/>
                </a:solidFill>
              </a:rPr>
              <a:t> de </a:t>
            </a:r>
            <a:r>
              <a:rPr lang="en-US" sz="1700" b="1" dirty="0" err="1">
                <a:solidFill>
                  <a:schemeClr val="bg1"/>
                </a:solidFill>
              </a:rPr>
              <a:t>amenazas</a:t>
            </a:r>
            <a:endParaRPr lang="en-US" sz="17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amenazas</a:t>
            </a:r>
            <a:r>
              <a:rPr lang="en-US" sz="1700" dirty="0">
                <a:solidFill>
                  <a:schemeClr val="bg1"/>
                </a:solidFill>
              </a:rPr>
              <a:t> a la </a:t>
            </a:r>
            <a:r>
              <a:rPr lang="en-US" sz="1700" dirty="0" err="1">
                <a:solidFill>
                  <a:schemeClr val="bg1"/>
                </a:solidFill>
              </a:rPr>
              <a:t>seguridad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física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amenazas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cibernéticas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fraude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financiero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daño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en</a:t>
            </a:r>
            <a:r>
              <a:rPr lang="en-US" sz="1700" dirty="0">
                <a:solidFill>
                  <a:schemeClr val="bg1"/>
                </a:solidFill>
              </a:rPr>
              <a:t> la </a:t>
            </a:r>
            <a:r>
              <a:rPr lang="en-US" sz="1700" dirty="0" err="1">
                <a:solidFill>
                  <a:schemeClr val="bg1"/>
                </a:solidFill>
              </a:rPr>
              <a:t>reputación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bg1"/>
                </a:solidFill>
              </a:rPr>
              <a:t>Indicadores</a:t>
            </a:r>
            <a:r>
              <a:rPr lang="en-US" sz="1700" b="1" dirty="0">
                <a:solidFill>
                  <a:schemeClr val="bg1"/>
                </a:solidFill>
              </a:rPr>
              <a:t> de </a:t>
            </a:r>
            <a:r>
              <a:rPr lang="en-US" sz="1700" b="1" dirty="0" err="1">
                <a:solidFill>
                  <a:schemeClr val="bg1"/>
                </a:solidFill>
              </a:rPr>
              <a:t>amenazas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potenciales</a:t>
            </a:r>
            <a:endParaRPr lang="en-US" sz="17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comportamiento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inusual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alertas</a:t>
            </a:r>
            <a:r>
              <a:rPr lang="en-US" sz="1700" dirty="0">
                <a:solidFill>
                  <a:schemeClr val="bg1"/>
                </a:solidFill>
              </a:rPr>
              <a:t> del </a:t>
            </a:r>
            <a:r>
              <a:rPr lang="en-US" sz="1700" dirty="0" err="1">
                <a:solidFill>
                  <a:schemeClr val="bg1"/>
                </a:solidFill>
              </a:rPr>
              <a:t>sistema</a:t>
            </a:r>
            <a:r>
              <a:rPr lang="en-US" sz="1700" dirty="0">
                <a:solidFill>
                  <a:schemeClr val="bg1"/>
                </a:solidFill>
              </a:rPr>
              <a:t> de </a:t>
            </a:r>
            <a:r>
              <a:rPr lang="en-US" sz="1700" dirty="0" err="1">
                <a:solidFill>
                  <a:schemeClr val="bg1"/>
                </a:solidFill>
              </a:rPr>
              <a:t>seguridad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anomalías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en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los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registros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financieros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actividad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sospechosa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en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línea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	</a:t>
            </a:r>
            <a:r>
              <a:rPr lang="en-US" sz="1700" dirty="0" err="1">
                <a:solidFill>
                  <a:schemeClr val="bg1"/>
                </a:solidFill>
              </a:rPr>
              <a:t>denunciantes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internos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7744" y="20970"/>
            <a:ext cx="8212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pPr>
              <a:defRPr sz="3200" b="1"/>
            </a:pPr>
            <a:r>
              <a:rPr sz="2000" dirty="0"/>
              <a:t>3.8. </a:t>
            </a:r>
            <a:r>
              <a:rPr sz="2000" dirty="0" err="1"/>
              <a:t>Análisis</a:t>
            </a:r>
            <a:r>
              <a:rPr sz="2000" dirty="0"/>
              <a:t> e </a:t>
            </a:r>
            <a:r>
              <a:rPr sz="2000" dirty="0" err="1"/>
              <a:t>identificación</a:t>
            </a:r>
            <a:r>
              <a:rPr sz="2000" dirty="0"/>
              <a:t> de las </a:t>
            </a:r>
            <a:r>
              <a:rPr sz="2000" dirty="0" err="1"/>
              <a:t>vulnerabilidades</a:t>
            </a:r>
            <a:r>
              <a:rPr sz="2000" dirty="0"/>
              <a:t> </a:t>
            </a:r>
            <a:r>
              <a:rPr sz="2000" dirty="0" err="1"/>
              <a:t>existentes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sistemas</a:t>
            </a:r>
            <a:r>
              <a:rPr sz="2000" dirty="0"/>
              <a:t> de </a:t>
            </a:r>
            <a:r>
              <a:rPr sz="2000" dirty="0" err="1"/>
              <a:t>información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permitirían</a:t>
            </a:r>
            <a:r>
              <a:rPr sz="2000" dirty="0"/>
              <a:t> la </a:t>
            </a:r>
            <a:r>
              <a:rPr sz="2000" dirty="0" err="1"/>
              <a:t>materialización</a:t>
            </a:r>
            <a:r>
              <a:rPr lang="es-ES" sz="2000" dirty="0"/>
              <a:t> </a:t>
            </a:r>
            <a:r>
              <a:rPr sz="2000" dirty="0"/>
              <a:t>de </a:t>
            </a:r>
            <a:r>
              <a:rPr sz="2000" dirty="0" err="1"/>
              <a:t>amenazas</a:t>
            </a:r>
            <a:r>
              <a:rPr sz="2000" dirty="0"/>
              <a:t>, </a:t>
            </a:r>
            <a:r>
              <a:rPr sz="2000" dirty="0" err="1"/>
              <a:t>incluyendo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análisis</a:t>
            </a:r>
            <a:r>
              <a:rPr sz="2000" dirty="0"/>
              <a:t> local, </a:t>
            </a:r>
            <a:r>
              <a:rPr sz="2000" dirty="0" err="1"/>
              <a:t>análisis</a:t>
            </a:r>
            <a:r>
              <a:rPr sz="2000" dirty="0"/>
              <a:t> </a:t>
            </a:r>
            <a:r>
              <a:rPr sz="2000" dirty="0" err="1"/>
              <a:t>remoto</a:t>
            </a:r>
            <a:r>
              <a:rPr sz="2000" dirty="0"/>
              <a:t> de </a:t>
            </a:r>
            <a:r>
              <a:rPr sz="2000" dirty="0" err="1"/>
              <a:t>caja</a:t>
            </a:r>
            <a:r>
              <a:rPr sz="2000" dirty="0"/>
              <a:t> </a:t>
            </a:r>
            <a:r>
              <a:rPr sz="2000" dirty="0" err="1"/>
              <a:t>blanca</a:t>
            </a:r>
            <a:r>
              <a:rPr sz="2000" dirty="0"/>
              <a:t> y de </a:t>
            </a:r>
            <a:r>
              <a:rPr sz="2000" dirty="0" err="1"/>
              <a:t>caja</a:t>
            </a:r>
            <a:r>
              <a:rPr sz="2000" dirty="0"/>
              <a:t> </a:t>
            </a:r>
            <a:r>
              <a:rPr sz="2000" dirty="0" err="1"/>
              <a:t>negra</a:t>
            </a:r>
            <a:endParaRPr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EEE009-ABC2-CB96-C0B0-2471866EAAFB}"/>
              </a:ext>
            </a:extLst>
          </p:cNvPr>
          <p:cNvSpPr txBox="1"/>
          <p:nvPr/>
        </p:nvSpPr>
        <p:spPr>
          <a:xfrm>
            <a:off x="3818513" y="1937713"/>
            <a:ext cx="683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Análisis local</a:t>
            </a:r>
          </a:p>
          <a:p>
            <a:endParaRPr lang="es-ES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105E3DC9-6703-B33D-5736-21513BA243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9242088"/>
              </p:ext>
            </p:extLst>
          </p:nvPr>
        </p:nvGraphicFramePr>
        <p:xfrm>
          <a:off x="462223" y="2260879"/>
          <a:ext cx="8212015" cy="4401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D950C8-17D9-84F7-BD12-ACB9EFD4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Análisis remoto de caja blanca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55D6A06-3125-C182-33A9-631BE47176C4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Pasos en el análisis de la caja blanca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Recolección de la información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Análisis de arquitectura del sistema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Revisión del código fuente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Pruebas de seguridad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Simulación de ataques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Análisis remoto de caja negra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recolección de requisitos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diseño de casos de prueba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	observación de resultados e identificación de problemas</a:t>
            </a:r>
          </a:p>
        </p:txBody>
      </p:sp>
    </p:spTree>
    <p:extLst>
      <p:ext uri="{BB962C8B-B14F-4D97-AF65-F5344CB8AC3E}">
        <p14:creationId xmlns:p14="http://schemas.microsoft.com/office/powerpoint/2010/main" val="241424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3.9. Optimización del proceso de auditoría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contraste de vulnerabilidades e informe de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auditoría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70E6A51-3723-F9DC-B4CA-B7E43E372D7A}"/>
              </a:ext>
            </a:extLst>
          </p:cNvPr>
          <p:cNvSpPr txBox="1"/>
          <p:nvPr/>
        </p:nvSpPr>
        <p:spPr>
          <a:xfrm>
            <a:off x="4572000" y="170822"/>
            <a:ext cx="4360985" cy="6551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Optimización</a:t>
            </a:r>
            <a:r>
              <a:rPr lang="en-US" sz="1400" b="1" dirty="0">
                <a:solidFill>
                  <a:schemeClr val="bg1"/>
                </a:solidFill>
              </a:rPr>
              <a:t> del </a:t>
            </a:r>
            <a:r>
              <a:rPr lang="en-US" sz="1400" b="1" dirty="0" err="1">
                <a:solidFill>
                  <a:schemeClr val="bg1"/>
                </a:solidFill>
              </a:rPr>
              <a:t>proceso</a:t>
            </a:r>
            <a:r>
              <a:rPr lang="en-US" sz="1400" b="1" dirty="0">
                <a:solidFill>
                  <a:schemeClr val="bg1"/>
                </a:solidFill>
              </a:rPr>
              <a:t> de auditoria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utilizar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herramientas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automatizadas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planificar</a:t>
            </a:r>
            <a:r>
              <a:rPr lang="en-US" sz="1400" dirty="0">
                <a:solidFill>
                  <a:schemeClr val="bg1"/>
                </a:solidFill>
              </a:rPr>
              <a:t> las </a:t>
            </a:r>
            <a:r>
              <a:rPr lang="en-US" sz="1400" dirty="0" err="1">
                <a:solidFill>
                  <a:schemeClr val="bg1"/>
                </a:solidFill>
              </a:rPr>
              <a:t>actuaciones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emplear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estándares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marcos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seguridad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utilizar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métricas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desempeño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Contraste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vulnerabilidades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Informe de auditoria (</a:t>
            </a:r>
            <a:r>
              <a:rPr lang="en-US" sz="1400" b="1" dirty="0" err="1">
                <a:solidFill>
                  <a:schemeClr val="bg1"/>
                </a:solidFill>
              </a:rPr>
              <a:t>Estructura</a:t>
            </a:r>
            <a:r>
              <a:rPr lang="en-US" sz="1400" b="1" dirty="0">
                <a:solidFill>
                  <a:schemeClr val="bg1"/>
                </a:solidFill>
              </a:rPr>
              <a:t>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identificación</a:t>
            </a:r>
            <a:r>
              <a:rPr lang="en-US" sz="1400" dirty="0">
                <a:solidFill>
                  <a:schemeClr val="bg1"/>
                </a:solidFill>
              </a:rPr>
              <a:t> del </a:t>
            </a:r>
            <a:r>
              <a:rPr lang="en-US" sz="1400" dirty="0" err="1">
                <a:solidFill>
                  <a:schemeClr val="bg1"/>
                </a:solidFill>
              </a:rPr>
              <a:t>informe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identificación</a:t>
            </a:r>
            <a:r>
              <a:rPr lang="en-US" sz="1400" dirty="0">
                <a:solidFill>
                  <a:schemeClr val="bg1"/>
                </a:solidFill>
              </a:rPr>
              <a:t> del </a:t>
            </a:r>
            <a:r>
              <a:rPr lang="en-US" sz="1400" dirty="0" err="1">
                <a:solidFill>
                  <a:schemeClr val="bg1"/>
                </a:solidFill>
              </a:rPr>
              <a:t>cliente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objetivos</a:t>
            </a:r>
            <a:r>
              <a:rPr lang="en-US" sz="1400" dirty="0">
                <a:solidFill>
                  <a:schemeClr val="bg1"/>
                </a:solidFill>
              </a:rPr>
              <a:t> de la auditoria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alcance</a:t>
            </a:r>
            <a:r>
              <a:rPr lang="en-US" sz="1400" dirty="0">
                <a:solidFill>
                  <a:schemeClr val="bg1"/>
                </a:solidFill>
              </a:rPr>
              <a:t> de la auditoria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hallazgos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resultados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evaluación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riegos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recomendaciones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acciones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correctivas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resultados</a:t>
            </a:r>
            <a:r>
              <a:rPr lang="en-US" sz="1400" dirty="0">
                <a:solidFill>
                  <a:schemeClr val="bg1"/>
                </a:solidFill>
              </a:rPr>
              <a:t> de la </a:t>
            </a:r>
            <a:r>
              <a:rPr lang="en-US" sz="1400" dirty="0" err="1">
                <a:solidFill>
                  <a:schemeClr val="bg1"/>
                </a:solidFill>
              </a:rPr>
              <a:t>auditoría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conclusiones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fecha</a:t>
            </a:r>
            <a:r>
              <a:rPr lang="en-US" sz="1400" dirty="0">
                <a:solidFill>
                  <a:schemeClr val="bg1"/>
                </a:solidFill>
              </a:rPr>
              <a:t> del </a:t>
            </a:r>
            <a:r>
              <a:rPr lang="en-US" sz="1400" dirty="0" err="1">
                <a:solidFill>
                  <a:schemeClr val="bg1"/>
                </a:solidFill>
              </a:rPr>
              <a:t>informe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identificación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firma</a:t>
            </a:r>
            <a:r>
              <a:rPr lang="en-US" sz="1400" dirty="0">
                <a:solidFill>
                  <a:schemeClr val="bg1"/>
                </a:solidFill>
              </a:rPr>
              <a:t> del auditor o del </a:t>
            </a:r>
            <a:r>
              <a:rPr lang="en-US" sz="1400" dirty="0" err="1">
                <a:solidFill>
                  <a:schemeClr val="bg1"/>
                </a:solidFill>
              </a:rPr>
              <a:t>responsable</a:t>
            </a:r>
            <a:r>
              <a:rPr lang="en-US" sz="1400" dirty="0">
                <a:solidFill>
                  <a:schemeClr val="bg1"/>
                </a:solidFill>
              </a:rPr>
              <a:t> del </a:t>
            </a:r>
            <a:r>
              <a:rPr lang="en-US" sz="1400" dirty="0" err="1">
                <a:solidFill>
                  <a:schemeClr val="bg1"/>
                </a:solidFill>
              </a:rPr>
              <a:t>equipo</a:t>
            </a:r>
            <a:r>
              <a:rPr lang="en-US" sz="1400" dirty="0">
                <a:solidFill>
                  <a:schemeClr val="bg1"/>
                </a:solidFill>
              </a:rPr>
              <a:t> de auditoria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Anexos</a:t>
            </a:r>
            <a:endParaRPr lang="en-US" sz="14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7163" y="-185738"/>
            <a:ext cx="8788368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dirty="0"/>
              <a:t>3.10. </a:t>
            </a:r>
            <a:r>
              <a:rPr dirty="0" err="1"/>
              <a:t>Identificación</a:t>
            </a:r>
            <a:r>
              <a:rPr dirty="0"/>
              <a:t> de las </a:t>
            </a:r>
            <a:r>
              <a:rPr dirty="0" err="1"/>
              <a:t>medidas</a:t>
            </a:r>
            <a:r>
              <a:rPr dirty="0"/>
              <a:t> de </a:t>
            </a:r>
            <a:r>
              <a:rPr dirty="0" err="1"/>
              <a:t>salvaguarda</a:t>
            </a:r>
            <a:r>
              <a:rPr dirty="0"/>
              <a:t> </a:t>
            </a:r>
            <a:endParaRPr lang="es-ES" dirty="0"/>
          </a:p>
          <a:p>
            <a:pPr>
              <a:defRPr sz="3200" b="1"/>
            </a:pPr>
            <a:r>
              <a:rPr dirty="0" err="1"/>
              <a:t>existentes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de la </a:t>
            </a:r>
            <a:r>
              <a:rPr dirty="0" err="1"/>
              <a:t>realización</a:t>
            </a:r>
            <a:r>
              <a:rPr dirty="0"/>
              <a:t> del</a:t>
            </a:r>
            <a:endParaRPr lang="es-ES" dirty="0"/>
          </a:p>
          <a:p>
            <a:pPr>
              <a:defRPr sz="3200" b="1"/>
            </a:pPr>
            <a:r>
              <a:rPr dirty="0"/>
              <a:t>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las </a:t>
            </a:r>
            <a:endParaRPr lang="es-ES" dirty="0"/>
          </a:p>
          <a:p>
            <a:pPr>
              <a:defRPr sz="3200" b="1"/>
            </a:pPr>
            <a:r>
              <a:rPr dirty="0" err="1"/>
              <a:t>vulnerabilidades</a:t>
            </a:r>
            <a:r>
              <a:rPr dirty="0"/>
              <a:t> y </a:t>
            </a:r>
            <a:r>
              <a:rPr dirty="0" err="1"/>
              <a:t>amenazas</a:t>
            </a:r>
            <a:endParaRPr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32B7D08-5AD8-D402-DE58-928A455821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6359513"/>
              </p:ext>
            </p:extLst>
          </p:nvPr>
        </p:nvGraphicFramePr>
        <p:xfrm>
          <a:off x="331596" y="1396999"/>
          <a:ext cx="8531050" cy="5244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3.11. Establecimiento de los escenarios de riesgo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entendidos como pares activo-amenaza susceptibles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materializarse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1A69E15-E698-95C8-7E53-5C95D62B5587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Algunos ejemplos: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Amenaza: Ataque de malware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Amenaza: Ataque Dos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Amenaza: Fuga de datos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3.12. Determinación de la probabilidad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 impacto de materialización de los escenarios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6556B30A-6FF9-2151-C635-8C4196B17A30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Escala: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Eventual o muy baja, improbable o baja, probable o media, muy probable o alta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F48886-C24A-2AE3-A8A8-F224A3DD1FD6}"/>
              </a:ext>
            </a:extLst>
          </p:cNvPr>
          <p:cNvSpPr txBox="1"/>
          <p:nvPr/>
        </p:nvSpPr>
        <p:spPr>
          <a:xfrm>
            <a:off x="381837" y="2672435"/>
            <a:ext cx="2753959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Escala de tiempo: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Muy bajo, bajo, medio, alto</a:t>
            </a:r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3.13. Establecimiento del nivel de riesgo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para los distintos pares de activo y amenaza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E45DF09-7570-88A6-BA76-27A0F951B9F3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Escenario 1: Fuga de datos por ataque de malware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020742-5FEA-5EC3-DAAC-03951BF029B3}"/>
              </a:ext>
            </a:extLst>
          </p:cNvPr>
          <p:cNvSpPr txBox="1"/>
          <p:nvPr/>
        </p:nvSpPr>
        <p:spPr>
          <a:xfrm>
            <a:off x="2190541" y="2592474"/>
            <a:ext cx="396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Probabilidad, impacto, cálculo del riesgo</a:t>
            </a:r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677" y="-173059"/>
            <a:ext cx="8949245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dirty="0"/>
              <a:t>3.14. </a:t>
            </a:r>
            <a:r>
              <a:rPr dirty="0" err="1"/>
              <a:t>Determinación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 la </a:t>
            </a:r>
            <a:r>
              <a:rPr dirty="0" err="1"/>
              <a:t>organización</a:t>
            </a:r>
            <a:r>
              <a:rPr dirty="0"/>
              <a:t> </a:t>
            </a:r>
            <a:endParaRPr lang="es-ES" dirty="0"/>
          </a:p>
          <a:p>
            <a:pPr>
              <a:defRPr sz="3200" b="1"/>
            </a:pPr>
            <a:r>
              <a:rPr dirty="0"/>
              <a:t>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del </a:t>
            </a:r>
            <a:r>
              <a:rPr dirty="0" err="1"/>
              <a:t>riesgo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</a:t>
            </a:r>
            <a:endParaRPr lang="es-ES" dirty="0"/>
          </a:p>
          <a:p>
            <a:pPr>
              <a:defRPr sz="3200" b="1"/>
            </a:pPr>
            <a:r>
              <a:rPr dirty="0"/>
              <a:t>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cuales</a:t>
            </a:r>
            <a:r>
              <a:rPr dirty="0"/>
              <a:t> se </a:t>
            </a:r>
            <a:r>
              <a:rPr dirty="0" err="1"/>
              <a:t>determina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un </a:t>
            </a:r>
            <a:r>
              <a:rPr dirty="0" err="1"/>
              <a:t>riesgo</a:t>
            </a:r>
            <a:r>
              <a:rPr dirty="0"/>
              <a:t> es </a:t>
            </a:r>
            <a:r>
              <a:rPr dirty="0" err="1"/>
              <a:t>aceptable</a:t>
            </a:r>
            <a:endParaRPr lang="es-ES" dirty="0"/>
          </a:p>
          <a:p>
            <a:pPr>
              <a:defRPr sz="3200" b="1"/>
            </a:pPr>
            <a:r>
              <a:rPr dirty="0"/>
              <a:t> o no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1EC3AA3-E221-3BB4-871D-20A654090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6810951"/>
              </p:ext>
            </p:extLst>
          </p:nvPr>
        </p:nvGraphicFramePr>
        <p:xfrm>
          <a:off x="311499" y="1397000"/>
          <a:ext cx="8691823" cy="44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3.15. Relación de las distintas alternativas de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gestión de riesgos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D51330C-FD7D-A1EA-B596-1A19F5E6D0EE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Estrategias tradicionales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Evitar el riesgo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Aceptar el riesgo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Mitigar el impacto negativo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Compartir el riesgo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09FC1B-0443-47B7-230E-C46AD0B3F6B8}"/>
              </a:ext>
            </a:extLst>
          </p:cNvPr>
          <p:cNvSpPr txBox="1"/>
          <p:nvPr/>
        </p:nvSpPr>
        <p:spPr>
          <a:xfrm>
            <a:off x="673240" y="3547068"/>
            <a:ext cx="3716915" cy="39087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Riesgos alternativos</a:t>
            </a:r>
            <a:endParaRPr lang="es-ES"/>
          </a:p>
          <a:p>
            <a:pPr>
              <a:spcAft>
                <a:spcPts val="600"/>
              </a:spcAft>
            </a:pP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Experimentos teóricos o simulaciones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Validación teórica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Aislar riesgos identificación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Construir redes de protección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Analizar información y datos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Establecer protocolos de actuación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Diversificación de riesgos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Monitoreo continuo y actualización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Uso de buenas prácticas</a:t>
            </a:r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3.16. Guía para la elaboración del plan de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gestión de riesgos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60A2FCC7-6593-6DBC-6A72-08C66B2E8388}"/>
              </a:ext>
            </a:extLst>
          </p:cNvPr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Mejora de la organización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Apoyo a la seguridad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Cumplimiento de la normativa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Ahorro de costos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062B92-8BA0-1F5D-7FEA-2A7B0AD7DA73}"/>
              </a:ext>
            </a:extLst>
          </p:cNvPr>
          <p:cNvSpPr txBox="1"/>
          <p:nvPr/>
        </p:nvSpPr>
        <p:spPr>
          <a:xfrm>
            <a:off x="1075174" y="3024554"/>
            <a:ext cx="4072012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Definir el alcance del plan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Asignar roles y responsabilidades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Establecer umbral de riesgo de referencia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Fijar la forma de identificar los riesgos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 err="1"/>
              <a:t>Conseno</a:t>
            </a:r>
            <a:r>
              <a:rPr lang="es-ES" dirty="0"/>
              <a:t> de como evaluar los riesgos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Tratamiento de los riesgos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Calculo del riesgo residual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Implementación y monitoreo continuo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Documentación y revisión </a:t>
            </a:r>
            <a:endParaRPr lang="es-ES"/>
          </a:p>
          <a:p>
            <a:pPr>
              <a:spcAft>
                <a:spcPts val="600"/>
              </a:spcAft>
            </a:pPr>
            <a:r>
              <a:rPr lang="es-ES" dirty="0"/>
              <a:t>Comunicación y </a:t>
            </a:r>
            <a:r>
              <a:rPr lang="es-ES" dirty="0" err="1"/>
              <a:t>formacion</a:t>
            </a:r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9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3.17. Exposición de la metodología NIST SP 800-30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F262360-C464-746C-3493-FE4279633765}"/>
              </a:ext>
            </a:extLst>
          </p:cNvPr>
          <p:cNvSpPr txBox="1"/>
          <p:nvPr/>
        </p:nvSpPr>
        <p:spPr>
          <a:xfrm>
            <a:off x="4470234" y="231112"/>
            <a:ext cx="4573282" cy="662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1. </a:t>
            </a:r>
            <a:r>
              <a:rPr lang="en-US" sz="1400" b="1" dirty="0" err="1">
                <a:solidFill>
                  <a:schemeClr val="bg1"/>
                </a:solidFill>
              </a:rPr>
              <a:t>Propósito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Proporcionar</a:t>
            </a:r>
            <a:r>
              <a:rPr lang="en-US" sz="1400" dirty="0">
                <a:solidFill>
                  <a:schemeClr val="bg1"/>
                </a:solidFill>
              </a:rPr>
              <a:t> un </a:t>
            </a:r>
            <a:r>
              <a:rPr lang="en-US" sz="1400" b="1" dirty="0" err="1">
                <a:solidFill>
                  <a:schemeClr val="bg1"/>
                </a:solidFill>
              </a:rPr>
              <a:t>marco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estructurado</a:t>
            </a:r>
            <a:r>
              <a:rPr lang="en-US" sz="1400" dirty="0">
                <a:solidFill>
                  <a:schemeClr val="bg1"/>
                </a:solidFill>
              </a:rPr>
              <a:t> para </a:t>
            </a:r>
            <a:r>
              <a:rPr lang="en-US" sz="1400" dirty="0" err="1">
                <a:solidFill>
                  <a:schemeClr val="bg1"/>
                </a:solidFill>
              </a:rPr>
              <a:t>identificar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evaluar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gestionar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riesgos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que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afectan</a:t>
            </a:r>
            <a:r>
              <a:rPr lang="en-US" sz="1400" dirty="0">
                <a:solidFill>
                  <a:schemeClr val="bg1"/>
                </a:solidFill>
              </a:rPr>
              <a:t> a la </a:t>
            </a:r>
            <a:r>
              <a:rPr lang="en-US" sz="1400" dirty="0" err="1">
                <a:solidFill>
                  <a:schemeClr val="bg1"/>
                </a:solidFill>
              </a:rPr>
              <a:t>seguridad</a:t>
            </a:r>
            <a:r>
              <a:rPr lang="en-US" sz="1400" dirty="0">
                <a:solidFill>
                  <a:schemeClr val="bg1"/>
                </a:solidFill>
              </a:rPr>
              <a:t> de la </a:t>
            </a:r>
            <a:r>
              <a:rPr lang="en-US" sz="1400" dirty="0" err="1">
                <a:solidFill>
                  <a:schemeClr val="bg1"/>
                </a:solidFill>
              </a:rPr>
              <a:t>información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🔹 2. </a:t>
            </a:r>
            <a:r>
              <a:rPr lang="en-US" sz="1400" b="1" dirty="0" err="1">
                <a:solidFill>
                  <a:schemeClr val="bg1"/>
                </a:solidFill>
              </a:rPr>
              <a:t>Fases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principales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Preparación</a:t>
            </a:r>
            <a:r>
              <a:rPr lang="en-US" sz="1400" b="1" dirty="0">
                <a:solidFill>
                  <a:schemeClr val="bg1"/>
                </a:solidFill>
              </a:rPr>
              <a:t> del </a:t>
            </a:r>
            <a:r>
              <a:rPr lang="en-US" sz="1400" b="1" dirty="0" err="1">
                <a:solidFill>
                  <a:schemeClr val="bg1"/>
                </a:solidFill>
              </a:rPr>
              <a:t>análisis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Definir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objetivos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alcance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recursos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Identificar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sistemas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datos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críticos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Identificación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riesgos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Identificar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amenazas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bg1"/>
                </a:solidFill>
              </a:rPr>
              <a:t>vulnerabilidades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activos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Analizar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posibles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impactos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Análisis</a:t>
            </a:r>
            <a:r>
              <a:rPr lang="en-US" sz="1400" b="1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evaluación</a:t>
            </a:r>
            <a:r>
              <a:rPr lang="en-US" sz="1400" b="1" dirty="0">
                <a:solidFill>
                  <a:schemeClr val="bg1"/>
                </a:solidFill>
              </a:rPr>
              <a:t> del </a:t>
            </a:r>
            <a:r>
              <a:rPr lang="en-US" sz="1400" b="1" dirty="0" err="1">
                <a:solidFill>
                  <a:schemeClr val="bg1"/>
                </a:solidFill>
              </a:rPr>
              <a:t>riesgo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Estimar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probabilidad</a:t>
            </a:r>
            <a:r>
              <a:rPr lang="en-US" sz="1400" b="1" dirty="0">
                <a:solidFill>
                  <a:schemeClr val="bg1"/>
                </a:solidFill>
              </a:rPr>
              <a:t> e </a:t>
            </a:r>
            <a:r>
              <a:rPr lang="en-US" sz="1400" b="1" dirty="0" err="1">
                <a:solidFill>
                  <a:schemeClr val="bg1"/>
                </a:solidFill>
              </a:rPr>
              <a:t>impacto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Calcular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nivel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riesgo</a:t>
            </a:r>
            <a:r>
              <a:rPr lang="en-US" sz="1400" dirty="0">
                <a:solidFill>
                  <a:schemeClr val="bg1"/>
                </a:solidFill>
              </a:rPr>
              <a:t> (bajo, medio o alto).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Tratamiento</a:t>
            </a:r>
            <a:r>
              <a:rPr lang="en-US" sz="1400" b="1" dirty="0">
                <a:solidFill>
                  <a:schemeClr val="bg1"/>
                </a:solidFill>
              </a:rPr>
              <a:t> del </a:t>
            </a:r>
            <a:r>
              <a:rPr lang="en-US" sz="1400" b="1" dirty="0" err="1">
                <a:solidFill>
                  <a:schemeClr val="bg1"/>
                </a:solidFill>
              </a:rPr>
              <a:t>riesgo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Decidir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acciones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b="1" dirty="0" err="1">
                <a:solidFill>
                  <a:schemeClr val="bg1"/>
                </a:solidFill>
              </a:rPr>
              <a:t>mitigar</a:t>
            </a:r>
            <a:r>
              <a:rPr lang="en-US" sz="1400" b="1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bg1"/>
                </a:solidFill>
              </a:rPr>
              <a:t>aceptar</a:t>
            </a:r>
            <a:r>
              <a:rPr lang="en-US" sz="1400" b="1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bg1"/>
                </a:solidFill>
              </a:rPr>
              <a:t>transferir</a:t>
            </a:r>
            <a:r>
              <a:rPr lang="en-US" sz="1400" b="1" dirty="0">
                <a:solidFill>
                  <a:schemeClr val="bg1"/>
                </a:solidFill>
              </a:rPr>
              <a:t> o </a:t>
            </a:r>
            <a:r>
              <a:rPr lang="en-US" sz="1400" b="1" dirty="0" err="1">
                <a:solidFill>
                  <a:schemeClr val="bg1"/>
                </a:solidFill>
              </a:rPr>
              <a:t>evitar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Supervisión</a:t>
            </a:r>
            <a:r>
              <a:rPr lang="en-US" sz="1400" b="1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revisión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Revisar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riesgos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periódicamente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Actualizar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controles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medidas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seguridad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🔹 3. </a:t>
            </a:r>
            <a:r>
              <a:rPr lang="en-US" sz="1400" b="1" dirty="0" err="1">
                <a:solidFill>
                  <a:schemeClr val="bg1"/>
                </a:solidFill>
              </a:rPr>
              <a:t>Enfoque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Combina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métodos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cualitativos</a:t>
            </a:r>
            <a:r>
              <a:rPr lang="en-US" sz="1400" b="1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cuantitativos</a:t>
            </a:r>
            <a:r>
              <a:rPr lang="en-US" sz="1400" dirty="0">
                <a:solidFill>
                  <a:schemeClr val="bg1"/>
                </a:solidFill>
              </a:rPr>
              <a:t> para </a:t>
            </a:r>
            <a:r>
              <a:rPr lang="en-US" sz="1400" dirty="0" err="1">
                <a:solidFill>
                  <a:schemeClr val="bg1"/>
                </a:solidFill>
              </a:rPr>
              <a:t>una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visión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completa</a:t>
            </a:r>
            <a:r>
              <a:rPr lang="en-US" sz="1400" dirty="0">
                <a:solidFill>
                  <a:schemeClr val="bg1"/>
                </a:solidFill>
              </a:rPr>
              <a:t> del </a:t>
            </a:r>
            <a:r>
              <a:rPr lang="en-US" sz="1400" dirty="0" err="1">
                <a:solidFill>
                  <a:schemeClr val="bg1"/>
                </a:solidFill>
              </a:rPr>
              <a:t>riesgo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0605" y="1450655"/>
            <a:ext cx="2949023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3.18. Exposición de la metodología MAGERIT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versión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845CBD95-5E1E-DD03-CD1A-141D58D3C61F}"/>
              </a:ext>
            </a:extLst>
          </p:cNvPr>
          <p:cNvSpPr txBox="1"/>
          <p:nvPr/>
        </p:nvSpPr>
        <p:spPr>
          <a:xfrm>
            <a:off x="4470234" y="190920"/>
            <a:ext cx="4673766" cy="6667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1. </a:t>
            </a:r>
            <a:r>
              <a:rPr lang="en-US" sz="1400" b="1" dirty="0" err="1">
                <a:solidFill>
                  <a:schemeClr val="bg1"/>
                </a:solidFill>
              </a:rPr>
              <a:t>Propósito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MAGERIT (</a:t>
            </a:r>
            <a:r>
              <a:rPr lang="en-US" sz="1400" i="1" dirty="0" err="1">
                <a:solidFill>
                  <a:schemeClr val="bg1"/>
                </a:solidFill>
              </a:rPr>
              <a:t>Metodología</a:t>
            </a:r>
            <a:r>
              <a:rPr lang="en-US" sz="1400" i="1" dirty="0">
                <a:solidFill>
                  <a:schemeClr val="bg1"/>
                </a:solidFill>
              </a:rPr>
              <a:t> de </a:t>
            </a:r>
            <a:r>
              <a:rPr lang="en-US" sz="1400" i="1" dirty="0" err="1">
                <a:solidFill>
                  <a:schemeClr val="bg1"/>
                </a:solidFill>
              </a:rPr>
              <a:t>Análisis</a:t>
            </a:r>
            <a:r>
              <a:rPr lang="en-US" sz="1400" i="1" dirty="0">
                <a:solidFill>
                  <a:schemeClr val="bg1"/>
                </a:solidFill>
              </a:rPr>
              <a:t> y </a:t>
            </a:r>
            <a:r>
              <a:rPr lang="en-US" sz="1400" i="1" dirty="0" err="1">
                <a:solidFill>
                  <a:schemeClr val="bg1"/>
                </a:solidFill>
              </a:rPr>
              <a:t>Gestión</a:t>
            </a:r>
            <a:r>
              <a:rPr lang="en-US" sz="1400" i="1" dirty="0">
                <a:solidFill>
                  <a:schemeClr val="bg1"/>
                </a:solidFill>
              </a:rPr>
              <a:t> de </a:t>
            </a:r>
            <a:r>
              <a:rPr lang="en-US" sz="1400" i="1" dirty="0" err="1">
                <a:solidFill>
                  <a:schemeClr val="bg1"/>
                </a:solidFill>
              </a:rPr>
              <a:t>Riesgos</a:t>
            </a:r>
            <a:r>
              <a:rPr lang="en-US" sz="1400" i="1" dirty="0">
                <a:solidFill>
                  <a:schemeClr val="bg1"/>
                </a:solidFill>
              </a:rPr>
              <a:t> de </a:t>
            </a:r>
            <a:r>
              <a:rPr lang="en-US" sz="1400" i="1" dirty="0" err="1">
                <a:solidFill>
                  <a:schemeClr val="bg1"/>
                </a:solidFill>
              </a:rPr>
              <a:t>los</a:t>
            </a:r>
            <a:r>
              <a:rPr lang="en-US" sz="1400" i="1" dirty="0">
                <a:solidFill>
                  <a:schemeClr val="bg1"/>
                </a:solidFill>
              </a:rPr>
              <a:t> Sistemas de </a:t>
            </a:r>
            <a:r>
              <a:rPr lang="en-US" sz="1400" i="1" dirty="0" err="1">
                <a:solidFill>
                  <a:schemeClr val="bg1"/>
                </a:solidFill>
              </a:rPr>
              <a:t>Información</a:t>
            </a:r>
            <a:r>
              <a:rPr lang="en-US" sz="1400" dirty="0">
                <a:solidFill>
                  <a:schemeClr val="bg1"/>
                </a:solidFill>
              </a:rPr>
              <a:t>) </a:t>
            </a:r>
            <a:r>
              <a:rPr lang="en-US" sz="1400" dirty="0" err="1">
                <a:solidFill>
                  <a:schemeClr val="bg1"/>
                </a:solidFill>
              </a:rPr>
              <a:t>fue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desarrollada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por</a:t>
            </a:r>
            <a:r>
              <a:rPr lang="en-US" sz="1400" dirty="0">
                <a:solidFill>
                  <a:schemeClr val="bg1"/>
                </a:solidFill>
              </a:rPr>
              <a:t> la Administración Pública </a:t>
            </a:r>
            <a:r>
              <a:rPr lang="en-US" sz="1400" dirty="0" err="1">
                <a:solidFill>
                  <a:schemeClr val="bg1"/>
                </a:solidFill>
              </a:rPr>
              <a:t>española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Su </a:t>
            </a:r>
            <a:r>
              <a:rPr lang="en-US" sz="1400" dirty="0" err="1">
                <a:solidFill>
                  <a:schemeClr val="bg1"/>
                </a:solidFill>
              </a:rPr>
              <a:t>objetivo</a:t>
            </a:r>
            <a:r>
              <a:rPr lang="en-US" sz="1400" dirty="0">
                <a:solidFill>
                  <a:schemeClr val="bg1"/>
                </a:solidFill>
              </a:rPr>
              <a:t> es </a:t>
            </a:r>
            <a:r>
              <a:rPr lang="en-US" sz="1400" b="1" dirty="0" err="1">
                <a:solidFill>
                  <a:schemeClr val="bg1"/>
                </a:solidFill>
              </a:rPr>
              <a:t>proteger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los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sistemas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información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mediante</a:t>
            </a:r>
            <a:r>
              <a:rPr lang="en-US" sz="1400" dirty="0">
                <a:solidFill>
                  <a:schemeClr val="bg1"/>
                </a:solidFill>
              </a:rPr>
              <a:t> la </a:t>
            </a:r>
            <a:r>
              <a:rPr lang="en-US" sz="1400" dirty="0" err="1">
                <a:solidFill>
                  <a:schemeClr val="bg1"/>
                </a:solidFill>
              </a:rPr>
              <a:t>identificación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evaluación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tratamiento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riesgos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🔹 2. </a:t>
            </a:r>
            <a:r>
              <a:rPr lang="en-US" sz="1400" b="1" dirty="0" err="1">
                <a:solidFill>
                  <a:schemeClr val="bg1"/>
                </a:solidFill>
              </a:rPr>
              <a:t>Fases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principales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Análisis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riesgos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Identificar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activos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bg1"/>
                </a:solidFill>
              </a:rPr>
              <a:t>amenazas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vulnerabilidades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Calcular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riesgo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combinando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impacto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probabilidad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Gestión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riesgos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Seleccionar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salvaguardas</a:t>
            </a:r>
            <a:r>
              <a:rPr lang="en-US" sz="1400" b="1" dirty="0">
                <a:solidFill>
                  <a:schemeClr val="bg1"/>
                </a:solidFill>
              </a:rPr>
              <a:t> o </a:t>
            </a:r>
            <a:r>
              <a:rPr lang="en-US" sz="1400" b="1" dirty="0" err="1">
                <a:solidFill>
                  <a:schemeClr val="bg1"/>
                </a:solidFill>
              </a:rPr>
              <a:t>controles</a:t>
            </a:r>
            <a:r>
              <a:rPr lang="en-US" sz="1400" dirty="0">
                <a:solidFill>
                  <a:schemeClr val="bg1"/>
                </a:solidFill>
              </a:rPr>
              <a:t> para </a:t>
            </a:r>
            <a:r>
              <a:rPr lang="en-US" sz="1400" dirty="0" err="1">
                <a:solidFill>
                  <a:schemeClr val="bg1"/>
                </a:solidFill>
              </a:rPr>
              <a:t>reducir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riesgo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Elaborar</a:t>
            </a:r>
            <a:r>
              <a:rPr lang="en-US" sz="1400" dirty="0">
                <a:solidFill>
                  <a:schemeClr val="bg1"/>
                </a:solidFill>
              </a:rPr>
              <a:t> un </a:t>
            </a:r>
            <a:r>
              <a:rPr lang="en-US" sz="1400" b="1" dirty="0">
                <a:solidFill>
                  <a:schemeClr val="bg1"/>
                </a:solidFill>
              </a:rPr>
              <a:t>plan de </a:t>
            </a:r>
            <a:r>
              <a:rPr lang="en-US" sz="1400" b="1" dirty="0" err="1">
                <a:solidFill>
                  <a:schemeClr val="bg1"/>
                </a:solidFill>
              </a:rPr>
              <a:t>acción</a:t>
            </a:r>
            <a:r>
              <a:rPr lang="en-US" sz="1400" dirty="0">
                <a:solidFill>
                  <a:schemeClr val="bg1"/>
                </a:solidFill>
              </a:rPr>
              <a:t> con </a:t>
            </a:r>
            <a:r>
              <a:rPr lang="en-US" sz="1400" dirty="0" err="1">
                <a:solidFill>
                  <a:schemeClr val="bg1"/>
                </a:solidFill>
              </a:rPr>
              <a:t>responsables</a:t>
            </a:r>
            <a:r>
              <a:rPr lang="en-US" sz="1400" dirty="0">
                <a:solidFill>
                  <a:schemeClr val="bg1"/>
                </a:solidFill>
              </a:rPr>
              <a:t> y </a:t>
            </a:r>
            <a:r>
              <a:rPr lang="en-US" sz="1400" dirty="0" err="1">
                <a:solidFill>
                  <a:schemeClr val="bg1"/>
                </a:solidFill>
              </a:rPr>
              <a:t>plazos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Auditoría</a:t>
            </a:r>
            <a:r>
              <a:rPr lang="en-US" sz="1400" b="1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seguimiento</a:t>
            </a:r>
            <a:r>
              <a:rPr lang="en-US" sz="1400" b="1" dirty="0">
                <a:solidFill>
                  <a:schemeClr val="bg1"/>
                </a:solidFill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Revisar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periódicamente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resultados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Mantener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actualizada</a:t>
            </a:r>
            <a:r>
              <a:rPr lang="en-US" sz="1400" dirty="0">
                <a:solidFill>
                  <a:schemeClr val="bg1"/>
                </a:solidFill>
              </a:rPr>
              <a:t> la </a:t>
            </a:r>
            <a:r>
              <a:rPr lang="en-US" sz="1400" dirty="0" err="1">
                <a:solidFill>
                  <a:schemeClr val="bg1"/>
                </a:solidFill>
              </a:rPr>
              <a:t>información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sobre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riesgos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🔹 3. </a:t>
            </a:r>
            <a:r>
              <a:rPr lang="en-US" sz="1400" b="1" dirty="0" err="1">
                <a:solidFill>
                  <a:schemeClr val="bg1"/>
                </a:solidFill>
              </a:rPr>
              <a:t>Características</a:t>
            </a:r>
            <a:endParaRPr lang="en-US" sz="1400" b="1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Enfoque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sistemático</a:t>
            </a:r>
            <a:r>
              <a:rPr lang="en-US" sz="1400" b="1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documentado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Utiliza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catálogos</a:t>
            </a:r>
            <a:r>
              <a:rPr lang="en-US" sz="1400" b="1" dirty="0">
                <a:solidFill>
                  <a:schemeClr val="bg1"/>
                </a:solidFill>
              </a:rPr>
              <a:t> de </a:t>
            </a:r>
            <a:r>
              <a:rPr lang="en-US" sz="1400" b="1" dirty="0" err="1">
                <a:solidFill>
                  <a:schemeClr val="bg1"/>
                </a:solidFill>
              </a:rPr>
              <a:t>activos</a:t>
            </a:r>
            <a:r>
              <a:rPr lang="en-US" sz="1400" b="1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bg1"/>
                </a:solidFill>
              </a:rPr>
              <a:t>amenazas</a:t>
            </a:r>
            <a:r>
              <a:rPr lang="en-US" sz="1400" b="1" dirty="0">
                <a:solidFill>
                  <a:schemeClr val="bg1"/>
                </a:solidFill>
              </a:rPr>
              <a:t> y </a:t>
            </a:r>
            <a:r>
              <a:rPr lang="en-US" sz="1400" b="1" dirty="0" err="1">
                <a:solidFill>
                  <a:schemeClr val="bg1"/>
                </a:solidFill>
              </a:rPr>
              <a:t>salvaguardas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Compatible con </a:t>
            </a:r>
            <a:r>
              <a:rPr lang="en-US" sz="1400" dirty="0" err="1">
                <a:solidFill>
                  <a:schemeClr val="bg1"/>
                </a:solidFill>
              </a:rPr>
              <a:t>normas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internacionales</a:t>
            </a:r>
            <a:r>
              <a:rPr lang="en-US" sz="1400" dirty="0">
                <a:solidFill>
                  <a:schemeClr val="bg1"/>
                </a:solidFill>
              </a:rPr>
              <a:t> (ISO 27001, 27005).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1442</Words>
  <Application>Microsoft Office PowerPoint</Application>
  <PresentationFormat>Presentación en pantalla (4:3)</PresentationFormat>
  <Paragraphs>246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Unidad 3:Análisis de riegos de los sistemas de información</vt:lpstr>
      <vt:lpstr>3. Análisis de riesgos de los sistemas de información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Análisis remoto de caja blanca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2025-10-15T15:16:50Z</dcterms:modified>
  <cp:category/>
</cp:coreProperties>
</file>