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027a3b949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027a3b949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027a3b94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027a3b94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27a3b94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027a3b94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027a3b94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027a3b94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27a3b94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27a3b94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59650" y="242150"/>
            <a:ext cx="6328200" cy="30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22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Ataque al banco Sepah – comprometidos 42 millones de registros y paralización de operaciones </a:t>
            </a:r>
            <a:endParaRPr b="1" sz="3922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975" y="2847524"/>
            <a:ext cx="3373850" cy="20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711200"/>
            <a:ext cx="7344225" cy="39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ctrTitle"/>
          </p:nvPr>
        </p:nvSpPr>
        <p:spPr>
          <a:xfrm>
            <a:off x="819150" y="711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¿Qué es un </a:t>
            </a: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ransomware</a:t>
            </a: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r>
              <a:rPr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4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659488" y="18310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9725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En una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definición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corta; es un ataque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cibernético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 que bloquea los sistemas y solicita un rescate.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Sus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características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principales son: La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infección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, cifrado de datos y exigencia de datos tal cual como ha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ocurrido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con el ataque al banco Sepah de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Irán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717550" y="841825"/>
            <a:ext cx="75057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En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marzo 2025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, el colectivo de hackers “Codebreakers” vulneró el sistema del Banco Sepah de Irán, robando </a:t>
            </a:r>
            <a:r>
              <a:rPr b="1"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42 millones de registros de clientes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(aproximadamente 12 TB de datos), incluidos datos de altos funcionarios bancarios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además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de crear un bloqueo de sistemas internos y la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paralización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de millones de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operaciones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que se realizan diariamente. Los atacantes exigieron </a:t>
            </a:r>
            <a:r>
              <a:rPr b="1"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42 millones de dólares en Bitcoin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y, al no cumplirse sus demandas, publicaron partes del conjunto de datos. </a:t>
            </a:r>
            <a:endParaRPr sz="1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¿Porqué </a:t>
            </a: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elegí</a:t>
            </a:r>
            <a:r>
              <a:rPr b="1" lang="es" sz="32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esta noticia?</a:t>
            </a:r>
            <a:endParaRPr sz="4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819150" y="1741725"/>
            <a:ext cx="7505700" cy="29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1390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Es uno de los mayores ataques cibernéticos contra una institución financiera en 2025. 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139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Refleja la vulnerabilidad de los sistemas de seguridad del banco y la importancia de tener un seguimiento de seguridad.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139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Atacaron sistemas financieros sensibles, accediendo a los sistemas internos del banco, cifrando y paralizando parte de la estructura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tecnológica impidiendo que se realizarán operaciones normales.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139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●"/>
            </a:pP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Pidieron un rescate a cambio de no divulgar los datos e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información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obtenida y 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liberar</a:t>
            </a:r>
            <a:r>
              <a:rPr lang="es" sz="1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el bloqueo del sistema.</a:t>
            </a:r>
            <a:endParaRPr sz="17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075" y="227023"/>
            <a:ext cx="2619375" cy="15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819150" y="294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¿Qué pienso que deben hacer las empresas?</a:t>
            </a:r>
            <a:r>
              <a:rPr lang="es" sz="2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4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819150" y="1378850"/>
            <a:ext cx="7505700" cy="30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2425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Aislar sistemas infectados para que el malware no se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continúe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propagando y restaurar desde backups.</a:t>
            </a:r>
            <a:endParaRPr sz="19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Implementar segmentación de red, analizar y documentar el ataque, tener una constante monitorización continua.</a:t>
            </a:r>
            <a:endParaRPr sz="19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Tener una 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óptima</a:t>
            </a: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seguridad en el correo. </a:t>
            </a:r>
            <a:endParaRPr sz="19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124" y="3309249"/>
            <a:ext cx="2447950" cy="1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¿</a:t>
            </a:r>
            <a:r>
              <a:rPr b="1" lang="es" sz="2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Qué creo que deben mejorarlas empresas?</a:t>
            </a:r>
            <a:r>
              <a:rPr lang="es" sz="27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2425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Tener actualizaciones continuas de seguridad informática.</a:t>
            </a:r>
            <a:endParaRPr sz="19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Aumentar el cifrado y la tokenización de los datos y transacciones de los clientes.</a:t>
            </a:r>
            <a:endParaRPr sz="1950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mic Sans MS"/>
              <a:buChar char="●"/>
            </a:pPr>
            <a:r>
              <a:rPr lang="es" sz="195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Crear simulacros para asegurarse de la seguridad informática, algo tipo simulacros con respuestas de estos. 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2571750"/>
            <a:ext cx="3528500" cy="20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