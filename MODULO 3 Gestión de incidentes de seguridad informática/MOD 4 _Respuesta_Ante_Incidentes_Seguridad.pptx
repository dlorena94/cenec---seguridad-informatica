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E57A97-3B3D-4CBE-9FE2-96490ED6807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553C425-2DB3-411D-AD20-41BD35750E7A}">
      <dgm:prSet/>
      <dgm:spPr/>
      <dgm:t>
        <a:bodyPr/>
        <a:lstStyle/>
        <a:p>
          <a:r>
            <a:rPr lang="en-US"/>
            <a:t>• Comprender los procedimientos de detección, verificación y respuesta ante incidentes de seguridad.</a:t>
          </a:r>
        </a:p>
      </dgm:t>
    </dgm:pt>
    <dgm:pt modelId="{5532E94A-2364-49BD-AC0D-F7BED2127FA6}" type="parTrans" cxnId="{586281DB-E7C3-46FA-AB9A-07308C9ABA68}">
      <dgm:prSet/>
      <dgm:spPr/>
      <dgm:t>
        <a:bodyPr/>
        <a:lstStyle/>
        <a:p>
          <a:endParaRPr lang="en-US"/>
        </a:p>
      </dgm:t>
    </dgm:pt>
    <dgm:pt modelId="{A4518B54-F3A5-411C-BCB7-1387D51CCF49}" type="sibTrans" cxnId="{586281DB-E7C3-46FA-AB9A-07308C9ABA68}">
      <dgm:prSet/>
      <dgm:spPr/>
      <dgm:t>
        <a:bodyPr/>
        <a:lstStyle/>
        <a:p>
          <a:endParaRPr lang="en-US"/>
        </a:p>
      </dgm:t>
    </dgm:pt>
    <dgm:pt modelId="{042E54B3-E331-4D54-B6A9-4692288120EB}">
      <dgm:prSet/>
      <dgm:spPr/>
      <dgm:t>
        <a:bodyPr/>
        <a:lstStyle/>
        <a:p>
          <a:r>
            <a:rPr lang="en-US"/>
            <a:t>• Identificar herramientas y técnicas para el análisis de eventos y correlación.</a:t>
          </a:r>
        </a:p>
      </dgm:t>
    </dgm:pt>
    <dgm:pt modelId="{C0BE8C1D-9B6F-4DC5-92D4-6B3B75C12BF4}" type="parTrans" cxnId="{9F7B475C-BCF9-417E-BC51-034AB3FB3317}">
      <dgm:prSet/>
      <dgm:spPr/>
      <dgm:t>
        <a:bodyPr/>
        <a:lstStyle/>
        <a:p>
          <a:endParaRPr lang="en-US"/>
        </a:p>
      </dgm:t>
    </dgm:pt>
    <dgm:pt modelId="{2A795A13-068E-4B21-9FA7-2370388EED96}" type="sibTrans" cxnId="{9F7B475C-BCF9-417E-BC51-034AB3FB3317}">
      <dgm:prSet/>
      <dgm:spPr/>
      <dgm:t>
        <a:bodyPr/>
        <a:lstStyle/>
        <a:p>
          <a:endParaRPr lang="en-US"/>
        </a:p>
      </dgm:t>
    </dgm:pt>
    <dgm:pt modelId="{7B597058-7CB0-4B44-8144-A5D8BB70EEE0}">
      <dgm:prSet/>
      <dgm:spPr/>
      <dgm:t>
        <a:bodyPr/>
        <a:lstStyle/>
        <a:p>
          <a:r>
            <a:rPr lang="en-US"/>
            <a:t>• Conocer las funciones de los organismos CERT/CSIRT.</a:t>
          </a:r>
        </a:p>
      </dgm:t>
    </dgm:pt>
    <dgm:pt modelId="{BDCF24FD-4C78-45AB-841F-2D3526374F72}" type="parTrans" cxnId="{C8E68C39-61E9-491D-B723-CC19F8D7E0B4}">
      <dgm:prSet/>
      <dgm:spPr/>
      <dgm:t>
        <a:bodyPr/>
        <a:lstStyle/>
        <a:p>
          <a:endParaRPr lang="en-US"/>
        </a:p>
      </dgm:t>
    </dgm:pt>
    <dgm:pt modelId="{51D54A8E-7A1C-4148-B8C3-F69A27995F93}" type="sibTrans" cxnId="{C8E68C39-61E9-491D-B723-CC19F8D7E0B4}">
      <dgm:prSet/>
      <dgm:spPr/>
      <dgm:t>
        <a:bodyPr/>
        <a:lstStyle/>
        <a:p>
          <a:endParaRPr lang="en-US"/>
        </a:p>
      </dgm:t>
    </dgm:pt>
    <dgm:pt modelId="{11018406-1B76-4ECD-91A1-E1799DE81345}">
      <dgm:prSet/>
      <dgm:spPr/>
      <dgm:t>
        <a:bodyPr/>
        <a:lstStyle/>
        <a:p>
          <a:r>
            <a:rPr lang="en-US"/>
            <a:t>• Saber notificar, categorizar y documentar los incidentes.</a:t>
          </a:r>
        </a:p>
      </dgm:t>
    </dgm:pt>
    <dgm:pt modelId="{7A72BCB8-60D6-4A25-9B18-5D21858B4C65}" type="parTrans" cxnId="{487841F2-D861-43B0-856A-6780614E6BE6}">
      <dgm:prSet/>
      <dgm:spPr/>
      <dgm:t>
        <a:bodyPr/>
        <a:lstStyle/>
        <a:p>
          <a:endParaRPr lang="en-US"/>
        </a:p>
      </dgm:t>
    </dgm:pt>
    <dgm:pt modelId="{B8938256-AA36-46ED-80F0-8B9D4860B0AD}" type="sibTrans" cxnId="{487841F2-D861-43B0-856A-6780614E6BE6}">
      <dgm:prSet/>
      <dgm:spPr/>
      <dgm:t>
        <a:bodyPr/>
        <a:lstStyle/>
        <a:p>
          <a:endParaRPr lang="en-US"/>
        </a:p>
      </dgm:t>
    </dgm:pt>
    <dgm:pt modelId="{8F0FFB51-5C94-44FE-998C-0AC8B9044FA2}" type="pres">
      <dgm:prSet presAssocID="{0FE57A97-3B3D-4CBE-9FE2-96490ED68079}" presName="root" presStyleCnt="0">
        <dgm:presLayoutVars>
          <dgm:dir/>
          <dgm:resizeHandles val="exact"/>
        </dgm:presLayoutVars>
      </dgm:prSet>
      <dgm:spPr/>
    </dgm:pt>
    <dgm:pt modelId="{FE5F7B03-17BC-40D9-9A72-E3D8814F4EF9}" type="pres">
      <dgm:prSet presAssocID="{0553C425-2DB3-411D-AD20-41BD35750E7A}" presName="compNode" presStyleCnt="0"/>
      <dgm:spPr/>
    </dgm:pt>
    <dgm:pt modelId="{1F078311-FF9A-4888-B740-0BC13DC18BA2}" type="pres">
      <dgm:prSet presAssocID="{0553C425-2DB3-411D-AD20-41BD35750E7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11DBBEAD-7C17-4424-860B-3A775C2C45F8}" type="pres">
      <dgm:prSet presAssocID="{0553C425-2DB3-411D-AD20-41BD35750E7A}" presName="spaceRect" presStyleCnt="0"/>
      <dgm:spPr/>
    </dgm:pt>
    <dgm:pt modelId="{CE4B6412-D9D3-46A7-9E3C-4FF0F3ABBA28}" type="pres">
      <dgm:prSet presAssocID="{0553C425-2DB3-411D-AD20-41BD35750E7A}" presName="textRect" presStyleLbl="revTx" presStyleIdx="0" presStyleCnt="4">
        <dgm:presLayoutVars>
          <dgm:chMax val="1"/>
          <dgm:chPref val="1"/>
        </dgm:presLayoutVars>
      </dgm:prSet>
      <dgm:spPr/>
    </dgm:pt>
    <dgm:pt modelId="{6D2364F0-BEB3-4781-B19D-20EEC19FDF68}" type="pres">
      <dgm:prSet presAssocID="{A4518B54-F3A5-411C-BCB7-1387D51CCF49}" presName="sibTrans" presStyleCnt="0"/>
      <dgm:spPr/>
    </dgm:pt>
    <dgm:pt modelId="{B24659E9-AE7A-4BCF-8281-0A3CECEA3532}" type="pres">
      <dgm:prSet presAssocID="{042E54B3-E331-4D54-B6A9-4692288120EB}" presName="compNode" presStyleCnt="0"/>
      <dgm:spPr/>
    </dgm:pt>
    <dgm:pt modelId="{0003DD12-EE00-4DF1-B914-3F81FAB8816B}" type="pres">
      <dgm:prSet presAssocID="{042E54B3-E331-4D54-B6A9-4692288120E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59984769-E7F6-436E-91A9-1FC1AB2EC56D}" type="pres">
      <dgm:prSet presAssocID="{042E54B3-E331-4D54-B6A9-4692288120EB}" presName="spaceRect" presStyleCnt="0"/>
      <dgm:spPr/>
    </dgm:pt>
    <dgm:pt modelId="{5E2E6B43-9775-4C43-A90C-57BA410A71BC}" type="pres">
      <dgm:prSet presAssocID="{042E54B3-E331-4D54-B6A9-4692288120EB}" presName="textRect" presStyleLbl="revTx" presStyleIdx="1" presStyleCnt="4">
        <dgm:presLayoutVars>
          <dgm:chMax val="1"/>
          <dgm:chPref val="1"/>
        </dgm:presLayoutVars>
      </dgm:prSet>
      <dgm:spPr/>
    </dgm:pt>
    <dgm:pt modelId="{E70B955D-9BE4-45B1-AEC1-3A5DE0C8A4CF}" type="pres">
      <dgm:prSet presAssocID="{2A795A13-068E-4B21-9FA7-2370388EED96}" presName="sibTrans" presStyleCnt="0"/>
      <dgm:spPr/>
    </dgm:pt>
    <dgm:pt modelId="{4006EDCE-5C7B-459E-9875-0E736C8AB97D}" type="pres">
      <dgm:prSet presAssocID="{7B597058-7CB0-4B44-8144-A5D8BB70EEE0}" presName="compNode" presStyleCnt="0"/>
      <dgm:spPr/>
    </dgm:pt>
    <dgm:pt modelId="{04B56B72-2441-425A-843E-9B67C44891C9}" type="pres">
      <dgm:prSet presAssocID="{7B597058-7CB0-4B44-8144-A5D8BB70EEE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8A859450-50DC-41BD-9C40-9306AE5E480F}" type="pres">
      <dgm:prSet presAssocID="{7B597058-7CB0-4B44-8144-A5D8BB70EEE0}" presName="spaceRect" presStyleCnt="0"/>
      <dgm:spPr/>
    </dgm:pt>
    <dgm:pt modelId="{A0AEC77A-935F-41E7-BC72-6E8D6AFD7CD3}" type="pres">
      <dgm:prSet presAssocID="{7B597058-7CB0-4B44-8144-A5D8BB70EEE0}" presName="textRect" presStyleLbl="revTx" presStyleIdx="2" presStyleCnt="4">
        <dgm:presLayoutVars>
          <dgm:chMax val="1"/>
          <dgm:chPref val="1"/>
        </dgm:presLayoutVars>
      </dgm:prSet>
      <dgm:spPr/>
    </dgm:pt>
    <dgm:pt modelId="{F0EF00E4-AAC5-453C-88A5-6CA054C26156}" type="pres">
      <dgm:prSet presAssocID="{51D54A8E-7A1C-4148-B8C3-F69A27995F93}" presName="sibTrans" presStyleCnt="0"/>
      <dgm:spPr/>
    </dgm:pt>
    <dgm:pt modelId="{9FFD538A-C943-43EA-89DA-7A98B1238C2A}" type="pres">
      <dgm:prSet presAssocID="{11018406-1B76-4ECD-91A1-E1799DE81345}" presName="compNode" presStyleCnt="0"/>
      <dgm:spPr/>
    </dgm:pt>
    <dgm:pt modelId="{E6CB46DA-E9CA-45A5-8554-D209D2E36E11}" type="pres">
      <dgm:prSet presAssocID="{11018406-1B76-4ECD-91A1-E1799DE8134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plosión"/>
        </a:ext>
      </dgm:extLst>
    </dgm:pt>
    <dgm:pt modelId="{EE6DFEF9-E70E-4523-8359-20A5EDD2C1CF}" type="pres">
      <dgm:prSet presAssocID="{11018406-1B76-4ECD-91A1-E1799DE81345}" presName="spaceRect" presStyleCnt="0"/>
      <dgm:spPr/>
    </dgm:pt>
    <dgm:pt modelId="{3640924B-4B54-4EA8-9DF6-A3CD3947492D}" type="pres">
      <dgm:prSet presAssocID="{11018406-1B76-4ECD-91A1-E1799DE8134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5EA2E11-9DF7-42AA-82FD-14FEC028A53D}" type="presOf" srcId="{7B597058-7CB0-4B44-8144-A5D8BB70EEE0}" destId="{A0AEC77A-935F-41E7-BC72-6E8D6AFD7CD3}" srcOrd="0" destOrd="0" presId="urn:microsoft.com/office/officeart/2018/2/layout/IconLabelList"/>
    <dgm:cxn modelId="{101CC92C-8799-4D80-BAB7-9CC8957E776C}" type="presOf" srcId="{11018406-1B76-4ECD-91A1-E1799DE81345}" destId="{3640924B-4B54-4EA8-9DF6-A3CD3947492D}" srcOrd="0" destOrd="0" presId="urn:microsoft.com/office/officeart/2018/2/layout/IconLabelList"/>
    <dgm:cxn modelId="{377CE82E-B56B-485D-B55A-CA55685DC878}" type="presOf" srcId="{0553C425-2DB3-411D-AD20-41BD35750E7A}" destId="{CE4B6412-D9D3-46A7-9E3C-4FF0F3ABBA28}" srcOrd="0" destOrd="0" presId="urn:microsoft.com/office/officeart/2018/2/layout/IconLabelList"/>
    <dgm:cxn modelId="{C8E68C39-61E9-491D-B723-CC19F8D7E0B4}" srcId="{0FE57A97-3B3D-4CBE-9FE2-96490ED68079}" destId="{7B597058-7CB0-4B44-8144-A5D8BB70EEE0}" srcOrd="2" destOrd="0" parTransId="{BDCF24FD-4C78-45AB-841F-2D3526374F72}" sibTransId="{51D54A8E-7A1C-4148-B8C3-F69A27995F93}"/>
    <dgm:cxn modelId="{9F7B475C-BCF9-417E-BC51-034AB3FB3317}" srcId="{0FE57A97-3B3D-4CBE-9FE2-96490ED68079}" destId="{042E54B3-E331-4D54-B6A9-4692288120EB}" srcOrd="1" destOrd="0" parTransId="{C0BE8C1D-9B6F-4DC5-92D4-6B3B75C12BF4}" sibTransId="{2A795A13-068E-4B21-9FA7-2370388EED96}"/>
    <dgm:cxn modelId="{78FA4662-F77A-4ADA-BA82-4096FCF8A2D7}" type="presOf" srcId="{042E54B3-E331-4D54-B6A9-4692288120EB}" destId="{5E2E6B43-9775-4C43-A90C-57BA410A71BC}" srcOrd="0" destOrd="0" presId="urn:microsoft.com/office/officeart/2018/2/layout/IconLabelList"/>
    <dgm:cxn modelId="{0B06C2DA-30F2-451A-A17B-A4506CC91A02}" type="presOf" srcId="{0FE57A97-3B3D-4CBE-9FE2-96490ED68079}" destId="{8F0FFB51-5C94-44FE-998C-0AC8B9044FA2}" srcOrd="0" destOrd="0" presId="urn:microsoft.com/office/officeart/2018/2/layout/IconLabelList"/>
    <dgm:cxn modelId="{586281DB-E7C3-46FA-AB9A-07308C9ABA68}" srcId="{0FE57A97-3B3D-4CBE-9FE2-96490ED68079}" destId="{0553C425-2DB3-411D-AD20-41BD35750E7A}" srcOrd="0" destOrd="0" parTransId="{5532E94A-2364-49BD-AC0D-F7BED2127FA6}" sibTransId="{A4518B54-F3A5-411C-BCB7-1387D51CCF49}"/>
    <dgm:cxn modelId="{487841F2-D861-43B0-856A-6780614E6BE6}" srcId="{0FE57A97-3B3D-4CBE-9FE2-96490ED68079}" destId="{11018406-1B76-4ECD-91A1-E1799DE81345}" srcOrd="3" destOrd="0" parTransId="{7A72BCB8-60D6-4A25-9B18-5D21858B4C65}" sibTransId="{B8938256-AA36-46ED-80F0-8B9D4860B0AD}"/>
    <dgm:cxn modelId="{BA829DCA-6AA8-4EB4-956A-2B40F9E4B21D}" type="presParOf" srcId="{8F0FFB51-5C94-44FE-998C-0AC8B9044FA2}" destId="{FE5F7B03-17BC-40D9-9A72-E3D8814F4EF9}" srcOrd="0" destOrd="0" presId="urn:microsoft.com/office/officeart/2018/2/layout/IconLabelList"/>
    <dgm:cxn modelId="{12EA0A08-5562-4B70-9FED-307CBC978385}" type="presParOf" srcId="{FE5F7B03-17BC-40D9-9A72-E3D8814F4EF9}" destId="{1F078311-FF9A-4888-B740-0BC13DC18BA2}" srcOrd="0" destOrd="0" presId="urn:microsoft.com/office/officeart/2018/2/layout/IconLabelList"/>
    <dgm:cxn modelId="{D8BD39F8-3967-4A2F-AFA4-D5738866EE48}" type="presParOf" srcId="{FE5F7B03-17BC-40D9-9A72-E3D8814F4EF9}" destId="{11DBBEAD-7C17-4424-860B-3A775C2C45F8}" srcOrd="1" destOrd="0" presId="urn:microsoft.com/office/officeart/2018/2/layout/IconLabelList"/>
    <dgm:cxn modelId="{12508A54-74CB-4668-A267-9E60D6FBF325}" type="presParOf" srcId="{FE5F7B03-17BC-40D9-9A72-E3D8814F4EF9}" destId="{CE4B6412-D9D3-46A7-9E3C-4FF0F3ABBA28}" srcOrd="2" destOrd="0" presId="urn:microsoft.com/office/officeart/2018/2/layout/IconLabelList"/>
    <dgm:cxn modelId="{F2EC0642-794F-4FA6-BF07-63DEB3EA3334}" type="presParOf" srcId="{8F0FFB51-5C94-44FE-998C-0AC8B9044FA2}" destId="{6D2364F0-BEB3-4781-B19D-20EEC19FDF68}" srcOrd="1" destOrd="0" presId="urn:microsoft.com/office/officeart/2018/2/layout/IconLabelList"/>
    <dgm:cxn modelId="{B57E300D-B9B7-4E44-99C5-DA714A6D1D08}" type="presParOf" srcId="{8F0FFB51-5C94-44FE-998C-0AC8B9044FA2}" destId="{B24659E9-AE7A-4BCF-8281-0A3CECEA3532}" srcOrd="2" destOrd="0" presId="urn:microsoft.com/office/officeart/2018/2/layout/IconLabelList"/>
    <dgm:cxn modelId="{5C6B0214-6511-4F0C-911A-070AE0F040CF}" type="presParOf" srcId="{B24659E9-AE7A-4BCF-8281-0A3CECEA3532}" destId="{0003DD12-EE00-4DF1-B914-3F81FAB8816B}" srcOrd="0" destOrd="0" presId="urn:microsoft.com/office/officeart/2018/2/layout/IconLabelList"/>
    <dgm:cxn modelId="{DE8A0BE5-410F-4804-93C3-A323572B3D89}" type="presParOf" srcId="{B24659E9-AE7A-4BCF-8281-0A3CECEA3532}" destId="{59984769-E7F6-436E-91A9-1FC1AB2EC56D}" srcOrd="1" destOrd="0" presId="urn:microsoft.com/office/officeart/2018/2/layout/IconLabelList"/>
    <dgm:cxn modelId="{C07F596A-6342-406E-AA97-7BACCF619637}" type="presParOf" srcId="{B24659E9-AE7A-4BCF-8281-0A3CECEA3532}" destId="{5E2E6B43-9775-4C43-A90C-57BA410A71BC}" srcOrd="2" destOrd="0" presId="urn:microsoft.com/office/officeart/2018/2/layout/IconLabelList"/>
    <dgm:cxn modelId="{61F890C0-C6EE-4AFD-94CC-EE951AA6FFAD}" type="presParOf" srcId="{8F0FFB51-5C94-44FE-998C-0AC8B9044FA2}" destId="{E70B955D-9BE4-45B1-AEC1-3A5DE0C8A4CF}" srcOrd="3" destOrd="0" presId="urn:microsoft.com/office/officeart/2018/2/layout/IconLabelList"/>
    <dgm:cxn modelId="{56DC38A0-2723-4B0E-B52E-E7FF519A83EB}" type="presParOf" srcId="{8F0FFB51-5C94-44FE-998C-0AC8B9044FA2}" destId="{4006EDCE-5C7B-459E-9875-0E736C8AB97D}" srcOrd="4" destOrd="0" presId="urn:microsoft.com/office/officeart/2018/2/layout/IconLabelList"/>
    <dgm:cxn modelId="{F2B7D0FC-5E46-44A7-AA73-566E85D74F55}" type="presParOf" srcId="{4006EDCE-5C7B-459E-9875-0E736C8AB97D}" destId="{04B56B72-2441-425A-843E-9B67C44891C9}" srcOrd="0" destOrd="0" presId="urn:microsoft.com/office/officeart/2018/2/layout/IconLabelList"/>
    <dgm:cxn modelId="{9832A95C-D477-49EB-B13B-DFD36813C6AA}" type="presParOf" srcId="{4006EDCE-5C7B-459E-9875-0E736C8AB97D}" destId="{8A859450-50DC-41BD-9C40-9306AE5E480F}" srcOrd="1" destOrd="0" presId="urn:microsoft.com/office/officeart/2018/2/layout/IconLabelList"/>
    <dgm:cxn modelId="{096670E7-71BB-482A-B21A-7E6C686B7D65}" type="presParOf" srcId="{4006EDCE-5C7B-459E-9875-0E736C8AB97D}" destId="{A0AEC77A-935F-41E7-BC72-6E8D6AFD7CD3}" srcOrd="2" destOrd="0" presId="urn:microsoft.com/office/officeart/2018/2/layout/IconLabelList"/>
    <dgm:cxn modelId="{AA2F3B9F-2AB6-4EE7-ABAC-0C220AF4D28C}" type="presParOf" srcId="{8F0FFB51-5C94-44FE-998C-0AC8B9044FA2}" destId="{F0EF00E4-AAC5-453C-88A5-6CA054C26156}" srcOrd="5" destOrd="0" presId="urn:microsoft.com/office/officeart/2018/2/layout/IconLabelList"/>
    <dgm:cxn modelId="{966A36CB-08DB-4283-8907-55DB6429B7FC}" type="presParOf" srcId="{8F0FFB51-5C94-44FE-998C-0AC8B9044FA2}" destId="{9FFD538A-C943-43EA-89DA-7A98B1238C2A}" srcOrd="6" destOrd="0" presId="urn:microsoft.com/office/officeart/2018/2/layout/IconLabelList"/>
    <dgm:cxn modelId="{92088F20-4B7B-4D38-A81C-9225B5ABDF48}" type="presParOf" srcId="{9FFD538A-C943-43EA-89DA-7A98B1238C2A}" destId="{E6CB46DA-E9CA-45A5-8554-D209D2E36E11}" srcOrd="0" destOrd="0" presId="urn:microsoft.com/office/officeart/2018/2/layout/IconLabelList"/>
    <dgm:cxn modelId="{054B6A17-BD44-4ED3-B031-4A240C610202}" type="presParOf" srcId="{9FFD538A-C943-43EA-89DA-7A98B1238C2A}" destId="{EE6DFEF9-E70E-4523-8359-20A5EDD2C1CF}" srcOrd="1" destOrd="0" presId="urn:microsoft.com/office/officeart/2018/2/layout/IconLabelList"/>
    <dgm:cxn modelId="{96CB9D28-AF61-4F27-95A6-0CCD5AEFD210}" type="presParOf" srcId="{9FFD538A-C943-43EA-89DA-7A98B1238C2A}" destId="{3640924B-4B54-4EA8-9DF6-A3CD3947492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EAD640-D159-461F-9AF8-877CFA00BEDD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E120D94-36CB-4156-9E11-D2815C0F12AE}">
      <dgm:prSet/>
      <dgm:spPr/>
      <dgm:t>
        <a:bodyPr/>
        <a:lstStyle/>
        <a:p>
          <a:r>
            <a:rPr lang="en-US"/>
            <a:t>• Registro de eventos y alarmas (logs, IDS/IPS)</a:t>
          </a:r>
        </a:p>
      </dgm:t>
    </dgm:pt>
    <dgm:pt modelId="{936DE281-99CB-402F-AF63-1B570F9F9691}" type="parTrans" cxnId="{BC3A117A-E0FD-471A-816E-9C243DBBFEA9}">
      <dgm:prSet/>
      <dgm:spPr/>
      <dgm:t>
        <a:bodyPr/>
        <a:lstStyle/>
        <a:p>
          <a:endParaRPr lang="en-US"/>
        </a:p>
      </dgm:t>
    </dgm:pt>
    <dgm:pt modelId="{CC5F6E90-80B0-4713-BFC0-70D67F410E6D}" type="sibTrans" cxnId="{BC3A117A-E0FD-471A-816E-9C243DBBFEA9}">
      <dgm:prSet/>
      <dgm:spPr/>
      <dgm:t>
        <a:bodyPr/>
        <a:lstStyle/>
        <a:p>
          <a:endParaRPr lang="en-US"/>
        </a:p>
      </dgm:t>
    </dgm:pt>
    <dgm:pt modelId="{537A3504-5946-46DC-A7D9-5B0EE47F3921}">
      <dgm:prSet/>
      <dgm:spPr/>
      <dgm:t>
        <a:bodyPr/>
        <a:lstStyle/>
        <a:p>
          <a:r>
            <a:rPr lang="en-US"/>
            <a:t>• Identificación de comportamientos sospechosos</a:t>
          </a:r>
        </a:p>
      </dgm:t>
    </dgm:pt>
    <dgm:pt modelId="{AB10BBD3-B768-4E79-9EB3-9E3A51582889}" type="parTrans" cxnId="{5F06AF6C-12B2-41E2-84C1-BCDAE03A6F0E}">
      <dgm:prSet/>
      <dgm:spPr/>
      <dgm:t>
        <a:bodyPr/>
        <a:lstStyle/>
        <a:p>
          <a:endParaRPr lang="en-US"/>
        </a:p>
      </dgm:t>
    </dgm:pt>
    <dgm:pt modelId="{695F5C04-A5B2-4E2F-AD2D-2DC259CCE317}" type="sibTrans" cxnId="{5F06AF6C-12B2-41E2-84C1-BCDAE03A6F0E}">
      <dgm:prSet/>
      <dgm:spPr/>
      <dgm:t>
        <a:bodyPr/>
        <a:lstStyle/>
        <a:p>
          <a:endParaRPr lang="en-US"/>
        </a:p>
      </dgm:t>
    </dgm:pt>
    <dgm:pt modelId="{11431FA9-29DE-4739-B44B-7BD1F4251AE8}">
      <dgm:prSet/>
      <dgm:spPr/>
      <dgm:t>
        <a:bodyPr/>
        <a:lstStyle/>
        <a:p>
          <a:r>
            <a:rPr lang="en-US"/>
            <a:t>• Inventario de sistemas afectados</a:t>
          </a:r>
        </a:p>
      </dgm:t>
    </dgm:pt>
    <dgm:pt modelId="{674BE0D8-1AB7-4732-9FD2-2AFB5191385E}" type="parTrans" cxnId="{01FDEFEC-0A4B-4CDA-8DD2-B97C75D22436}">
      <dgm:prSet/>
      <dgm:spPr/>
      <dgm:t>
        <a:bodyPr/>
        <a:lstStyle/>
        <a:p>
          <a:endParaRPr lang="en-US"/>
        </a:p>
      </dgm:t>
    </dgm:pt>
    <dgm:pt modelId="{0289B277-B148-47CE-BDD5-BDED7C0C8408}" type="sibTrans" cxnId="{01FDEFEC-0A4B-4CDA-8DD2-B97C75D22436}">
      <dgm:prSet/>
      <dgm:spPr/>
      <dgm:t>
        <a:bodyPr/>
        <a:lstStyle/>
        <a:p>
          <a:endParaRPr lang="en-US"/>
        </a:p>
      </dgm:t>
    </dgm:pt>
    <dgm:pt modelId="{FCEE2FA2-74AC-445F-BF99-A63C95EB4810}">
      <dgm:prSet/>
      <dgm:spPr/>
      <dgm:t>
        <a:bodyPr/>
        <a:lstStyle/>
        <a:p>
          <a:r>
            <a:rPr lang="en-US"/>
            <a:t>• Coordinación con las áreas implicadas</a:t>
          </a:r>
        </a:p>
      </dgm:t>
    </dgm:pt>
    <dgm:pt modelId="{C6F3AD8C-602D-4611-91DB-80F666F3BA51}" type="parTrans" cxnId="{2BA81054-DAFA-408D-BBF9-8AA7B987732A}">
      <dgm:prSet/>
      <dgm:spPr/>
      <dgm:t>
        <a:bodyPr/>
        <a:lstStyle/>
        <a:p>
          <a:endParaRPr lang="en-US"/>
        </a:p>
      </dgm:t>
    </dgm:pt>
    <dgm:pt modelId="{CE7CF60D-161B-42D4-99AA-1C563EAD58F8}" type="sibTrans" cxnId="{2BA81054-DAFA-408D-BBF9-8AA7B987732A}">
      <dgm:prSet/>
      <dgm:spPr/>
      <dgm:t>
        <a:bodyPr/>
        <a:lstStyle/>
        <a:p>
          <a:endParaRPr lang="en-US"/>
        </a:p>
      </dgm:t>
    </dgm:pt>
    <dgm:pt modelId="{E168A358-0C99-4B9E-8711-D99DC7A07B54}" type="pres">
      <dgm:prSet presAssocID="{0FEAD640-D159-461F-9AF8-877CFA00BEDD}" presName="matrix" presStyleCnt="0">
        <dgm:presLayoutVars>
          <dgm:chMax val="1"/>
          <dgm:dir/>
          <dgm:resizeHandles val="exact"/>
        </dgm:presLayoutVars>
      </dgm:prSet>
      <dgm:spPr/>
    </dgm:pt>
    <dgm:pt modelId="{D71727FC-11AD-4B89-A82A-4BE10D94A743}" type="pres">
      <dgm:prSet presAssocID="{0FEAD640-D159-461F-9AF8-877CFA00BEDD}" presName="diamond" presStyleLbl="bgShp" presStyleIdx="0" presStyleCnt="1"/>
      <dgm:spPr/>
    </dgm:pt>
    <dgm:pt modelId="{073BB56D-0843-450D-A3AC-C8D6464F446B}" type="pres">
      <dgm:prSet presAssocID="{0FEAD640-D159-461F-9AF8-877CFA00BED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B0D8857-8974-485B-A39A-61E0F221BAFF}" type="pres">
      <dgm:prSet presAssocID="{0FEAD640-D159-461F-9AF8-877CFA00BED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914677D-4C06-4163-8F93-D4F672D04AB2}" type="pres">
      <dgm:prSet presAssocID="{0FEAD640-D159-461F-9AF8-877CFA00BED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7EF14FE-23C5-4560-B9E6-7A52E4F82DA7}" type="pres">
      <dgm:prSet presAssocID="{0FEAD640-D159-461F-9AF8-877CFA00BED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788B135-B5CE-4146-9219-559C411259E8}" type="presOf" srcId="{537A3504-5946-46DC-A7D9-5B0EE47F3921}" destId="{3B0D8857-8974-485B-A39A-61E0F221BAFF}" srcOrd="0" destOrd="0" presId="urn:microsoft.com/office/officeart/2005/8/layout/matrix3"/>
    <dgm:cxn modelId="{01546367-10D2-4D44-873B-DAD266E32255}" type="presOf" srcId="{0FEAD640-D159-461F-9AF8-877CFA00BEDD}" destId="{E168A358-0C99-4B9E-8711-D99DC7A07B54}" srcOrd="0" destOrd="0" presId="urn:microsoft.com/office/officeart/2005/8/layout/matrix3"/>
    <dgm:cxn modelId="{5F06AF6C-12B2-41E2-84C1-BCDAE03A6F0E}" srcId="{0FEAD640-D159-461F-9AF8-877CFA00BEDD}" destId="{537A3504-5946-46DC-A7D9-5B0EE47F3921}" srcOrd="1" destOrd="0" parTransId="{AB10BBD3-B768-4E79-9EB3-9E3A51582889}" sibTransId="{695F5C04-A5B2-4E2F-AD2D-2DC259CCE317}"/>
    <dgm:cxn modelId="{2BA81054-DAFA-408D-BBF9-8AA7B987732A}" srcId="{0FEAD640-D159-461F-9AF8-877CFA00BEDD}" destId="{FCEE2FA2-74AC-445F-BF99-A63C95EB4810}" srcOrd="3" destOrd="0" parTransId="{C6F3AD8C-602D-4611-91DB-80F666F3BA51}" sibTransId="{CE7CF60D-161B-42D4-99AA-1C563EAD58F8}"/>
    <dgm:cxn modelId="{BC3A117A-E0FD-471A-816E-9C243DBBFEA9}" srcId="{0FEAD640-D159-461F-9AF8-877CFA00BEDD}" destId="{4E120D94-36CB-4156-9E11-D2815C0F12AE}" srcOrd="0" destOrd="0" parTransId="{936DE281-99CB-402F-AF63-1B570F9F9691}" sibTransId="{CC5F6E90-80B0-4713-BFC0-70D67F410E6D}"/>
    <dgm:cxn modelId="{5A550B80-4416-427C-93E2-EC5EB0F716DE}" type="presOf" srcId="{11431FA9-29DE-4739-B44B-7BD1F4251AE8}" destId="{7914677D-4C06-4163-8F93-D4F672D04AB2}" srcOrd="0" destOrd="0" presId="urn:microsoft.com/office/officeart/2005/8/layout/matrix3"/>
    <dgm:cxn modelId="{0F55B494-1AC9-4586-AE32-3289C52D3C46}" type="presOf" srcId="{4E120D94-36CB-4156-9E11-D2815C0F12AE}" destId="{073BB56D-0843-450D-A3AC-C8D6464F446B}" srcOrd="0" destOrd="0" presId="urn:microsoft.com/office/officeart/2005/8/layout/matrix3"/>
    <dgm:cxn modelId="{11DCB7CA-F2CB-45B2-BE75-87CE4A66B341}" type="presOf" srcId="{FCEE2FA2-74AC-445F-BF99-A63C95EB4810}" destId="{37EF14FE-23C5-4560-B9E6-7A52E4F82DA7}" srcOrd="0" destOrd="0" presId="urn:microsoft.com/office/officeart/2005/8/layout/matrix3"/>
    <dgm:cxn modelId="{01FDEFEC-0A4B-4CDA-8DD2-B97C75D22436}" srcId="{0FEAD640-D159-461F-9AF8-877CFA00BEDD}" destId="{11431FA9-29DE-4739-B44B-7BD1F4251AE8}" srcOrd="2" destOrd="0" parTransId="{674BE0D8-1AB7-4732-9FD2-2AFB5191385E}" sibTransId="{0289B277-B148-47CE-BDD5-BDED7C0C8408}"/>
    <dgm:cxn modelId="{3CDDBD9D-59E3-4C2D-BD0E-255A581902D2}" type="presParOf" srcId="{E168A358-0C99-4B9E-8711-D99DC7A07B54}" destId="{D71727FC-11AD-4B89-A82A-4BE10D94A743}" srcOrd="0" destOrd="0" presId="urn:microsoft.com/office/officeart/2005/8/layout/matrix3"/>
    <dgm:cxn modelId="{F52CB012-0FF9-4FDE-A859-976C6F850141}" type="presParOf" srcId="{E168A358-0C99-4B9E-8711-D99DC7A07B54}" destId="{073BB56D-0843-450D-A3AC-C8D6464F446B}" srcOrd="1" destOrd="0" presId="urn:microsoft.com/office/officeart/2005/8/layout/matrix3"/>
    <dgm:cxn modelId="{27D234F7-E8B0-441B-99FA-630E2B60804A}" type="presParOf" srcId="{E168A358-0C99-4B9E-8711-D99DC7A07B54}" destId="{3B0D8857-8974-485B-A39A-61E0F221BAFF}" srcOrd="2" destOrd="0" presId="urn:microsoft.com/office/officeart/2005/8/layout/matrix3"/>
    <dgm:cxn modelId="{552EFA50-6130-4F73-9F98-D51576E18F00}" type="presParOf" srcId="{E168A358-0C99-4B9E-8711-D99DC7A07B54}" destId="{7914677D-4C06-4163-8F93-D4F672D04AB2}" srcOrd="3" destOrd="0" presId="urn:microsoft.com/office/officeart/2005/8/layout/matrix3"/>
    <dgm:cxn modelId="{10184391-D398-4644-A748-D5383624AF1B}" type="presParOf" srcId="{E168A358-0C99-4B9E-8711-D99DC7A07B54}" destId="{37EF14FE-23C5-4560-B9E6-7A52E4F82DA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40602D1-E3AB-4F43-BE49-E86F32D6A07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C8F0D8C-7304-474B-AA52-DCBC6C9451A9}">
      <dgm:prSet/>
      <dgm:spPr/>
      <dgm:t>
        <a:bodyPr/>
        <a:lstStyle/>
        <a:p>
          <a:r>
            <a:rPr lang="en-US"/>
            <a:t>• Herramientas SIEM, IDS/IPS</a:t>
          </a:r>
        </a:p>
      </dgm:t>
    </dgm:pt>
    <dgm:pt modelId="{93E5A1CC-2FE0-4DC8-83BF-45184015CC69}" type="parTrans" cxnId="{F4B22DC4-CC10-45EF-BD55-24CBD2E839A3}">
      <dgm:prSet/>
      <dgm:spPr/>
      <dgm:t>
        <a:bodyPr/>
        <a:lstStyle/>
        <a:p>
          <a:endParaRPr lang="en-US"/>
        </a:p>
      </dgm:t>
    </dgm:pt>
    <dgm:pt modelId="{A8A72CBC-C87D-4290-9907-25FAF964247D}" type="sibTrans" cxnId="{F4B22DC4-CC10-45EF-BD55-24CBD2E839A3}">
      <dgm:prSet/>
      <dgm:spPr/>
      <dgm:t>
        <a:bodyPr/>
        <a:lstStyle/>
        <a:p>
          <a:endParaRPr lang="en-US"/>
        </a:p>
      </dgm:t>
    </dgm:pt>
    <dgm:pt modelId="{B11ED563-4415-4381-8063-84795891F445}">
      <dgm:prSet/>
      <dgm:spPr/>
      <dgm:t>
        <a:bodyPr/>
        <a:lstStyle/>
        <a:p>
          <a:r>
            <a:rPr lang="en-US"/>
            <a:t>• Verificación de integridad del sistema</a:t>
          </a:r>
        </a:p>
      </dgm:t>
    </dgm:pt>
    <dgm:pt modelId="{77A3F130-7F6E-4C8D-AA0C-C5BC7848AEF9}" type="parTrans" cxnId="{2B3AF376-FE92-4A69-91E7-2DC27F3D9016}">
      <dgm:prSet/>
      <dgm:spPr/>
      <dgm:t>
        <a:bodyPr/>
        <a:lstStyle/>
        <a:p>
          <a:endParaRPr lang="en-US"/>
        </a:p>
      </dgm:t>
    </dgm:pt>
    <dgm:pt modelId="{C1E0AF70-5763-40A1-A61D-3898FA463B45}" type="sibTrans" cxnId="{2B3AF376-FE92-4A69-91E7-2DC27F3D9016}">
      <dgm:prSet/>
      <dgm:spPr/>
      <dgm:t>
        <a:bodyPr/>
        <a:lstStyle/>
        <a:p>
          <a:endParaRPr lang="en-US"/>
        </a:p>
      </dgm:t>
    </dgm:pt>
    <dgm:pt modelId="{3530F35F-AF30-41B8-956D-D852E37CD0F4}">
      <dgm:prSet/>
      <dgm:spPr/>
      <dgm:t>
        <a:bodyPr/>
        <a:lstStyle/>
        <a:p>
          <a:r>
            <a:rPr lang="en-US"/>
            <a:t>• Análisis forense</a:t>
          </a:r>
        </a:p>
      </dgm:t>
    </dgm:pt>
    <dgm:pt modelId="{09EC0024-0E24-4DFF-A8B9-B56A8D69E02F}" type="parTrans" cxnId="{7D757A57-7AB9-4FE4-880F-F9C57163E05A}">
      <dgm:prSet/>
      <dgm:spPr/>
      <dgm:t>
        <a:bodyPr/>
        <a:lstStyle/>
        <a:p>
          <a:endParaRPr lang="en-US"/>
        </a:p>
      </dgm:t>
    </dgm:pt>
    <dgm:pt modelId="{D1D2AF70-5928-43E1-97E6-739EB203E905}" type="sibTrans" cxnId="{7D757A57-7AB9-4FE4-880F-F9C57163E05A}">
      <dgm:prSet/>
      <dgm:spPr/>
      <dgm:t>
        <a:bodyPr/>
        <a:lstStyle/>
        <a:p>
          <a:endParaRPr lang="en-US"/>
        </a:p>
      </dgm:t>
    </dgm:pt>
    <dgm:pt modelId="{C5C58B48-3185-4C62-9F4B-3E675022E689}">
      <dgm:prSet/>
      <dgm:spPr/>
      <dgm:t>
        <a:bodyPr/>
        <a:lstStyle/>
        <a:p>
          <a:r>
            <a:rPr lang="en-US"/>
            <a:t>• Parámetros sospechosos: tráfico, cuentas, modificaciones</a:t>
          </a:r>
        </a:p>
      </dgm:t>
    </dgm:pt>
    <dgm:pt modelId="{2CAE8563-4FD7-4026-8345-FBF97606F74B}" type="parTrans" cxnId="{085B2D0C-59E9-4702-979B-DC961F9D0AC2}">
      <dgm:prSet/>
      <dgm:spPr/>
      <dgm:t>
        <a:bodyPr/>
        <a:lstStyle/>
        <a:p>
          <a:endParaRPr lang="en-US"/>
        </a:p>
      </dgm:t>
    </dgm:pt>
    <dgm:pt modelId="{400413B5-F3D6-458B-9C89-A4BB8E956FC4}" type="sibTrans" cxnId="{085B2D0C-59E9-4702-979B-DC961F9D0AC2}">
      <dgm:prSet/>
      <dgm:spPr/>
      <dgm:t>
        <a:bodyPr/>
        <a:lstStyle/>
        <a:p>
          <a:endParaRPr lang="en-US"/>
        </a:p>
      </dgm:t>
    </dgm:pt>
    <dgm:pt modelId="{64CC54B2-912F-4D75-A7E0-8240D5FE9B5D}" type="pres">
      <dgm:prSet presAssocID="{140602D1-E3AB-4F43-BE49-E86F32D6A075}" presName="vert0" presStyleCnt="0">
        <dgm:presLayoutVars>
          <dgm:dir/>
          <dgm:animOne val="branch"/>
          <dgm:animLvl val="lvl"/>
        </dgm:presLayoutVars>
      </dgm:prSet>
      <dgm:spPr/>
    </dgm:pt>
    <dgm:pt modelId="{24336AB5-0F8C-43F6-A4FA-1AD03582E889}" type="pres">
      <dgm:prSet presAssocID="{0C8F0D8C-7304-474B-AA52-DCBC6C9451A9}" presName="thickLine" presStyleLbl="alignNode1" presStyleIdx="0" presStyleCnt="4"/>
      <dgm:spPr/>
    </dgm:pt>
    <dgm:pt modelId="{464FC428-164C-47C0-B6D4-4B878B07C3D3}" type="pres">
      <dgm:prSet presAssocID="{0C8F0D8C-7304-474B-AA52-DCBC6C9451A9}" presName="horz1" presStyleCnt="0"/>
      <dgm:spPr/>
    </dgm:pt>
    <dgm:pt modelId="{EC3DE9CE-AC96-4D76-B7B7-4F81CEF3FE98}" type="pres">
      <dgm:prSet presAssocID="{0C8F0D8C-7304-474B-AA52-DCBC6C9451A9}" presName="tx1" presStyleLbl="revTx" presStyleIdx="0" presStyleCnt="4"/>
      <dgm:spPr/>
    </dgm:pt>
    <dgm:pt modelId="{38F7C07D-0451-4E5E-906E-FB5328E19E80}" type="pres">
      <dgm:prSet presAssocID="{0C8F0D8C-7304-474B-AA52-DCBC6C9451A9}" presName="vert1" presStyleCnt="0"/>
      <dgm:spPr/>
    </dgm:pt>
    <dgm:pt modelId="{07575848-B5A7-4F0D-89A6-7ACBEA4DC13C}" type="pres">
      <dgm:prSet presAssocID="{B11ED563-4415-4381-8063-84795891F445}" presName="thickLine" presStyleLbl="alignNode1" presStyleIdx="1" presStyleCnt="4"/>
      <dgm:spPr/>
    </dgm:pt>
    <dgm:pt modelId="{20446885-B439-49EC-A298-4C73CC30CE7A}" type="pres">
      <dgm:prSet presAssocID="{B11ED563-4415-4381-8063-84795891F445}" presName="horz1" presStyleCnt="0"/>
      <dgm:spPr/>
    </dgm:pt>
    <dgm:pt modelId="{C5C1F5E5-60E0-4B65-922A-D31B1A02313C}" type="pres">
      <dgm:prSet presAssocID="{B11ED563-4415-4381-8063-84795891F445}" presName="tx1" presStyleLbl="revTx" presStyleIdx="1" presStyleCnt="4"/>
      <dgm:spPr/>
    </dgm:pt>
    <dgm:pt modelId="{AAAE16B8-30A6-4BC2-86D6-5A254621BF68}" type="pres">
      <dgm:prSet presAssocID="{B11ED563-4415-4381-8063-84795891F445}" presName="vert1" presStyleCnt="0"/>
      <dgm:spPr/>
    </dgm:pt>
    <dgm:pt modelId="{C93BED0E-9BA5-4813-8811-9C7A2EE0D906}" type="pres">
      <dgm:prSet presAssocID="{3530F35F-AF30-41B8-956D-D852E37CD0F4}" presName="thickLine" presStyleLbl="alignNode1" presStyleIdx="2" presStyleCnt="4"/>
      <dgm:spPr/>
    </dgm:pt>
    <dgm:pt modelId="{1A54FD91-B87D-4935-91EB-43710048F3D2}" type="pres">
      <dgm:prSet presAssocID="{3530F35F-AF30-41B8-956D-D852E37CD0F4}" presName="horz1" presStyleCnt="0"/>
      <dgm:spPr/>
    </dgm:pt>
    <dgm:pt modelId="{26CF89EE-DC54-4C6F-A03B-83A964B2A6CB}" type="pres">
      <dgm:prSet presAssocID="{3530F35F-AF30-41B8-956D-D852E37CD0F4}" presName="tx1" presStyleLbl="revTx" presStyleIdx="2" presStyleCnt="4"/>
      <dgm:spPr/>
    </dgm:pt>
    <dgm:pt modelId="{98EB80DA-2045-4F10-9435-49F50631CD66}" type="pres">
      <dgm:prSet presAssocID="{3530F35F-AF30-41B8-956D-D852E37CD0F4}" presName="vert1" presStyleCnt="0"/>
      <dgm:spPr/>
    </dgm:pt>
    <dgm:pt modelId="{1C3797D0-8C6A-471D-B3A5-57F7674C4689}" type="pres">
      <dgm:prSet presAssocID="{C5C58B48-3185-4C62-9F4B-3E675022E689}" presName="thickLine" presStyleLbl="alignNode1" presStyleIdx="3" presStyleCnt="4"/>
      <dgm:spPr/>
    </dgm:pt>
    <dgm:pt modelId="{1D826FB3-A173-41F5-A195-4A3C87DE1A9B}" type="pres">
      <dgm:prSet presAssocID="{C5C58B48-3185-4C62-9F4B-3E675022E689}" presName="horz1" presStyleCnt="0"/>
      <dgm:spPr/>
    </dgm:pt>
    <dgm:pt modelId="{B48D70BE-B5F4-479E-A075-C0AB41AE91AC}" type="pres">
      <dgm:prSet presAssocID="{C5C58B48-3185-4C62-9F4B-3E675022E689}" presName="tx1" presStyleLbl="revTx" presStyleIdx="3" presStyleCnt="4"/>
      <dgm:spPr/>
    </dgm:pt>
    <dgm:pt modelId="{3C1795A0-04A5-4422-9410-88FAD7A26172}" type="pres">
      <dgm:prSet presAssocID="{C5C58B48-3185-4C62-9F4B-3E675022E689}" presName="vert1" presStyleCnt="0"/>
      <dgm:spPr/>
    </dgm:pt>
  </dgm:ptLst>
  <dgm:cxnLst>
    <dgm:cxn modelId="{085B2D0C-59E9-4702-979B-DC961F9D0AC2}" srcId="{140602D1-E3AB-4F43-BE49-E86F32D6A075}" destId="{C5C58B48-3185-4C62-9F4B-3E675022E689}" srcOrd="3" destOrd="0" parTransId="{2CAE8563-4FD7-4026-8345-FBF97606F74B}" sibTransId="{400413B5-F3D6-458B-9C89-A4BB8E956FC4}"/>
    <dgm:cxn modelId="{2B3AF376-FE92-4A69-91E7-2DC27F3D9016}" srcId="{140602D1-E3AB-4F43-BE49-E86F32D6A075}" destId="{B11ED563-4415-4381-8063-84795891F445}" srcOrd="1" destOrd="0" parTransId="{77A3F130-7F6E-4C8D-AA0C-C5BC7848AEF9}" sibTransId="{C1E0AF70-5763-40A1-A61D-3898FA463B45}"/>
    <dgm:cxn modelId="{7D757A57-7AB9-4FE4-880F-F9C57163E05A}" srcId="{140602D1-E3AB-4F43-BE49-E86F32D6A075}" destId="{3530F35F-AF30-41B8-956D-D852E37CD0F4}" srcOrd="2" destOrd="0" parTransId="{09EC0024-0E24-4DFF-A8B9-B56A8D69E02F}" sibTransId="{D1D2AF70-5928-43E1-97E6-739EB203E905}"/>
    <dgm:cxn modelId="{B8AB548C-9D5E-4A82-A39B-5719BCBACC1C}" type="presOf" srcId="{C5C58B48-3185-4C62-9F4B-3E675022E689}" destId="{B48D70BE-B5F4-479E-A075-C0AB41AE91AC}" srcOrd="0" destOrd="0" presId="urn:microsoft.com/office/officeart/2008/layout/LinedList"/>
    <dgm:cxn modelId="{42BF31C3-2DCD-407E-B043-BBC8A032933C}" type="presOf" srcId="{0C8F0D8C-7304-474B-AA52-DCBC6C9451A9}" destId="{EC3DE9CE-AC96-4D76-B7B7-4F81CEF3FE98}" srcOrd="0" destOrd="0" presId="urn:microsoft.com/office/officeart/2008/layout/LinedList"/>
    <dgm:cxn modelId="{CEDED5C3-3290-4B44-9B0D-F636B5AF76B8}" type="presOf" srcId="{3530F35F-AF30-41B8-956D-D852E37CD0F4}" destId="{26CF89EE-DC54-4C6F-A03B-83A964B2A6CB}" srcOrd="0" destOrd="0" presId="urn:microsoft.com/office/officeart/2008/layout/LinedList"/>
    <dgm:cxn modelId="{F4B22DC4-CC10-45EF-BD55-24CBD2E839A3}" srcId="{140602D1-E3AB-4F43-BE49-E86F32D6A075}" destId="{0C8F0D8C-7304-474B-AA52-DCBC6C9451A9}" srcOrd="0" destOrd="0" parTransId="{93E5A1CC-2FE0-4DC8-83BF-45184015CC69}" sibTransId="{A8A72CBC-C87D-4290-9907-25FAF964247D}"/>
    <dgm:cxn modelId="{9C4666D0-E55B-42DC-838F-5A8D845CC0FE}" type="presOf" srcId="{140602D1-E3AB-4F43-BE49-E86F32D6A075}" destId="{64CC54B2-912F-4D75-A7E0-8240D5FE9B5D}" srcOrd="0" destOrd="0" presId="urn:microsoft.com/office/officeart/2008/layout/LinedList"/>
    <dgm:cxn modelId="{D58422E6-0821-46F4-8AAC-6CE077EBBDFD}" type="presOf" srcId="{B11ED563-4415-4381-8063-84795891F445}" destId="{C5C1F5E5-60E0-4B65-922A-D31B1A02313C}" srcOrd="0" destOrd="0" presId="urn:microsoft.com/office/officeart/2008/layout/LinedList"/>
    <dgm:cxn modelId="{268DEB2B-1B27-452B-8129-32398F618E60}" type="presParOf" srcId="{64CC54B2-912F-4D75-A7E0-8240D5FE9B5D}" destId="{24336AB5-0F8C-43F6-A4FA-1AD03582E889}" srcOrd="0" destOrd="0" presId="urn:microsoft.com/office/officeart/2008/layout/LinedList"/>
    <dgm:cxn modelId="{053BBCBB-86C9-48DE-A2F6-B3FE64D260A1}" type="presParOf" srcId="{64CC54B2-912F-4D75-A7E0-8240D5FE9B5D}" destId="{464FC428-164C-47C0-B6D4-4B878B07C3D3}" srcOrd="1" destOrd="0" presId="urn:microsoft.com/office/officeart/2008/layout/LinedList"/>
    <dgm:cxn modelId="{59EA1380-9108-4EBF-873E-2BF6C25CCA3C}" type="presParOf" srcId="{464FC428-164C-47C0-B6D4-4B878B07C3D3}" destId="{EC3DE9CE-AC96-4D76-B7B7-4F81CEF3FE98}" srcOrd="0" destOrd="0" presId="urn:microsoft.com/office/officeart/2008/layout/LinedList"/>
    <dgm:cxn modelId="{7ECD55EA-C126-41CF-8877-6B11E120C39E}" type="presParOf" srcId="{464FC428-164C-47C0-B6D4-4B878B07C3D3}" destId="{38F7C07D-0451-4E5E-906E-FB5328E19E80}" srcOrd="1" destOrd="0" presId="urn:microsoft.com/office/officeart/2008/layout/LinedList"/>
    <dgm:cxn modelId="{E2709147-1F20-43DF-9787-56A6CF431FF7}" type="presParOf" srcId="{64CC54B2-912F-4D75-A7E0-8240D5FE9B5D}" destId="{07575848-B5A7-4F0D-89A6-7ACBEA4DC13C}" srcOrd="2" destOrd="0" presId="urn:microsoft.com/office/officeart/2008/layout/LinedList"/>
    <dgm:cxn modelId="{00BCF6B8-0398-4021-AF87-7BD94D50EE29}" type="presParOf" srcId="{64CC54B2-912F-4D75-A7E0-8240D5FE9B5D}" destId="{20446885-B439-49EC-A298-4C73CC30CE7A}" srcOrd="3" destOrd="0" presId="urn:microsoft.com/office/officeart/2008/layout/LinedList"/>
    <dgm:cxn modelId="{E349375A-465D-4362-9BAE-F0C8C7DE982B}" type="presParOf" srcId="{20446885-B439-49EC-A298-4C73CC30CE7A}" destId="{C5C1F5E5-60E0-4B65-922A-D31B1A02313C}" srcOrd="0" destOrd="0" presId="urn:microsoft.com/office/officeart/2008/layout/LinedList"/>
    <dgm:cxn modelId="{1C9BA750-9C86-4D65-A424-0622EED29E5B}" type="presParOf" srcId="{20446885-B439-49EC-A298-4C73CC30CE7A}" destId="{AAAE16B8-30A6-4BC2-86D6-5A254621BF68}" srcOrd="1" destOrd="0" presId="urn:microsoft.com/office/officeart/2008/layout/LinedList"/>
    <dgm:cxn modelId="{A30FB75E-4457-4354-90A6-8F04B333170E}" type="presParOf" srcId="{64CC54B2-912F-4D75-A7E0-8240D5FE9B5D}" destId="{C93BED0E-9BA5-4813-8811-9C7A2EE0D906}" srcOrd="4" destOrd="0" presId="urn:microsoft.com/office/officeart/2008/layout/LinedList"/>
    <dgm:cxn modelId="{44B96DB0-563A-433B-93E0-76A82F054BDD}" type="presParOf" srcId="{64CC54B2-912F-4D75-A7E0-8240D5FE9B5D}" destId="{1A54FD91-B87D-4935-91EB-43710048F3D2}" srcOrd="5" destOrd="0" presId="urn:microsoft.com/office/officeart/2008/layout/LinedList"/>
    <dgm:cxn modelId="{B862A098-68D4-4F9B-ADFE-DCDF8E710889}" type="presParOf" srcId="{1A54FD91-B87D-4935-91EB-43710048F3D2}" destId="{26CF89EE-DC54-4C6F-A03B-83A964B2A6CB}" srcOrd="0" destOrd="0" presId="urn:microsoft.com/office/officeart/2008/layout/LinedList"/>
    <dgm:cxn modelId="{5C2644FA-1D38-4DAC-904C-47942432C2D8}" type="presParOf" srcId="{1A54FD91-B87D-4935-91EB-43710048F3D2}" destId="{98EB80DA-2045-4F10-9435-49F50631CD66}" srcOrd="1" destOrd="0" presId="urn:microsoft.com/office/officeart/2008/layout/LinedList"/>
    <dgm:cxn modelId="{423D55AD-748F-4D09-B3E8-F27707A84519}" type="presParOf" srcId="{64CC54B2-912F-4D75-A7E0-8240D5FE9B5D}" destId="{1C3797D0-8C6A-471D-B3A5-57F7674C4689}" srcOrd="6" destOrd="0" presId="urn:microsoft.com/office/officeart/2008/layout/LinedList"/>
    <dgm:cxn modelId="{07A136E0-9677-48DF-A73D-E0271D6C7105}" type="presParOf" srcId="{64CC54B2-912F-4D75-A7E0-8240D5FE9B5D}" destId="{1D826FB3-A173-41F5-A195-4A3C87DE1A9B}" srcOrd="7" destOrd="0" presId="urn:microsoft.com/office/officeart/2008/layout/LinedList"/>
    <dgm:cxn modelId="{5FF1B3FB-DB4A-4985-86E8-606495C3F3CA}" type="presParOf" srcId="{1D826FB3-A173-41F5-A195-4A3C87DE1A9B}" destId="{B48D70BE-B5F4-479E-A075-C0AB41AE91AC}" srcOrd="0" destOrd="0" presId="urn:microsoft.com/office/officeart/2008/layout/LinedList"/>
    <dgm:cxn modelId="{AA3DF51A-0C49-45BF-9FF4-4BF52EEE123A}" type="presParOf" srcId="{1D826FB3-A173-41F5-A195-4A3C87DE1A9B}" destId="{3C1795A0-04A5-4422-9410-88FAD7A2617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2E1E2E-505A-426D-A503-D61EC832203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CCA08E6-9844-4D36-8E86-8C864E46A3E8}">
      <dgm:prSet/>
      <dgm:spPr/>
      <dgm:t>
        <a:bodyPr/>
        <a:lstStyle/>
        <a:p>
          <a:r>
            <a:rPr lang="en-US"/>
            <a:t>• Confirmar si ha ocurrido un incidente</a:t>
          </a:r>
        </a:p>
      </dgm:t>
    </dgm:pt>
    <dgm:pt modelId="{0189CB48-BFBC-43B1-8346-775D652F8BF7}" type="parTrans" cxnId="{AA142834-C5AC-4042-A2D3-C202B06A0A08}">
      <dgm:prSet/>
      <dgm:spPr/>
      <dgm:t>
        <a:bodyPr/>
        <a:lstStyle/>
        <a:p>
          <a:endParaRPr lang="en-US"/>
        </a:p>
      </dgm:t>
    </dgm:pt>
    <dgm:pt modelId="{BB7DD665-56CD-402B-93D8-B880181A9C06}" type="sibTrans" cxnId="{AA142834-C5AC-4042-A2D3-C202B06A0A08}">
      <dgm:prSet/>
      <dgm:spPr/>
      <dgm:t>
        <a:bodyPr/>
        <a:lstStyle/>
        <a:p>
          <a:endParaRPr lang="en-US"/>
        </a:p>
      </dgm:t>
    </dgm:pt>
    <dgm:pt modelId="{B218BB38-71EE-447A-9205-47FF338233D3}">
      <dgm:prSet/>
      <dgm:spPr/>
      <dgm:t>
        <a:bodyPr/>
        <a:lstStyle/>
        <a:p>
          <a:r>
            <a:rPr lang="en-US"/>
            <a:t>• Funciones de los equipos CERT/CSIRT</a:t>
          </a:r>
        </a:p>
      </dgm:t>
    </dgm:pt>
    <dgm:pt modelId="{FF11230E-E314-44BF-8DF8-3CE6ED1EC053}" type="parTrans" cxnId="{7C0381A9-02B7-409D-AF1A-279CF77D67A8}">
      <dgm:prSet/>
      <dgm:spPr/>
      <dgm:t>
        <a:bodyPr/>
        <a:lstStyle/>
        <a:p>
          <a:endParaRPr lang="en-US"/>
        </a:p>
      </dgm:t>
    </dgm:pt>
    <dgm:pt modelId="{A63227AE-5B7C-4B92-8ADA-8BC08370F71A}" type="sibTrans" cxnId="{7C0381A9-02B7-409D-AF1A-279CF77D67A8}">
      <dgm:prSet/>
      <dgm:spPr/>
      <dgm:t>
        <a:bodyPr/>
        <a:lstStyle/>
        <a:p>
          <a:endParaRPr lang="en-US"/>
        </a:p>
      </dgm:t>
    </dgm:pt>
    <dgm:pt modelId="{015DDB38-A240-4F41-AF93-FF5DDBEA615F}">
      <dgm:prSet/>
      <dgm:spPr/>
      <dgm:t>
        <a:bodyPr/>
        <a:lstStyle/>
        <a:p>
          <a:r>
            <a:rPr lang="en-US"/>
            <a:t>• Coordinación nacional e internacional</a:t>
          </a:r>
        </a:p>
      </dgm:t>
    </dgm:pt>
    <dgm:pt modelId="{AC6AEE5A-2860-42D6-A952-65458D21AADA}" type="parTrans" cxnId="{0EE5ECA5-CCF6-44CE-A267-431091ED8D83}">
      <dgm:prSet/>
      <dgm:spPr/>
      <dgm:t>
        <a:bodyPr/>
        <a:lstStyle/>
        <a:p>
          <a:endParaRPr lang="en-US"/>
        </a:p>
      </dgm:t>
    </dgm:pt>
    <dgm:pt modelId="{C6DBD113-AF7C-4876-A3D9-0641C912DD83}" type="sibTrans" cxnId="{0EE5ECA5-CCF6-44CE-A267-431091ED8D83}">
      <dgm:prSet/>
      <dgm:spPr/>
      <dgm:t>
        <a:bodyPr/>
        <a:lstStyle/>
        <a:p>
          <a:endParaRPr lang="en-US"/>
        </a:p>
      </dgm:t>
    </dgm:pt>
    <dgm:pt modelId="{E710924D-8E3C-4A58-B133-6FEA0407F23E}" type="pres">
      <dgm:prSet presAssocID="{5B2E1E2E-505A-426D-A503-D61EC832203D}" presName="linear" presStyleCnt="0">
        <dgm:presLayoutVars>
          <dgm:animLvl val="lvl"/>
          <dgm:resizeHandles val="exact"/>
        </dgm:presLayoutVars>
      </dgm:prSet>
      <dgm:spPr/>
    </dgm:pt>
    <dgm:pt modelId="{85621975-A6EC-4F73-9860-48C2C64A1881}" type="pres">
      <dgm:prSet presAssocID="{1CCA08E6-9844-4D36-8E86-8C864E46A3E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0A3FEE5-C131-4FED-B412-A2BC31F4D0C8}" type="pres">
      <dgm:prSet presAssocID="{BB7DD665-56CD-402B-93D8-B880181A9C06}" presName="spacer" presStyleCnt="0"/>
      <dgm:spPr/>
    </dgm:pt>
    <dgm:pt modelId="{1D8FF49C-0764-441A-BFE0-AF313A7E5700}" type="pres">
      <dgm:prSet presAssocID="{B218BB38-71EE-447A-9205-47FF338233D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A6D7933-D0CA-451A-8B68-8FED0B0EB5D0}" type="pres">
      <dgm:prSet presAssocID="{A63227AE-5B7C-4B92-8ADA-8BC08370F71A}" presName="spacer" presStyleCnt="0"/>
      <dgm:spPr/>
    </dgm:pt>
    <dgm:pt modelId="{0E232FB8-1A67-4866-9CD4-B03792E87E21}" type="pres">
      <dgm:prSet presAssocID="{015DDB38-A240-4F41-AF93-FF5DDBEA615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845AB02-F152-4B60-BECE-68879F1A366D}" type="presOf" srcId="{1CCA08E6-9844-4D36-8E86-8C864E46A3E8}" destId="{85621975-A6EC-4F73-9860-48C2C64A1881}" srcOrd="0" destOrd="0" presId="urn:microsoft.com/office/officeart/2005/8/layout/vList2"/>
    <dgm:cxn modelId="{AA142834-C5AC-4042-A2D3-C202B06A0A08}" srcId="{5B2E1E2E-505A-426D-A503-D61EC832203D}" destId="{1CCA08E6-9844-4D36-8E86-8C864E46A3E8}" srcOrd="0" destOrd="0" parTransId="{0189CB48-BFBC-43B1-8346-775D652F8BF7}" sibTransId="{BB7DD665-56CD-402B-93D8-B880181A9C06}"/>
    <dgm:cxn modelId="{0EE5ECA5-CCF6-44CE-A267-431091ED8D83}" srcId="{5B2E1E2E-505A-426D-A503-D61EC832203D}" destId="{015DDB38-A240-4F41-AF93-FF5DDBEA615F}" srcOrd="2" destOrd="0" parTransId="{AC6AEE5A-2860-42D6-A952-65458D21AADA}" sibTransId="{C6DBD113-AF7C-4876-A3D9-0641C912DD83}"/>
    <dgm:cxn modelId="{7C0381A9-02B7-409D-AF1A-279CF77D67A8}" srcId="{5B2E1E2E-505A-426D-A503-D61EC832203D}" destId="{B218BB38-71EE-447A-9205-47FF338233D3}" srcOrd="1" destOrd="0" parTransId="{FF11230E-E314-44BF-8DF8-3CE6ED1EC053}" sibTransId="{A63227AE-5B7C-4B92-8ADA-8BC08370F71A}"/>
    <dgm:cxn modelId="{22F887C4-442B-42D9-AE57-6837AD848B69}" type="presOf" srcId="{B218BB38-71EE-447A-9205-47FF338233D3}" destId="{1D8FF49C-0764-441A-BFE0-AF313A7E5700}" srcOrd="0" destOrd="0" presId="urn:microsoft.com/office/officeart/2005/8/layout/vList2"/>
    <dgm:cxn modelId="{FDF1D8DE-330C-43BC-A596-BB34BDFE1C71}" type="presOf" srcId="{015DDB38-A240-4F41-AF93-FF5DDBEA615F}" destId="{0E232FB8-1A67-4866-9CD4-B03792E87E21}" srcOrd="0" destOrd="0" presId="urn:microsoft.com/office/officeart/2005/8/layout/vList2"/>
    <dgm:cxn modelId="{8F829AF3-F9C3-410A-87B0-9ECFD45DF6BB}" type="presOf" srcId="{5B2E1E2E-505A-426D-A503-D61EC832203D}" destId="{E710924D-8E3C-4A58-B133-6FEA0407F23E}" srcOrd="0" destOrd="0" presId="urn:microsoft.com/office/officeart/2005/8/layout/vList2"/>
    <dgm:cxn modelId="{FFA63469-5BD7-43F8-85FC-29189A1FC145}" type="presParOf" srcId="{E710924D-8E3C-4A58-B133-6FEA0407F23E}" destId="{85621975-A6EC-4F73-9860-48C2C64A1881}" srcOrd="0" destOrd="0" presId="urn:microsoft.com/office/officeart/2005/8/layout/vList2"/>
    <dgm:cxn modelId="{8580FF54-2365-4CEB-81A0-CFE10A374CB9}" type="presParOf" srcId="{E710924D-8E3C-4A58-B133-6FEA0407F23E}" destId="{10A3FEE5-C131-4FED-B412-A2BC31F4D0C8}" srcOrd="1" destOrd="0" presId="urn:microsoft.com/office/officeart/2005/8/layout/vList2"/>
    <dgm:cxn modelId="{F4112EB2-C763-43B9-8EC7-9B041AECCAFA}" type="presParOf" srcId="{E710924D-8E3C-4A58-B133-6FEA0407F23E}" destId="{1D8FF49C-0764-441A-BFE0-AF313A7E5700}" srcOrd="2" destOrd="0" presId="urn:microsoft.com/office/officeart/2005/8/layout/vList2"/>
    <dgm:cxn modelId="{93235EA4-C19B-482D-8110-9B4F20796303}" type="presParOf" srcId="{E710924D-8E3C-4A58-B133-6FEA0407F23E}" destId="{BA6D7933-D0CA-451A-8B68-8FED0B0EB5D0}" srcOrd="3" destOrd="0" presId="urn:microsoft.com/office/officeart/2005/8/layout/vList2"/>
    <dgm:cxn modelId="{B687A799-843E-4EE2-84F0-0C43FAF42FB6}" type="presParOf" srcId="{E710924D-8E3C-4A58-B133-6FEA0407F23E}" destId="{0E232FB8-1A67-4866-9CD4-B03792E87E2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1547685-B47E-424B-8185-2A559ABD122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B744737-BEE7-4177-BEAD-912CC7CFE536}">
      <dgm:prSet/>
      <dgm:spPr/>
      <dgm:t>
        <a:bodyPr/>
        <a:lstStyle/>
        <a:p>
          <a:r>
            <a:rPr lang="en-US"/>
            <a:t>• Responsables de la notificación</a:t>
          </a:r>
        </a:p>
      </dgm:t>
    </dgm:pt>
    <dgm:pt modelId="{ACF26082-8EDB-4A93-85F1-93590C990387}" type="parTrans" cxnId="{C2A17636-8E28-4BEB-B873-65EE93AE4D10}">
      <dgm:prSet/>
      <dgm:spPr/>
      <dgm:t>
        <a:bodyPr/>
        <a:lstStyle/>
        <a:p>
          <a:endParaRPr lang="en-US"/>
        </a:p>
      </dgm:t>
    </dgm:pt>
    <dgm:pt modelId="{94CD15BB-9035-4805-8F57-9CE4763382F6}" type="sibTrans" cxnId="{C2A17636-8E28-4BEB-B873-65EE93AE4D10}">
      <dgm:prSet/>
      <dgm:spPr/>
      <dgm:t>
        <a:bodyPr/>
        <a:lstStyle/>
        <a:p>
          <a:endParaRPr lang="en-US"/>
        </a:p>
      </dgm:t>
    </dgm:pt>
    <dgm:pt modelId="{3A821E27-0D16-4200-B24B-6DBD0EF4091A}">
      <dgm:prSet/>
      <dgm:spPr/>
      <dgm:t>
        <a:bodyPr/>
        <a:lstStyle/>
        <a:p>
          <a:r>
            <a:rPr lang="en-US"/>
            <a:t>• Categorización según impacto</a:t>
          </a:r>
        </a:p>
      </dgm:t>
    </dgm:pt>
    <dgm:pt modelId="{B9170599-B069-49C9-88D0-3E052F4967B8}" type="parTrans" cxnId="{CA5350D5-DC32-4D02-8849-439FEB246A23}">
      <dgm:prSet/>
      <dgm:spPr/>
      <dgm:t>
        <a:bodyPr/>
        <a:lstStyle/>
        <a:p>
          <a:endParaRPr lang="en-US"/>
        </a:p>
      </dgm:t>
    </dgm:pt>
    <dgm:pt modelId="{C485E082-10F0-4B3D-A2C0-422B318AD175}" type="sibTrans" cxnId="{CA5350D5-DC32-4D02-8849-439FEB246A23}">
      <dgm:prSet/>
      <dgm:spPr/>
      <dgm:t>
        <a:bodyPr/>
        <a:lstStyle/>
        <a:p>
          <a:endParaRPr lang="en-US"/>
        </a:p>
      </dgm:t>
    </dgm:pt>
    <dgm:pt modelId="{7FCFDCA3-FB56-48B3-ACE6-60772ACDE11D}">
      <dgm:prSet/>
      <dgm:spPr/>
      <dgm:t>
        <a:bodyPr/>
        <a:lstStyle/>
        <a:p>
          <a:r>
            <a:rPr lang="en-US"/>
            <a:t>• Criterios de evidencia</a:t>
          </a:r>
        </a:p>
      </dgm:t>
    </dgm:pt>
    <dgm:pt modelId="{738B444D-5BD4-410B-9D77-05BBDB7F9CF4}" type="parTrans" cxnId="{B8A7F713-D5BD-497C-8175-F2BC1EF23B24}">
      <dgm:prSet/>
      <dgm:spPr/>
      <dgm:t>
        <a:bodyPr/>
        <a:lstStyle/>
        <a:p>
          <a:endParaRPr lang="en-US"/>
        </a:p>
      </dgm:t>
    </dgm:pt>
    <dgm:pt modelId="{367D16E4-774C-42F0-8DDA-30B6EC69CF82}" type="sibTrans" cxnId="{B8A7F713-D5BD-497C-8175-F2BC1EF23B24}">
      <dgm:prSet/>
      <dgm:spPr/>
      <dgm:t>
        <a:bodyPr/>
        <a:lstStyle/>
        <a:p>
          <a:endParaRPr lang="en-US"/>
        </a:p>
      </dgm:t>
    </dgm:pt>
    <dgm:pt modelId="{296D7F35-9896-481A-981C-E4FED85D7467}">
      <dgm:prSet/>
      <dgm:spPr/>
      <dgm:t>
        <a:bodyPr/>
        <a:lstStyle/>
        <a:p>
          <a:r>
            <a:rPr lang="en-US"/>
            <a:t>• Registro y seguimiento de incidentes</a:t>
          </a:r>
        </a:p>
      </dgm:t>
    </dgm:pt>
    <dgm:pt modelId="{F115D546-7C84-4B02-9FEA-2F9B4444867D}" type="parTrans" cxnId="{A59A2CCB-A824-4105-996C-39D215CBB26F}">
      <dgm:prSet/>
      <dgm:spPr/>
      <dgm:t>
        <a:bodyPr/>
        <a:lstStyle/>
        <a:p>
          <a:endParaRPr lang="en-US"/>
        </a:p>
      </dgm:t>
    </dgm:pt>
    <dgm:pt modelId="{6F1D20BC-68AA-45E5-B6AF-9E83E8FF2B14}" type="sibTrans" cxnId="{A59A2CCB-A824-4105-996C-39D215CBB26F}">
      <dgm:prSet/>
      <dgm:spPr/>
      <dgm:t>
        <a:bodyPr/>
        <a:lstStyle/>
        <a:p>
          <a:endParaRPr lang="en-US"/>
        </a:p>
      </dgm:t>
    </dgm:pt>
    <dgm:pt modelId="{FE7067A4-B9EB-4DDC-9CD5-DE9E96BDAE03}" type="pres">
      <dgm:prSet presAssocID="{51547685-B47E-424B-8185-2A559ABD122C}" presName="root" presStyleCnt="0">
        <dgm:presLayoutVars>
          <dgm:dir/>
          <dgm:resizeHandles val="exact"/>
        </dgm:presLayoutVars>
      </dgm:prSet>
      <dgm:spPr/>
    </dgm:pt>
    <dgm:pt modelId="{16468427-B827-407C-8B30-805846A1C552}" type="pres">
      <dgm:prSet presAssocID="{2B744737-BEE7-4177-BEAD-912CC7CFE536}" presName="compNode" presStyleCnt="0"/>
      <dgm:spPr/>
    </dgm:pt>
    <dgm:pt modelId="{7C2DB53E-467B-4A65-AA50-5BDC2CF56396}" type="pres">
      <dgm:prSet presAssocID="{2B744737-BEE7-4177-BEAD-912CC7CFE536}" presName="bgRect" presStyleLbl="bgShp" presStyleIdx="0" presStyleCnt="4"/>
      <dgm:spPr/>
    </dgm:pt>
    <dgm:pt modelId="{E7CF37ED-AE5C-4B13-9B29-D63A79CF292E}" type="pres">
      <dgm:prSet presAssocID="{2B744737-BEE7-4177-BEAD-912CC7CFE53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pana"/>
        </a:ext>
      </dgm:extLst>
    </dgm:pt>
    <dgm:pt modelId="{38BF93FD-9196-4523-9535-806A5C0F6217}" type="pres">
      <dgm:prSet presAssocID="{2B744737-BEE7-4177-BEAD-912CC7CFE536}" presName="spaceRect" presStyleCnt="0"/>
      <dgm:spPr/>
    </dgm:pt>
    <dgm:pt modelId="{ED1F79DB-3AE5-4EAC-9BC5-98C07B0112CD}" type="pres">
      <dgm:prSet presAssocID="{2B744737-BEE7-4177-BEAD-912CC7CFE536}" presName="parTx" presStyleLbl="revTx" presStyleIdx="0" presStyleCnt="4">
        <dgm:presLayoutVars>
          <dgm:chMax val="0"/>
          <dgm:chPref val="0"/>
        </dgm:presLayoutVars>
      </dgm:prSet>
      <dgm:spPr/>
    </dgm:pt>
    <dgm:pt modelId="{D6E269A6-C3E0-44C5-BC18-7060D08DA67D}" type="pres">
      <dgm:prSet presAssocID="{94CD15BB-9035-4805-8F57-9CE4763382F6}" presName="sibTrans" presStyleCnt="0"/>
      <dgm:spPr/>
    </dgm:pt>
    <dgm:pt modelId="{51244CF5-2F69-4399-8443-7A5D7BF91AAA}" type="pres">
      <dgm:prSet presAssocID="{3A821E27-0D16-4200-B24B-6DBD0EF4091A}" presName="compNode" presStyleCnt="0"/>
      <dgm:spPr/>
    </dgm:pt>
    <dgm:pt modelId="{97C5F987-4CC2-4C89-8471-DC7FACA6E744}" type="pres">
      <dgm:prSet presAssocID="{3A821E27-0D16-4200-B24B-6DBD0EF4091A}" presName="bgRect" presStyleLbl="bgShp" presStyleIdx="1" presStyleCnt="4"/>
      <dgm:spPr/>
    </dgm:pt>
    <dgm:pt modelId="{42E41005-55E8-44C6-8692-02E53F7651FB}" type="pres">
      <dgm:prSet presAssocID="{3A821E27-0D16-4200-B24B-6DBD0EF4091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ro"/>
        </a:ext>
      </dgm:extLst>
    </dgm:pt>
    <dgm:pt modelId="{28B376E6-04AC-486F-981D-161EE1BE075C}" type="pres">
      <dgm:prSet presAssocID="{3A821E27-0D16-4200-B24B-6DBD0EF4091A}" presName="spaceRect" presStyleCnt="0"/>
      <dgm:spPr/>
    </dgm:pt>
    <dgm:pt modelId="{5F87B5FE-55D8-444F-81EA-2246F087359A}" type="pres">
      <dgm:prSet presAssocID="{3A821E27-0D16-4200-B24B-6DBD0EF4091A}" presName="parTx" presStyleLbl="revTx" presStyleIdx="1" presStyleCnt="4">
        <dgm:presLayoutVars>
          <dgm:chMax val="0"/>
          <dgm:chPref val="0"/>
        </dgm:presLayoutVars>
      </dgm:prSet>
      <dgm:spPr/>
    </dgm:pt>
    <dgm:pt modelId="{B5F1BA9D-E3C9-43E4-B464-2C47B72F975D}" type="pres">
      <dgm:prSet presAssocID="{C485E082-10F0-4B3D-A2C0-422B318AD175}" presName="sibTrans" presStyleCnt="0"/>
      <dgm:spPr/>
    </dgm:pt>
    <dgm:pt modelId="{BDF9E60E-875C-42F8-91D8-8B64DE8B0B98}" type="pres">
      <dgm:prSet presAssocID="{7FCFDCA3-FB56-48B3-ACE6-60772ACDE11D}" presName="compNode" presStyleCnt="0"/>
      <dgm:spPr/>
    </dgm:pt>
    <dgm:pt modelId="{B7E268AF-C43B-4FBD-BB3E-C7AC3FAC522A}" type="pres">
      <dgm:prSet presAssocID="{7FCFDCA3-FB56-48B3-ACE6-60772ACDE11D}" presName="bgRect" presStyleLbl="bgShp" presStyleIdx="2" presStyleCnt="4"/>
      <dgm:spPr/>
    </dgm:pt>
    <dgm:pt modelId="{B92A4F50-275B-45E0-9CFF-F5AF13ABDD38}" type="pres">
      <dgm:prSet presAssocID="{7FCFDCA3-FB56-48B3-ACE6-60772ACDE11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71A6053C-31AC-4886-8D61-6E54D8D043E7}" type="pres">
      <dgm:prSet presAssocID="{7FCFDCA3-FB56-48B3-ACE6-60772ACDE11D}" presName="spaceRect" presStyleCnt="0"/>
      <dgm:spPr/>
    </dgm:pt>
    <dgm:pt modelId="{7A0A01D2-37EC-4AB7-8510-4CC29221C9FA}" type="pres">
      <dgm:prSet presAssocID="{7FCFDCA3-FB56-48B3-ACE6-60772ACDE11D}" presName="parTx" presStyleLbl="revTx" presStyleIdx="2" presStyleCnt="4">
        <dgm:presLayoutVars>
          <dgm:chMax val="0"/>
          <dgm:chPref val="0"/>
        </dgm:presLayoutVars>
      </dgm:prSet>
      <dgm:spPr/>
    </dgm:pt>
    <dgm:pt modelId="{048A69FE-39FA-4E5C-937D-90139902CF56}" type="pres">
      <dgm:prSet presAssocID="{367D16E4-774C-42F0-8DDA-30B6EC69CF82}" presName="sibTrans" presStyleCnt="0"/>
      <dgm:spPr/>
    </dgm:pt>
    <dgm:pt modelId="{1A3F7993-1768-41E5-8CE6-927ADFE34E9D}" type="pres">
      <dgm:prSet presAssocID="{296D7F35-9896-481A-981C-E4FED85D7467}" presName="compNode" presStyleCnt="0"/>
      <dgm:spPr/>
    </dgm:pt>
    <dgm:pt modelId="{E3547BA1-B7A6-4511-AC5E-9C158E41FFF3}" type="pres">
      <dgm:prSet presAssocID="{296D7F35-9896-481A-981C-E4FED85D7467}" presName="bgRect" presStyleLbl="bgShp" presStyleIdx="3" presStyleCnt="4"/>
      <dgm:spPr/>
    </dgm:pt>
    <dgm:pt modelId="{9730F970-6579-429D-AF3D-E58B8800345E}" type="pres">
      <dgm:prSet presAssocID="{296D7F35-9896-481A-981C-E4FED85D746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161ECF98-0C80-4226-A1FA-0F5C8D531747}" type="pres">
      <dgm:prSet presAssocID="{296D7F35-9896-481A-981C-E4FED85D7467}" presName="spaceRect" presStyleCnt="0"/>
      <dgm:spPr/>
    </dgm:pt>
    <dgm:pt modelId="{2CA24B62-1011-4257-9A47-CCB9A5A0F4EE}" type="pres">
      <dgm:prSet presAssocID="{296D7F35-9896-481A-981C-E4FED85D746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0459B0D-1A91-4DBE-BE17-A9363D695061}" type="presOf" srcId="{7FCFDCA3-FB56-48B3-ACE6-60772ACDE11D}" destId="{7A0A01D2-37EC-4AB7-8510-4CC29221C9FA}" srcOrd="0" destOrd="0" presId="urn:microsoft.com/office/officeart/2018/2/layout/IconVerticalSolidList"/>
    <dgm:cxn modelId="{B8A7F713-D5BD-497C-8175-F2BC1EF23B24}" srcId="{51547685-B47E-424B-8185-2A559ABD122C}" destId="{7FCFDCA3-FB56-48B3-ACE6-60772ACDE11D}" srcOrd="2" destOrd="0" parTransId="{738B444D-5BD4-410B-9D77-05BBDB7F9CF4}" sibTransId="{367D16E4-774C-42F0-8DDA-30B6EC69CF82}"/>
    <dgm:cxn modelId="{C2A17636-8E28-4BEB-B873-65EE93AE4D10}" srcId="{51547685-B47E-424B-8185-2A559ABD122C}" destId="{2B744737-BEE7-4177-BEAD-912CC7CFE536}" srcOrd="0" destOrd="0" parTransId="{ACF26082-8EDB-4A93-85F1-93590C990387}" sibTransId="{94CD15BB-9035-4805-8F57-9CE4763382F6}"/>
    <dgm:cxn modelId="{FF1ED84C-BEAB-4D1B-8173-D03B6D63B406}" type="presOf" srcId="{2B744737-BEE7-4177-BEAD-912CC7CFE536}" destId="{ED1F79DB-3AE5-4EAC-9BC5-98C07B0112CD}" srcOrd="0" destOrd="0" presId="urn:microsoft.com/office/officeart/2018/2/layout/IconVerticalSolidList"/>
    <dgm:cxn modelId="{5E10CBA3-9CC8-4E63-8FD2-C7D92E1907BB}" type="presOf" srcId="{296D7F35-9896-481A-981C-E4FED85D7467}" destId="{2CA24B62-1011-4257-9A47-CCB9A5A0F4EE}" srcOrd="0" destOrd="0" presId="urn:microsoft.com/office/officeart/2018/2/layout/IconVerticalSolidList"/>
    <dgm:cxn modelId="{A59A2CCB-A824-4105-996C-39D215CBB26F}" srcId="{51547685-B47E-424B-8185-2A559ABD122C}" destId="{296D7F35-9896-481A-981C-E4FED85D7467}" srcOrd="3" destOrd="0" parTransId="{F115D546-7C84-4B02-9FEA-2F9B4444867D}" sibTransId="{6F1D20BC-68AA-45E5-B6AF-9E83E8FF2B14}"/>
    <dgm:cxn modelId="{89666CCF-3530-4B93-AFF5-75156CF99FAA}" type="presOf" srcId="{51547685-B47E-424B-8185-2A559ABD122C}" destId="{FE7067A4-B9EB-4DDC-9CD5-DE9E96BDAE03}" srcOrd="0" destOrd="0" presId="urn:microsoft.com/office/officeart/2018/2/layout/IconVerticalSolidList"/>
    <dgm:cxn modelId="{CA5350D5-DC32-4D02-8849-439FEB246A23}" srcId="{51547685-B47E-424B-8185-2A559ABD122C}" destId="{3A821E27-0D16-4200-B24B-6DBD0EF4091A}" srcOrd="1" destOrd="0" parTransId="{B9170599-B069-49C9-88D0-3E052F4967B8}" sibTransId="{C485E082-10F0-4B3D-A2C0-422B318AD175}"/>
    <dgm:cxn modelId="{4D8E9AFD-3389-4448-B71B-DBC126A00DDB}" type="presOf" srcId="{3A821E27-0D16-4200-B24B-6DBD0EF4091A}" destId="{5F87B5FE-55D8-444F-81EA-2246F087359A}" srcOrd="0" destOrd="0" presId="urn:microsoft.com/office/officeart/2018/2/layout/IconVerticalSolidList"/>
    <dgm:cxn modelId="{B5A21C1D-B59F-454A-9FB7-ED7797C06A1D}" type="presParOf" srcId="{FE7067A4-B9EB-4DDC-9CD5-DE9E96BDAE03}" destId="{16468427-B827-407C-8B30-805846A1C552}" srcOrd="0" destOrd="0" presId="urn:microsoft.com/office/officeart/2018/2/layout/IconVerticalSolidList"/>
    <dgm:cxn modelId="{4D9B66EB-BDF3-4732-9EDE-D11E76443A46}" type="presParOf" srcId="{16468427-B827-407C-8B30-805846A1C552}" destId="{7C2DB53E-467B-4A65-AA50-5BDC2CF56396}" srcOrd="0" destOrd="0" presId="urn:microsoft.com/office/officeart/2018/2/layout/IconVerticalSolidList"/>
    <dgm:cxn modelId="{7F6AA827-883E-4514-BA73-D803CF1B6AC4}" type="presParOf" srcId="{16468427-B827-407C-8B30-805846A1C552}" destId="{E7CF37ED-AE5C-4B13-9B29-D63A79CF292E}" srcOrd="1" destOrd="0" presId="urn:microsoft.com/office/officeart/2018/2/layout/IconVerticalSolidList"/>
    <dgm:cxn modelId="{BFA68993-D28C-40F3-A0F6-09933FC2C90A}" type="presParOf" srcId="{16468427-B827-407C-8B30-805846A1C552}" destId="{38BF93FD-9196-4523-9535-806A5C0F6217}" srcOrd="2" destOrd="0" presId="urn:microsoft.com/office/officeart/2018/2/layout/IconVerticalSolidList"/>
    <dgm:cxn modelId="{5967E841-7E90-46B9-B325-C337B006E2E1}" type="presParOf" srcId="{16468427-B827-407C-8B30-805846A1C552}" destId="{ED1F79DB-3AE5-4EAC-9BC5-98C07B0112CD}" srcOrd="3" destOrd="0" presId="urn:microsoft.com/office/officeart/2018/2/layout/IconVerticalSolidList"/>
    <dgm:cxn modelId="{2D359C80-6866-4585-B238-8525DF852D03}" type="presParOf" srcId="{FE7067A4-B9EB-4DDC-9CD5-DE9E96BDAE03}" destId="{D6E269A6-C3E0-44C5-BC18-7060D08DA67D}" srcOrd="1" destOrd="0" presId="urn:microsoft.com/office/officeart/2018/2/layout/IconVerticalSolidList"/>
    <dgm:cxn modelId="{E50B5917-E155-4EB9-9A14-3D79173DA232}" type="presParOf" srcId="{FE7067A4-B9EB-4DDC-9CD5-DE9E96BDAE03}" destId="{51244CF5-2F69-4399-8443-7A5D7BF91AAA}" srcOrd="2" destOrd="0" presId="urn:microsoft.com/office/officeart/2018/2/layout/IconVerticalSolidList"/>
    <dgm:cxn modelId="{5DB31CDA-9FFF-4681-B02B-FE6E19385A76}" type="presParOf" srcId="{51244CF5-2F69-4399-8443-7A5D7BF91AAA}" destId="{97C5F987-4CC2-4C89-8471-DC7FACA6E744}" srcOrd="0" destOrd="0" presId="urn:microsoft.com/office/officeart/2018/2/layout/IconVerticalSolidList"/>
    <dgm:cxn modelId="{2FF81291-7518-4855-9CBC-A7F4D9F27043}" type="presParOf" srcId="{51244CF5-2F69-4399-8443-7A5D7BF91AAA}" destId="{42E41005-55E8-44C6-8692-02E53F7651FB}" srcOrd="1" destOrd="0" presId="urn:microsoft.com/office/officeart/2018/2/layout/IconVerticalSolidList"/>
    <dgm:cxn modelId="{26900396-E8D1-4709-8EF6-6FC23870D261}" type="presParOf" srcId="{51244CF5-2F69-4399-8443-7A5D7BF91AAA}" destId="{28B376E6-04AC-486F-981D-161EE1BE075C}" srcOrd="2" destOrd="0" presId="urn:microsoft.com/office/officeart/2018/2/layout/IconVerticalSolidList"/>
    <dgm:cxn modelId="{FB67D831-BCED-42AE-9112-878DFE888A6B}" type="presParOf" srcId="{51244CF5-2F69-4399-8443-7A5D7BF91AAA}" destId="{5F87B5FE-55D8-444F-81EA-2246F087359A}" srcOrd="3" destOrd="0" presId="urn:microsoft.com/office/officeart/2018/2/layout/IconVerticalSolidList"/>
    <dgm:cxn modelId="{10426914-548B-4606-B154-92A7493B13D9}" type="presParOf" srcId="{FE7067A4-B9EB-4DDC-9CD5-DE9E96BDAE03}" destId="{B5F1BA9D-E3C9-43E4-B464-2C47B72F975D}" srcOrd="3" destOrd="0" presId="urn:microsoft.com/office/officeart/2018/2/layout/IconVerticalSolidList"/>
    <dgm:cxn modelId="{9C97C8AD-3213-4192-B156-F97210DBD7AF}" type="presParOf" srcId="{FE7067A4-B9EB-4DDC-9CD5-DE9E96BDAE03}" destId="{BDF9E60E-875C-42F8-91D8-8B64DE8B0B98}" srcOrd="4" destOrd="0" presId="urn:microsoft.com/office/officeart/2018/2/layout/IconVerticalSolidList"/>
    <dgm:cxn modelId="{FDE2C74F-ACE3-4B5E-A437-9A23402641FA}" type="presParOf" srcId="{BDF9E60E-875C-42F8-91D8-8B64DE8B0B98}" destId="{B7E268AF-C43B-4FBD-BB3E-C7AC3FAC522A}" srcOrd="0" destOrd="0" presId="urn:microsoft.com/office/officeart/2018/2/layout/IconVerticalSolidList"/>
    <dgm:cxn modelId="{8BB2AC9F-CA1F-4C9C-BFF5-43AEC191398F}" type="presParOf" srcId="{BDF9E60E-875C-42F8-91D8-8B64DE8B0B98}" destId="{B92A4F50-275B-45E0-9CFF-F5AF13ABDD38}" srcOrd="1" destOrd="0" presId="urn:microsoft.com/office/officeart/2018/2/layout/IconVerticalSolidList"/>
    <dgm:cxn modelId="{43548E2D-22B9-4E43-8808-9FBF5EFC801B}" type="presParOf" srcId="{BDF9E60E-875C-42F8-91D8-8B64DE8B0B98}" destId="{71A6053C-31AC-4886-8D61-6E54D8D043E7}" srcOrd="2" destOrd="0" presId="urn:microsoft.com/office/officeart/2018/2/layout/IconVerticalSolidList"/>
    <dgm:cxn modelId="{08364C66-4DC2-4811-8E0E-600401606304}" type="presParOf" srcId="{BDF9E60E-875C-42F8-91D8-8B64DE8B0B98}" destId="{7A0A01D2-37EC-4AB7-8510-4CC29221C9FA}" srcOrd="3" destOrd="0" presId="urn:microsoft.com/office/officeart/2018/2/layout/IconVerticalSolidList"/>
    <dgm:cxn modelId="{709C76B4-E3AE-489D-A2E8-1C9A28239B5A}" type="presParOf" srcId="{FE7067A4-B9EB-4DDC-9CD5-DE9E96BDAE03}" destId="{048A69FE-39FA-4E5C-937D-90139902CF56}" srcOrd="5" destOrd="0" presId="urn:microsoft.com/office/officeart/2018/2/layout/IconVerticalSolidList"/>
    <dgm:cxn modelId="{510B8E06-7C71-4A1B-8E6D-3F933296CF62}" type="presParOf" srcId="{FE7067A4-B9EB-4DDC-9CD5-DE9E96BDAE03}" destId="{1A3F7993-1768-41E5-8CE6-927ADFE34E9D}" srcOrd="6" destOrd="0" presId="urn:microsoft.com/office/officeart/2018/2/layout/IconVerticalSolidList"/>
    <dgm:cxn modelId="{7E2A35DA-2E97-4770-82CD-7D926FD2147E}" type="presParOf" srcId="{1A3F7993-1768-41E5-8CE6-927ADFE34E9D}" destId="{E3547BA1-B7A6-4511-AC5E-9C158E41FFF3}" srcOrd="0" destOrd="0" presId="urn:microsoft.com/office/officeart/2018/2/layout/IconVerticalSolidList"/>
    <dgm:cxn modelId="{16D94AD2-F3B5-4EF9-934F-48613AB31FA6}" type="presParOf" srcId="{1A3F7993-1768-41E5-8CE6-927ADFE34E9D}" destId="{9730F970-6579-429D-AF3D-E58B8800345E}" srcOrd="1" destOrd="0" presId="urn:microsoft.com/office/officeart/2018/2/layout/IconVerticalSolidList"/>
    <dgm:cxn modelId="{4B995AB7-223D-43F2-B015-A34B9743DA0D}" type="presParOf" srcId="{1A3F7993-1768-41E5-8CE6-927ADFE34E9D}" destId="{161ECF98-0C80-4226-A1FA-0F5C8D531747}" srcOrd="2" destOrd="0" presId="urn:microsoft.com/office/officeart/2018/2/layout/IconVerticalSolidList"/>
    <dgm:cxn modelId="{771FED9B-218A-44C7-8D73-DB1019488122}" type="presParOf" srcId="{1A3F7993-1768-41E5-8CE6-927ADFE34E9D}" destId="{2CA24B62-1011-4257-9A47-CCB9A5A0F4E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6F6C23B-FF36-443D-964C-D6564669A79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EF3C50A-6E12-4EF4-AAE8-E6761B86BC13}">
      <dgm:prSet/>
      <dgm:spPr/>
      <dgm:t>
        <a:bodyPr/>
        <a:lstStyle/>
        <a:p>
          <a:r>
            <a:rPr lang="en-US"/>
            <a:t>• Recogida de evidencias electrónicas</a:t>
          </a:r>
        </a:p>
      </dgm:t>
    </dgm:pt>
    <dgm:pt modelId="{5320D8E8-986F-4D4D-8A61-8ED56644927D}" type="parTrans" cxnId="{CFDDC31E-31CC-4437-8C8F-56F36408434E}">
      <dgm:prSet/>
      <dgm:spPr/>
      <dgm:t>
        <a:bodyPr/>
        <a:lstStyle/>
        <a:p>
          <a:endParaRPr lang="en-US"/>
        </a:p>
      </dgm:t>
    </dgm:pt>
    <dgm:pt modelId="{D61A1882-2CFC-4734-8E6C-E5406350C724}" type="sibTrans" cxnId="{CFDDC31E-31CC-4437-8C8F-56F36408434E}">
      <dgm:prSet/>
      <dgm:spPr/>
      <dgm:t>
        <a:bodyPr/>
        <a:lstStyle/>
        <a:p>
          <a:endParaRPr lang="en-US"/>
        </a:p>
      </dgm:t>
    </dgm:pt>
    <dgm:pt modelId="{CB37E294-5F8B-4704-A969-3D1C4F0430AC}">
      <dgm:prSet/>
      <dgm:spPr/>
      <dgm:t>
        <a:bodyPr/>
        <a:lstStyle/>
        <a:p>
          <a:r>
            <a:rPr lang="en-US"/>
            <a:t>• Análisis de ficheros borrados y ocultos</a:t>
          </a:r>
        </a:p>
      </dgm:t>
    </dgm:pt>
    <dgm:pt modelId="{10C7AD2E-4402-4AA7-87D8-E0F6AB0F3EBA}" type="parTrans" cxnId="{19DA59DF-6673-4FA5-A58D-92146BD58CF3}">
      <dgm:prSet/>
      <dgm:spPr/>
      <dgm:t>
        <a:bodyPr/>
        <a:lstStyle/>
        <a:p>
          <a:endParaRPr lang="en-US"/>
        </a:p>
      </dgm:t>
    </dgm:pt>
    <dgm:pt modelId="{27F210AA-9AD3-4447-B94B-10492AD753B6}" type="sibTrans" cxnId="{19DA59DF-6673-4FA5-A58D-92146BD58CF3}">
      <dgm:prSet/>
      <dgm:spPr/>
      <dgm:t>
        <a:bodyPr/>
        <a:lstStyle/>
        <a:p>
          <a:endParaRPr lang="en-US"/>
        </a:p>
      </dgm:t>
    </dgm:pt>
    <dgm:pt modelId="{A52FA30E-83A6-4427-8167-489344A3A83B}">
      <dgm:prSet/>
      <dgm:spPr/>
      <dgm:t>
        <a:bodyPr/>
        <a:lstStyle/>
        <a:p>
          <a:r>
            <a:rPr lang="en-US"/>
            <a:t>• Recuperación de datos</a:t>
          </a:r>
        </a:p>
      </dgm:t>
    </dgm:pt>
    <dgm:pt modelId="{F99C2B81-EF58-4069-9CDA-318214832F36}" type="parTrans" cxnId="{9EBD5BE4-9B4D-4D36-8874-52ED3161CDDE}">
      <dgm:prSet/>
      <dgm:spPr/>
      <dgm:t>
        <a:bodyPr/>
        <a:lstStyle/>
        <a:p>
          <a:endParaRPr lang="en-US"/>
        </a:p>
      </dgm:t>
    </dgm:pt>
    <dgm:pt modelId="{0BB9F929-5E4F-44EA-8040-0BF090C95278}" type="sibTrans" cxnId="{9EBD5BE4-9B4D-4D36-8874-52ED3161CDDE}">
      <dgm:prSet/>
      <dgm:spPr/>
      <dgm:t>
        <a:bodyPr/>
        <a:lstStyle/>
        <a:p>
          <a:endParaRPr lang="en-US"/>
        </a:p>
      </dgm:t>
    </dgm:pt>
    <dgm:pt modelId="{FC23FCB3-8BEE-4660-BECF-A81BE5019A21}">
      <dgm:prSet/>
      <dgm:spPr/>
      <dgm:t>
        <a:bodyPr/>
        <a:lstStyle/>
        <a:p>
          <a:r>
            <a:rPr lang="en-US"/>
            <a:t>• Uso de herramientas especializadas</a:t>
          </a:r>
        </a:p>
      </dgm:t>
    </dgm:pt>
    <dgm:pt modelId="{F7903B6E-BFA1-447C-B8F0-5F5C319945CD}" type="parTrans" cxnId="{2FBCFED1-F4E6-4BFC-A572-3F4AE865696E}">
      <dgm:prSet/>
      <dgm:spPr/>
      <dgm:t>
        <a:bodyPr/>
        <a:lstStyle/>
        <a:p>
          <a:endParaRPr lang="en-US"/>
        </a:p>
      </dgm:t>
    </dgm:pt>
    <dgm:pt modelId="{3D628B36-A84C-4CCA-B9C9-885CA6095D04}" type="sibTrans" cxnId="{2FBCFED1-F4E6-4BFC-A572-3F4AE865696E}">
      <dgm:prSet/>
      <dgm:spPr/>
      <dgm:t>
        <a:bodyPr/>
        <a:lstStyle/>
        <a:p>
          <a:endParaRPr lang="en-US"/>
        </a:p>
      </dgm:t>
    </dgm:pt>
    <dgm:pt modelId="{AF86FFD8-F62D-4453-A268-41A9007B9CB9}" type="pres">
      <dgm:prSet presAssocID="{06F6C23B-FF36-443D-964C-D6564669A79A}" presName="root" presStyleCnt="0">
        <dgm:presLayoutVars>
          <dgm:dir/>
          <dgm:resizeHandles val="exact"/>
        </dgm:presLayoutVars>
      </dgm:prSet>
      <dgm:spPr/>
    </dgm:pt>
    <dgm:pt modelId="{491484FB-110C-4A69-98EC-B698BE7AC875}" type="pres">
      <dgm:prSet presAssocID="{9EF3C50A-6E12-4EF4-AAE8-E6761B86BC13}" presName="compNode" presStyleCnt="0"/>
      <dgm:spPr/>
    </dgm:pt>
    <dgm:pt modelId="{93EED509-1250-48CC-B146-65BFE7598963}" type="pres">
      <dgm:prSet presAssocID="{9EF3C50A-6E12-4EF4-AAE8-E6761B86BC13}" presName="bgRect" presStyleLbl="bgShp" presStyleIdx="0" presStyleCnt="4"/>
      <dgm:spPr/>
    </dgm:pt>
    <dgm:pt modelId="{524D8929-92B5-4E2B-8475-B4EECFF35E12}" type="pres">
      <dgm:prSet presAssocID="{9EF3C50A-6E12-4EF4-AAE8-E6761B86BC1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tective"/>
        </a:ext>
      </dgm:extLst>
    </dgm:pt>
    <dgm:pt modelId="{610A215A-60D4-41D1-9485-107F1AB788AA}" type="pres">
      <dgm:prSet presAssocID="{9EF3C50A-6E12-4EF4-AAE8-E6761B86BC13}" presName="spaceRect" presStyleCnt="0"/>
      <dgm:spPr/>
    </dgm:pt>
    <dgm:pt modelId="{A4775F13-091C-46C5-BF11-26C93DD088CB}" type="pres">
      <dgm:prSet presAssocID="{9EF3C50A-6E12-4EF4-AAE8-E6761B86BC13}" presName="parTx" presStyleLbl="revTx" presStyleIdx="0" presStyleCnt="4">
        <dgm:presLayoutVars>
          <dgm:chMax val="0"/>
          <dgm:chPref val="0"/>
        </dgm:presLayoutVars>
      </dgm:prSet>
      <dgm:spPr/>
    </dgm:pt>
    <dgm:pt modelId="{670CB5D6-13F5-436D-8A33-F72E28D6BDC2}" type="pres">
      <dgm:prSet presAssocID="{D61A1882-2CFC-4734-8E6C-E5406350C724}" presName="sibTrans" presStyleCnt="0"/>
      <dgm:spPr/>
    </dgm:pt>
    <dgm:pt modelId="{534E24BF-BDD6-4B55-BF8A-7A6AF6582F44}" type="pres">
      <dgm:prSet presAssocID="{CB37E294-5F8B-4704-A969-3D1C4F0430AC}" presName="compNode" presStyleCnt="0"/>
      <dgm:spPr/>
    </dgm:pt>
    <dgm:pt modelId="{1A10F0C5-7D59-48B9-A051-6A3F1EED98FE}" type="pres">
      <dgm:prSet presAssocID="{CB37E294-5F8B-4704-A969-3D1C4F0430AC}" presName="bgRect" presStyleLbl="bgShp" presStyleIdx="1" presStyleCnt="4"/>
      <dgm:spPr/>
    </dgm:pt>
    <dgm:pt modelId="{2FFE9789-5AF5-4097-B5E3-A962A53C6049}" type="pres">
      <dgm:prSet presAssocID="{CB37E294-5F8B-4704-A969-3D1C4F0430A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"/>
        </a:ext>
      </dgm:extLst>
    </dgm:pt>
    <dgm:pt modelId="{E661CDDC-E7F2-477F-95C0-B5B23525B945}" type="pres">
      <dgm:prSet presAssocID="{CB37E294-5F8B-4704-A969-3D1C4F0430AC}" presName="spaceRect" presStyleCnt="0"/>
      <dgm:spPr/>
    </dgm:pt>
    <dgm:pt modelId="{9B29AB7F-6D5C-4A82-9A3B-ED6AB47CB9BF}" type="pres">
      <dgm:prSet presAssocID="{CB37E294-5F8B-4704-A969-3D1C4F0430AC}" presName="parTx" presStyleLbl="revTx" presStyleIdx="1" presStyleCnt="4">
        <dgm:presLayoutVars>
          <dgm:chMax val="0"/>
          <dgm:chPref val="0"/>
        </dgm:presLayoutVars>
      </dgm:prSet>
      <dgm:spPr/>
    </dgm:pt>
    <dgm:pt modelId="{87A9F2A8-7BF6-4558-9D85-312FAFDF1199}" type="pres">
      <dgm:prSet presAssocID="{27F210AA-9AD3-4447-B94B-10492AD753B6}" presName="sibTrans" presStyleCnt="0"/>
      <dgm:spPr/>
    </dgm:pt>
    <dgm:pt modelId="{9637C618-C3C0-4C4C-BCFA-6BC5345726CD}" type="pres">
      <dgm:prSet presAssocID="{A52FA30E-83A6-4427-8167-489344A3A83B}" presName="compNode" presStyleCnt="0"/>
      <dgm:spPr/>
    </dgm:pt>
    <dgm:pt modelId="{84789149-9FF8-4B11-98DE-9C1C0BE52B24}" type="pres">
      <dgm:prSet presAssocID="{A52FA30E-83A6-4427-8167-489344A3A83B}" presName="bgRect" presStyleLbl="bgShp" presStyleIdx="2" presStyleCnt="4"/>
      <dgm:spPr/>
    </dgm:pt>
    <dgm:pt modelId="{AA717A5E-9005-445D-825C-B0944410DEA4}" type="pres">
      <dgm:prSet presAssocID="{A52FA30E-83A6-4427-8167-489344A3A83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6F66AB7D-AFE0-43DD-81FD-6FEDB63048E9}" type="pres">
      <dgm:prSet presAssocID="{A52FA30E-83A6-4427-8167-489344A3A83B}" presName="spaceRect" presStyleCnt="0"/>
      <dgm:spPr/>
    </dgm:pt>
    <dgm:pt modelId="{267CFB1F-10FD-40EC-9EF9-5E0168BE7E13}" type="pres">
      <dgm:prSet presAssocID="{A52FA30E-83A6-4427-8167-489344A3A83B}" presName="parTx" presStyleLbl="revTx" presStyleIdx="2" presStyleCnt="4">
        <dgm:presLayoutVars>
          <dgm:chMax val="0"/>
          <dgm:chPref val="0"/>
        </dgm:presLayoutVars>
      </dgm:prSet>
      <dgm:spPr/>
    </dgm:pt>
    <dgm:pt modelId="{222B0795-826C-40DB-9B96-0D44E26CA08E}" type="pres">
      <dgm:prSet presAssocID="{0BB9F929-5E4F-44EA-8040-0BF090C95278}" presName="sibTrans" presStyleCnt="0"/>
      <dgm:spPr/>
    </dgm:pt>
    <dgm:pt modelId="{400CB668-149B-40FE-AC7B-1A327C4E5598}" type="pres">
      <dgm:prSet presAssocID="{FC23FCB3-8BEE-4660-BECF-A81BE5019A21}" presName="compNode" presStyleCnt="0"/>
      <dgm:spPr/>
    </dgm:pt>
    <dgm:pt modelId="{175AFAD4-5876-44A3-A822-5835469CD29F}" type="pres">
      <dgm:prSet presAssocID="{FC23FCB3-8BEE-4660-BECF-A81BE5019A21}" presName="bgRect" presStyleLbl="bgShp" presStyleIdx="3" presStyleCnt="4"/>
      <dgm:spPr/>
    </dgm:pt>
    <dgm:pt modelId="{F67FECAE-5AE3-44E2-A2DD-CEBFB85FC602}" type="pres">
      <dgm:prSet presAssocID="{FC23FCB3-8BEE-4660-BECF-A81BE5019A2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rramientas"/>
        </a:ext>
      </dgm:extLst>
    </dgm:pt>
    <dgm:pt modelId="{1BAB7558-3856-4B97-AF72-68367CE7C4BE}" type="pres">
      <dgm:prSet presAssocID="{FC23FCB3-8BEE-4660-BECF-A81BE5019A21}" presName="spaceRect" presStyleCnt="0"/>
      <dgm:spPr/>
    </dgm:pt>
    <dgm:pt modelId="{F726C597-F55B-4191-A2BA-2AD02A8AF0AE}" type="pres">
      <dgm:prSet presAssocID="{FC23FCB3-8BEE-4660-BECF-A81BE5019A2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FDDC31E-31CC-4437-8C8F-56F36408434E}" srcId="{06F6C23B-FF36-443D-964C-D6564669A79A}" destId="{9EF3C50A-6E12-4EF4-AAE8-E6761B86BC13}" srcOrd="0" destOrd="0" parTransId="{5320D8E8-986F-4D4D-8A61-8ED56644927D}" sibTransId="{D61A1882-2CFC-4734-8E6C-E5406350C724}"/>
    <dgm:cxn modelId="{E1E7452B-4AB5-4D0A-AACC-422BACC153C7}" type="presOf" srcId="{CB37E294-5F8B-4704-A969-3D1C4F0430AC}" destId="{9B29AB7F-6D5C-4A82-9A3B-ED6AB47CB9BF}" srcOrd="0" destOrd="0" presId="urn:microsoft.com/office/officeart/2018/2/layout/IconVerticalSolidList"/>
    <dgm:cxn modelId="{4C5BF179-9961-4F19-9FBF-FBD42D87C16B}" type="presOf" srcId="{06F6C23B-FF36-443D-964C-D6564669A79A}" destId="{AF86FFD8-F62D-4453-A268-41A9007B9CB9}" srcOrd="0" destOrd="0" presId="urn:microsoft.com/office/officeart/2018/2/layout/IconVerticalSolidList"/>
    <dgm:cxn modelId="{D70DB0AB-3836-404A-A444-A91C9F6872E8}" type="presOf" srcId="{A52FA30E-83A6-4427-8167-489344A3A83B}" destId="{267CFB1F-10FD-40EC-9EF9-5E0168BE7E13}" srcOrd="0" destOrd="0" presId="urn:microsoft.com/office/officeart/2018/2/layout/IconVerticalSolidList"/>
    <dgm:cxn modelId="{2FBCFED1-F4E6-4BFC-A572-3F4AE865696E}" srcId="{06F6C23B-FF36-443D-964C-D6564669A79A}" destId="{FC23FCB3-8BEE-4660-BECF-A81BE5019A21}" srcOrd="3" destOrd="0" parTransId="{F7903B6E-BFA1-447C-B8F0-5F5C319945CD}" sibTransId="{3D628B36-A84C-4CCA-B9C9-885CA6095D04}"/>
    <dgm:cxn modelId="{19DA59DF-6673-4FA5-A58D-92146BD58CF3}" srcId="{06F6C23B-FF36-443D-964C-D6564669A79A}" destId="{CB37E294-5F8B-4704-A969-3D1C4F0430AC}" srcOrd="1" destOrd="0" parTransId="{10C7AD2E-4402-4AA7-87D8-E0F6AB0F3EBA}" sibTransId="{27F210AA-9AD3-4447-B94B-10492AD753B6}"/>
    <dgm:cxn modelId="{9EBD5BE4-9B4D-4D36-8874-52ED3161CDDE}" srcId="{06F6C23B-FF36-443D-964C-D6564669A79A}" destId="{A52FA30E-83A6-4427-8167-489344A3A83B}" srcOrd="2" destOrd="0" parTransId="{F99C2B81-EF58-4069-9CDA-318214832F36}" sibTransId="{0BB9F929-5E4F-44EA-8040-0BF090C95278}"/>
    <dgm:cxn modelId="{C86F52F6-F294-4393-BEE2-69713D8EAEEB}" type="presOf" srcId="{FC23FCB3-8BEE-4660-BECF-A81BE5019A21}" destId="{F726C597-F55B-4191-A2BA-2AD02A8AF0AE}" srcOrd="0" destOrd="0" presId="urn:microsoft.com/office/officeart/2018/2/layout/IconVerticalSolidList"/>
    <dgm:cxn modelId="{DFB996F9-150B-4624-8FC6-79725D6D6FED}" type="presOf" srcId="{9EF3C50A-6E12-4EF4-AAE8-E6761B86BC13}" destId="{A4775F13-091C-46C5-BF11-26C93DD088CB}" srcOrd="0" destOrd="0" presId="urn:microsoft.com/office/officeart/2018/2/layout/IconVerticalSolidList"/>
    <dgm:cxn modelId="{311AF05B-DF5D-47F7-BE36-DDC955D44435}" type="presParOf" srcId="{AF86FFD8-F62D-4453-A268-41A9007B9CB9}" destId="{491484FB-110C-4A69-98EC-B698BE7AC875}" srcOrd="0" destOrd="0" presId="urn:microsoft.com/office/officeart/2018/2/layout/IconVerticalSolidList"/>
    <dgm:cxn modelId="{2D52125A-3DD1-4B31-BB8B-8884BCB6585C}" type="presParOf" srcId="{491484FB-110C-4A69-98EC-B698BE7AC875}" destId="{93EED509-1250-48CC-B146-65BFE7598963}" srcOrd="0" destOrd="0" presId="urn:microsoft.com/office/officeart/2018/2/layout/IconVerticalSolidList"/>
    <dgm:cxn modelId="{7A00FEC3-531E-4CD5-BDB2-973FB9B3333E}" type="presParOf" srcId="{491484FB-110C-4A69-98EC-B698BE7AC875}" destId="{524D8929-92B5-4E2B-8475-B4EECFF35E12}" srcOrd="1" destOrd="0" presId="urn:microsoft.com/office/officeart/2018/2/layout/IconVerticalSolidList"/>
    <dgm:cxn modelId="{5F7597E9-CAFC-4A1C-A562-ECF0BFB84F89}" type="presParOf" srcId="{491484FB-110C-4A69-98EC-B698BE7AC875}" destId="{610A215A-60D4-41D1-9485-107F1AB788AA}" srcOrd="2" destOrd="0" presId="urn:microsoft.com/office/officeart/2018/2/layout/IconVerticalSolidList"/>
    <dgm:cxn modelId="{484E04AC-EF56-4515-9BBF-EB89905DB272}" type="presParOf" srcId="{491484FB-110C-4A69-98EC-B698BE7AC875}" destId="{A4775F13-091C-46C5-BF11-26C93DD088CB}" srcOrd="3" destOrd="0" presId="urn:microsoft.com/office/officeart/2018/2/layout/IconVerticalSolidList"/>
    <dgm:cxn modelId="{7F8C0C40-43AB-4FE7-85F2-97EDCD943732}" type="presParOf" srcId="{AF86FFD8-F62D-4453-A268-41A9007B9CB9}" destId="{670CB5D6-13F5-436D-8A33-F72E28D6BDC2}" srcOrd="1" destOrd="0" presId="urn:microsoft.com/office/officeart/2018/2/layout/IconVerticalSolidList"/>
    <dgm:cxn modelId="{89A0E712-671A-4178-B063-31E715AA7729}" type="presParOf" srcId="{AF86FFD8-F62D-4453-A268-41A9007B9CB9}" destId="{534E24BF-BDD6-4B55-BF8A-7A6AF6582F44}" srcOrd="2" destOrd="0" presId="urn:microsoft.com/office/officeart/2018/2/layout/IconVerticalSolidList"/>
    <dgm:cxn modelId="{10948E5B-74AE-4708-A2F0-BBDB2604A9D8}" type="presParOf" srcId="{534E24BF-BDD6-4B55-BF8A-7A6AF6582F44}" destId="{1A10F0C5-7D59-48B9-A051-6A3F1EED98FE}" srcOrd="0" destOrd="0" presId="urn:microsoft.com/office/officeart/2018/2/layout/IconVerticalSolidList"/>
    <dgm:cxn modelId="{E4CC4F26-55E7-40E7-9C41-C0632A8F7DC3}" type="presParOf" srcId="{534E24BF-BDD6-4B55-BF8A-7A6AF6582F44}" destId="{2FFE9789-5AF5-4097-B5E3-A962A53C6049}" srcOrd="1" destOrd="0" presId="urn:microsoft.com/office/officeart/2018/2/layout/IconVerticalSolidList"/>
    <dgm:cxn modelId="{37CD47AD-02B0-4023-AE72-755C5B0C18CF}" type="presParOf" srcId="{534E24BF-BDD6-4B55-BF8A-7A6AF6582F44}" destId="{E661CDDC-E7F2-477F-95C0-B5B23525B945}" srcOrd="2" destOrd="0" presId="urn:microsoft.com/office/officeart/2018/2/layout/IconVerticalSolidList"/>
    <dgm:cxn modelId="{45B51C2C-87D0-43B8-8FB6-F3D1FF51CC84}" type="presParOf" srcId="{534E24BF-BDD6-4B55-BF8A-7A6AF6582F44}" destId="{9B29AB7F-6D5C-4A82-9A3B-ED6AB47CB9BF}" srcOrd="3" destOrd="0" presId="urn:microsoft.com/office/officeart/2018/2/layout/IconVerticalSolidList"/>
    <dgm:cxn modelId="{E77F828C-5890-4FA8-9D55-A82F6AC874C6}" type="presParOf" srcId="{AF86FFD8-F62D-4453-A268-41A9007B9CB9}" destId="{87A9F2A8-7BF6-4558-9D85-312FAFDF1199}" srcOrd="3" destOrd="0" presId="urn:microsoft.com/office/officeart/2018/2/layout/IconVerticalSolidList"/>
    <dgm:cxn modelId="{23AFA89E-D817-4B82-9413-5537D1CC5E64}" type="presParOf" srcId="{AF86FFD8-F62D-4453-A268-41A9007B9CB9}" destId="{9637C618-C3C0-4C4C-BCFA-6BC5345726CD}" srcOrd="4" destOrd="0" presId="urn:microsoft.com/office/officeart/2018/2/layout/IconVerticalSolidList"/>
    <dgm:cxn modelId="{2635048C-701A-4BA2-BC56-87FED1B68A23}" type="presParOf" srcId="{9637C618-C3C0-4C4C-BCFA-6BC5345726CD}" destId="{84789149-9FF8-4B11-98DE-9C1C0BE52B24}" srcOrd="0" destOrd="0" presId="urn:microsoft.com/office/officeart/2018/2/layout/IconVerticalSolidList"/>
    <dgm:cxn modelId="{3DA6DC74-888D-4A10-AF14-BFCD30706F12}" type="presParOf" srcId="{9637C618-C3C0-4C4C-BCFA-6BC5345726CD}" destId="{AA717A5E-9005-445D-825C-B0944410DEA4}" srcOrd="1" destOrd="0" presId="urn:microsoft.com/office/officeart/2018/2/layout/IconVerticalSolidList"/>
    <dgm:cxn modelId="{35920423-CB0A-45F2-B064-093252D21273}" type="presParOf" srcId="{9637C618-C3C0-4C4C-BCFA-6BC5345726CD}" destId="{6F66AB7D-AFE0-43DD-81FD-6FEDB63048E9}" srcOrd="2" destOrd="0" presId="urn:microsoft.com/office/officeart/2018/2/layout/IconVerticalSolidList"/>
    <dgm:cxn modelId="{B81E2483-9014-4FF5-B402-27ED685CA87F}" type="presParOf" srcId="{9637C618-C3C0-4C4C-BCFA-6BC5345726CD}" destId="{267CFB1F-10FD-40EC-9EF9-5E0168BE7E13}" srcOrd="3" destOrd="0" presId="urn:microsoft.com/office/officeart/2018/2/layout/IconVerticalSolidList"/>
    <dgm:cxn modelId="{74942D5F-661B-4BE6-A591-2848F666F15B}" type="presParOf" srcId="{AF86FFD8-F62D-4453-A268-41A9007B9CB9}" destId="{222B0795-826C-40DB-9B96-0D44E26CA08E}" srcOrd="5" destOrd="0" presId="urn:microsoft.com/office/officeart/2018/2/layout/IconVerticalSolidList"/>
    <dgm:cxn modelId="{F38FF248-6A08-4AC0-B96F-8786E03A211B}" type="presParOf" srcId="{AF86FFD8-F62D-4453-A268-41A9007B9CB9}" destId="{400CB668-149B-40FE-AC7B-1A327C4E5598}" srcOrd="6" destOrd="0" presId="urn:microsoft.com/office/officeart/2018/2/layout/IconVerticalSolidList"/>
    <dgm:cxn modelId="{AAB6D54E-D35D-42D4-BC31-0759F847D02F}" type="presParOf" srcId="{400CB668-149B-40FE-AC7B-1A327C4E5598}" destId="{175AFAD4-5876-44A3-A822-5835469CD29F}" srcOrd="0" destOrd="0" presId="urn:microsoft.com/office/officeart/2018/2/layout/IconVerticalSolidList"/>
    <dgm:cxn modelId="{02829907-1E9D-40B1-A56A-AFC2F8452888}" type="presParOf" srcId="{400CB668-149B-40FE-AC7B-1A327C4E5598}" destId="{F67FECAE-5AE3-44E2-A2DD-CEBFB85FC602}" srcOrd="1" destOrd="0" presId="urn:microsoft.com/office/officeart/2018/2/layout/IconVerticalSolidList"/>
    <dgm:cxn modelId="{4D08A39D-C2D0-4EFA-899A-4E73D476CE55}" type="presParOf" srcId="{400CB668-149B-40FE-AC7B-1A327C4E5598}" destId="{1BAB7558-3856-4B97-AF72-68367CE7C4BE}" srcOrd="2" destOrd="0" presId="urn:microsoft.com/office/officeart/2018/2/layout/IconVerticalSolidList"/>
    <dgm:cxn modelId="{3527AF7B-1979-4593-A226-DE8D1800C1A6}" type="presParOf" srcId="{400CB668-149B-40FE-AC7B-1A327C4E5598}" destId="{F726C597-F55B-4191-A2BA-2AD02A8AF0A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D1DFD0D-7227-458C-9521-8CFCE0F2352E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ECEABBA-FC47-4F3F-AE7C-A4482599AB3A}">
      <dgm:prSet/>
      <dgm:spPr/>
      <dgm:t>
        <a:bodyPr/>
        <a:lstStyle/>
        <a:p>
          <a:r>
            <a:rPr lang="en-US"/>
            <a:t>• Aislamiento del sistema afectado</a:t>
          </a:r>
        </a:p>
      </dgm:t>
    </dgm:pt>
    <dgm:pt modelId="{A4E643A1-E735-4DB7-B8EC-5111CE3E038B}" type="parTrans" cxnId="{CBF0E881-C89B-475D-9B29-D59B0C85E74B}">
      <dgm:prSet/>
      <dgm:spPr/>
      <dgm:t>
        <a:bodyPr/>
        <a:lstStyle/>
        <a:p>
          <a:endParaRPr lang="en-US"/>
        </a:p>
      </dgm:t>
    </dgm:pt>
    <dgm:pt modelId="{23AEB71B-677A-427D-A365-E203753FE8ED}" type="sibTrans" cxnId="{CBF0E881-C89B-475D-9B29-D59B0C85E74B}">
      <dgm:prSet/>
      <dgm:spPr/>
      <dgm:t>
        <a:bodyPr/>
        <a:lstStyle/>
        <a:p>
          <a:endParaRPr lang="en-US"/>
        </a:p>
      </dgm:t>
    </dgm:pt>
    <dgm:pt modelId="{58F6683B-155A-4E70-88FA-2B353333126D}">
      <dgm:prSet/>
      <dgm:spPr/>
      <dgm:t>
        <a:bodyPr/>
        <a:lstStyle/>
        <a:p>
          <a:r>
            <a:rPr lang="en-US"/>
            <a:t>• Eliminación de la amenaza</a:t>
          </a:r>
        </a:p>
      </dgm:t>
    </dgm:pt>
    <dgm:pt modelId="{84C214DE-7479-49C8-AC29-3584AE8422A2}" type="parTrans" cxnId="{A8C02693-3D63-45C7-ADFA-FD4889C006DE}">
      <dgm:prSet/>
      <dgm:spPr/>
      <dgm:t>
        <a:bodyPr/>
        <a:lstStyle/>
        <a:p>
          <a:endParaRPr lang="en-US"/>
        </a:p>
      </dgm:t>
    </dgm:pt>
    <dgm:pt modelId="{DCB6BA2C-8BFE-4C19-B2CB-4128A9EED2A5}" type="sibTrans" cxnId="{A8C02693-3D63-45C7-ADFA-FD4889C006DE}">
      <dgm:prSet/>
      <dgm:spPr/>
      <dgm:t>
        <a:bodyPr/>
        <a:lstStyle/>
        <a:p>
          <a:endParaRPr lang="en-US"/>
        </a:p>
      </dgm:t>
    </dgm:pt>
    <dgm:pt modelId="{AA4464E2-67D5-4F64-A526-74F68F2E2F3E}">
      <dgm:prSet/>
      <dgm:spPr/>
      <dgm:t>
        <a:bodyPr/>
        <a:lstStyle/>
        <a:p>
          <a:r>
            <a:rPr lang="en-US"/>
            <a:t>• Restauración del servicio</a:t>
          </a:r>
        </a:p>
      </dgm:t>
    </dgm:pt>
    <dgm:pt modelId="{A5FCC6FB-AA4A-4485-98D6-061E75353C73}" type="parTrans" cxnId="{226836FC-A99F-464B-86A0-0689DC4EFC62}">
      <dgm:prSet/>
      <dgm:spPr/>
      <dgm:t>
        <a:bodyPr/>
        <a:lstStyle/>
        <a:p>
          <a:endParaRPr lang="en-US"/>
        </a:p>
      </dgm:t>
    </dgm:pt>
    <dgm:pt modelId="{3566E458-E6B1-464C-9682-76652140AED0}" type="sibTrans" cxnId="{226836FC-A99F-464B-86A0-0689DC4EFC62}">
      <dgm:prSet/>
      <dgm:spPr/>
      <dgm:t>
        <a:bodyPr/>
        <a:lstStyle/>
        <a:p>
          <a:endParaRPr lang="en-US"/>
        </a:p>
      </dgm:t>
    </dgm:pt>
    <dgm:pt modelId="{FBAF7EF8-846C-49BD-9EDB-9374513E5B18}">
      <dgm:prSet/>
      <dgm:spPr/>
      <dgm:t>
        <a:bodyPr/>
        <a:lstStyle/>
        <a:p>
          <a:r>
            <a:rPr lang="en-US"/>
            <a:t>• Informe final del incidente</a:t>
          </a:r>
        </a:p>
      </dgm:t>
    </dgm:pt>
    <dgm:pt modelId="{8219E976-7577-4D09-B1FB-6CB0C595047A}" type="parTrans" cxnId="{D04AB969-3618-4A48-A86A-AA3BA6007092}">
      <dgm:prSet/>
      <dgm:spPr/>
      <dgm:t>
        <a:bodyPr/>
        <a:lstStyle/>
        <a:p>
          <a:endParaRPr lang="en-US"/>
        </a:p>
      </dgm:t>
    </dgm:pt>
    <dgm:pt modelId="{3F756135-7801-4031-935D-2779F546B355}" type="sibTrans" cxnId="{D04AB969-3618-4A48-A86A-AA3BA6007092}">
      <dgm:prSet/>
      <dgm:spPr/>
      <dgm:t>
        <a:bodyPr/>
        <a:lstStyle/>
        <a:p>
          <a:endParaRPr lang="en-US"/>
        </a:p>
      </dgm:t>
    </dgm:pt>
    <dgm:pt modelId="{2EDCB941-A956-47D5-BA0B-097E877CBBE0}" type="pres">
      <dgm:prSet presAssocID="{FD1DFD0D-7227-458C-9521-8CFCE0F2352E}" presName="matrix" presStyleCnt="0">
        <dgm:presLayoutVars>
          <dgm:chMax val="1"/>
          <dgm:dir/>
          <dgm:resizeHandles val="exact"/>
        </dgm:presLayoutVars>
      </dgm:prSet>
      <dgm:spPr/>
    </dgm:pt>
    <dgm:pt modelId="{5B3286ED-EC94-41A3-AE65-80B35A0EA491}" type="pres">
      <dgm:prSet presAssocID="{FD1DFD0D-7227-458C-9521-8CFCE0F2352E}" presName="diamond" presStyleLbl="bgShp" presStyleIdx="0" presStyleCnt="1"/>
      <dgm:spPr/>
    </dgm:pt>
    <dgm:pt modelId="{C447E8C4-D9D0-4D0F-9262-E7FC64C78927}" type="pres">
      <dgm:prSet presAssocID="{FD1DFD0D-7227-458C-9521-8CFCE0F2352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3601339-9113-4BBB-8BE7-F3D0A763D25E}" type="pres">
      <dgm:prSet presAssocID="{FD1DFD0D-7227-458C-9521-8CFCE0F2352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F87BB1B-FF26-42CD-AB05-DA272C6826E5}" type="pres">
      <dgm:prSet presAssocID="{FD1DFD0D-7227-458C-9521-8CFCE0F2352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27E9541-D4E8-47B4-A367-AEF27BB35F62}" type="pres">
      <dgm:prSet presAssocID="{FD1DFD0D-7227-458C-9521-8CFCE0F2352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B792F12-0573-438C-BCED-B0DB30B7C428}" type="presOf" srcId="{FBAF7EF8-846C-49BD-9EDB-9374513E5B18}" destId="{B27E9541-D4E8-47B4-A367-AEF27BB35F62}" srcOrd="0" destOrd="0" presId="urn:microsoft.com/office/officeart/2005/8/layout/matrix3"/>
    <dgm:cxn modelId="{9BA7BC3A-1B39-4833-89D3-86D7A8F8DFF7}" type="presOf" srcId="{AA4464E2-67D5-4F64-A526-74F68F2E2F3E}" destId="{7F87BB1B-FF26-42CD-AB05-DA272C6826E5}" srcOrd="0" destOrd="0" presId="urn:microsoft.com/office/officeart/2005/8/layout/matrix3"/>
    <dgm:cxn modelId="{D04AB969-3618-4A48-A86A-AA3BA6007092}" srcId="{FD1DFD0D-7227-458C-9521-8CFCE0F2352E}" destId="{FBAF7EF8-846C-49BD-9EDB-9374513E5B18}" srcOrd="3" destOrd="0" parTransId="{8219E976-7577-4D09-B1FB-6CB0C595047A}" sibTransId="{3F756135-7801-4031-935D-2779F546B355}"/>
    <dgm:cxn modelId="{55EA6A7E-4395-4372-8566-7ABC18E7061F}" type="presOf" srcId="{58F6683B-155A-4E70-88FA-2B353333126D}" destId="{E3601339-9113-4BBB-8BE7-F3D0A763D25E}" srcOrd="0" destOrd="0" presId="urn:microsoft.com/office/officeart/2005/8/layout/matrix3"/>
    <dgm:cxn modelId="{CBF0E881-C89B-475D-9B29-D59B0C85E74B}" srcId="{FD1DFD0D-7227-458C-9521-8CFCE0F2352E}" destId="{4ECEABBA-FC47-4F3F-AE7C-A4482599AB3A}" srcOrd="0" destOrd="0" parTransId="{A4E643A1-E735-4DB7-B8EC-5111CE3E038B}" sibTransId="{23AEB71B-677A-427D-A365-E203753FE8ED}"/>
    <dgm:cxn modelId="{A8C02693-3D63-45C7-ADFA-FD4889C006DE}" srcId="{FD1DFD0D-7227-458C-9521-8CFCE0F2352E}" destId="{58F6683B-155A-4E70-88FA-2B353333126D}" srcOrd="1" destOrd="0" parTransId="{84C214DE-7479-49C8-AC29-3584AE8422A2}" sibTransId="{DCB6BA2C-8BFE-4C19-B2CB-4128A9EED2A5}"/>
    <dgm:cxn modelId="{94A039C8-020E-4049-B8D5-8893A84EB2C9}" type="presOf" srcId="{4ECEABBA-FC47-4F3F-AE7C-A4482599AB3A}" destId="{C447E8C4-D9D0-4D0F-9262-E7FC64C78927}" srcOrd="0" destOrd="0" presId="urn:microsoft.com/office/officeart/2005/8/layout/matrix3"/>
    <dgm:cxn modelId="{5AB526E9-2F13-41B9-98BC-E843FD9BBFCF}" type="presOf" srcId="{FD1DFD0D-7227-458C-9521-8CFCE0F2352E}" destId="{2EDCB941-A956-47D5-BA0B-097E877CBBE0}" srcOrd="0" destOrd="0" presId="urn:microsoft.com/office/officeart/2005/8/layout/matrix3"/>
    <dgm:cxn modelId="{226836FC-A99F-464B-86A0-0689DC4EFC62}" srcId="{FD1DFD0D-7227-458C-9521-8CFCE0F2352E}" destId="{AA4464E2-67D5-4F64-A526-74F68F2E2F3E}" srcOrd="2" destOrd="0" parTransId="{A5FCC6FB-AA4A-4485-98D6-061E75353C73}" sibTransId="{3566E458-E6B1-464C-9682-76652140AED0}"/>
    <dgm:cxn modelId="{E7D9DAD0-3527-46E8-A7FB-EA74A61D1C2B}" type="presParOf" srcId="{2EDCB941-A956-47D5-BA0B-097E877CBBE0}" destId="{5B3286ED-EC94-41A3-AE65-80B35A0EA491}" srcOrd="0" destOrd="0" presId="urn:microsoft.com/office/officeart/2005/8/layout/matrix3"/>
    <dgm:cxn modelId="{BC221C6F-7280-4CE2-B019-AEABFDB68EE9}" type="presParOf" srcId="{2EDCB941-A956-47D5-BA0B-097E877CBBE0}" destId="{C447E8C4-D9D0-4D0F-9262-E7FC64C78927}" srcOrd="1" destOrd="0" presId="urn:microsoft.com/office/officeart/2005/8/layout/matrix3"/>
    <dgm:cxn modelId="{410C8D6B-7F85-483C-AA2C-EFD511C04D1A}" type="presParOf" srcId="{2EDCB941-A956-47D5-BA0B-097E877CBBE0}" destId="{E3601339-9113-4BBB-8BE7-F3D0A763D25E}" srcOrd="2" destOrd="0" presId="urn:microsoft.com/office/officeart/2005/8/layout/matrix3"/>
    <dgm:cxn modelId="{C6D232B1-9DF6-4605-B989-8FE485C403C5}" type="presParOf" srcId="{2EDCB941-A956-47D5-BA0B-097E877CBBE0}" destId="{7F87BB1B-FF26-42CD-AB05-DA272C6826E5}" srcOrd="3" destOrd="0" presId="urn:microsoft.com/office/officeart/2005/8/layout/matrix3"/>
    <dgm:cxn modelId="{6707F4CD-7A7A-4DD2-AE2A-55E27B165E5C}" type="presParOf" srcId="{2EDCB941-A956-47D5-BA0B-097E877CBBE0}" destId="{B27E9541-D4E8-47B4-A367-AEF27BB35F6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215DEC1-7A7D-4AAD-A0DC-842AEB768B75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95D1F94F-BFE6-4C7F-8DC6-20A337535FF1}">
      <dgm:prSet/>
      <dgm:spPr/>
      <dgm:t>
        <a:bodyPr/>
        <a:lstStyle/>
        <a:p>
          <a:r>
            <a:rPr lang="en-US"/>
            <a:t>• Plan de respuesta actualizado</a:t>
          </a:r>
        </a:p>
      </dgm:t>
    </dgm:pt>
    <dgm:pt modelId="{081CAF1A-993A-49F5-95D0-6BF66269EBE5}" type="parTrans" cxnId="{B9B3D13C-A778-49D2-9D0E-205E426EAA70}">
      <dgm:prSet/>
      <dgm:spPr/>
      <dgm:t>
        <a:bodyPr/>
        <a:lstStyle/>
        <a:p>
          <a:endParaRPr lang="en-US"/>
        </a:p>
      </dgm:t>
    </dgm:pt>
    <dgm:pt modelId="{49574094-4311-4636-82D6-42D71685586D}" type="sibTrans" cxnId="{B9B3D13C-A778-49D2-9D0E-205E426EAA70}">
      <dgm:prSet/>
      <dgm:spPr/>
      <dgm:t>
        <a:bodyPr/>
        <a:lstStyle/>
        <a:p>
          <a:endParaRPr lang="en-US"/>
        </a:p>
      </dgm:t>
    </dgm:pt>
    <dgm:pt modelId="{5E93E14C-1690-4B1B-9D6E-B7A550E7C745}">
      <dgm:prSet/>
      <dgm:spPr/>
      <dgm:t>
        <a:bodyPr/>
        <a:lstStyle/>
        <a:p>
          <a:r>
            <a:rPr lang="en-US"/>
            <a:t>• Revisión de logs</a:t>
          </a:r>
        </a:p>
      </dgm:t>
    </dgm:pt>
    <dgm:pt modelId="{EEE38C0B-724A-4757-96B7-57E5E18C740D}" type="parTrans" cxnId="{34206770-84C0-4D99-8914-A18E516F6085}">
      <dgm:prSet/>
      <dgm:spPr/>
      <dgm:t>
        <a:bodyPr/>
        <a:lstStyle/>
        <a:p>
          <a:endParaRPr lang="en-US"/>
        </a:p>
      </dgm:t>
    </dgm:pt>
    <dgm:pt modelId="{07A6DFB6-22FA-487B-90C7-E9F882430404}" type="sibTrans" cxnId="{34206770-84C0-4D99-8914-A18E516F6085}">
      <dgm:prSet/>
      <dgm:spPr/>
      <dgm:t>
        <a:bodyPr/>
        <a:lstStyle/>
        <a:p>
          <a:endParaRPr lang="en-US"/>
        </a:p>
      </dgm:t>
    </dgm:pt>
    <dgm:pt modelId="{B324980E-475A-4C68-A3EB-B3BD1CBF6DE5}">
      <dgm:prSet/>
      <dgm:spPr/>
      <dgm:t>
        <a:bodyPr/>
        <a:lstStyle/>
        <a:p>
          <a:r>
            <a:rPr lang="en-US"/>
            <a:t>• Formación del personal</a:t>
          </a:r>
        </a:p>
      </dgm:t>
    </dgm:pt>
    <dgm:pt modelId="{EA6B6896-C2A2-496E-8813-58FADB507A29}" type="parTrans" cxnId="{5FDC92C4-DB81-42F7-B36E-7405ABD31081}">
      <dgm:prSet/>
      <dgm:spPr/>
      <dgm:t>
        <a:bodyPr/>
        <a:lstStyle/>
        <a:p>
          <a:endParaRPr lang="en-US"/>
        </a:p>
      </dgm:t>
    </dgm:pt>
    <dgm:pt modelId="{FB0CAE8A-1EC2-49B8-B30B-DC0BD92D4151}" type="sibTrans" cxnId="{5FDC92C4-DB81-42F7-B36E-7405ABD31081}">
      <dgm:prSet/>
      <dgm:spPr/>
      <dgm:t>
        <a:bodyPr/>
        <a:lstStyle/>
        <a:p>
          <a:endParaRPr lang="en-US"/>
        </a:p>
      </dgm:t>
    </dgm:pt>
    <dgm:pt modelId="{B34DFD61-CC79-4486-81BA-479C1D092D6E}">
      <dgm:prSet/>
      <dgm:spPr/>
      <dgm:t>
        <a:bodyPr/>
        <a:lstStyle/>
        <a:p>
          <a:r>
            <a:rPr lang="en-US"/>
            <a:t>• Simulacros</a:t>
          </a:r>
        </a:p>
      </dgm:t>
    </dgm:pt>
    <dgm:pt modelId="{52DFF7E6-A4E9-4AE9-B710-DE4A20A99A00}" type="parTrans" cxnId="{9A5E163D-3D87-48CE-9561-C2D5A74F8078}">
      <dgm:prSet/>
      <dgm:spPr/>
      <dgm:t>
        <a:bodyPr/>
        <a:lstStyle/>
        <a:p>
          <a:endParaRPr lang="en-US"/>
        </a:p>
      </dgm:t>
    </dgm:pt>
    <dgm:pt modelId="{DA5404E5-B216-4F9E-8DFD-36B10EF52553}" type="sibTrans" cxnId="{9A5E163D-3D87-48CE-9561-C2D5A74F8078}">
      <dgm:prSet/>
      <dgm:spPr/>
      <dgm:t>
        <a:bodyPr/>
        <a:lstStyle/>
        <a:p>
          <a:endParaRPr lang="en-US"/>
        </a:p>
      </dgm:t>
    </dgm:pt>
    <dgm:pt modelId="{C70CD519-186E-4509-A838-494FA5D2CB45}">
      <dgm:prSet/>
      <dgm:spPr/>
      <dgm:t>
        <a:bodyPr/>
        <a:lstStyle/>
        <a:p>
          <a:r>
            <a:rPr lang="en-US"/>
            <a:t>• Documentación y mejora continua</a:t>
          </a:r>
        </a:p>
      </dgm:t>
    </dgm:pt>
    <dgm:pt modelId="{8C03F717-B4F5-4964-B7B9-9A53EA6DD573}" type="parTrans" cxnId="{63E896FB-DF8D-49A0-B0AC-44938C7C3B1A}">
      <dgm:prSet/>
      <dgm:spPr/>
      <dgm:t>
        <a:bodyPr/>
        <a:lstStyle/>
        <a:p>
          <a:endParaRPr lang="en-US"/>
        </a:p>
      </dgm:t>
    </dgm:pt>
    <dgm:pt modelId="{0D800975-BDDB-4B46-BFC6-B3F5A5DB3893}" type="sibTrans" cxnId="{63E896FB-DF8D-49A0-B0AC-44938C7C3B1A}">
      <dgm:prSet/>
      <dgm:spPr/>
      <dgm:t>
        <a:bodyPr/>
        <a:lstStyle/>
        <a:p>
          <a:endParaRPr lang="en-US"/>
        </a:p>
      </dgm:t>
    </dgm:pt>
    <dgm:pt modelId="{F1F42144-D122-412D-A37C-F9AC5944EDB8}" type="pres">
      <dgm:prSet presAssocID="{A215DEC1-7A7D-4AAD-A0DC-842AEB768B75}" presName="vert0" presStyleCnt="0">
        <dgm:presLayoutVars>
          <dgm:dir/>
          <dgm:animOne val="branch"/>
          <dgm:animLvl val="lvl"/>
        </dgm:presLayoutVars>
      </dgm:prSet>
      <dgm:spPr/>
    </dgm:pt>
    <dgm:pt modelId="{E73B8507-C612-41D8-B7B9-912A11EF72F6}" type="pres">
      <dgm:prSet presAssocID="{95D1F94F-BFE6-4C7F-8DC6-20A337535FF1}" presName="thickLine" presStyleLbl="alignNode1" presStyleIdx="0" presStyleCnt="5"/>
      <dgm:spPr/>
    </dgm:pt>
    <dgm:pt modelId="{47CD9533-3FBE-41B2-95F0-21A1D00D101F}" type="pres">
      <dgm:prSet presAssocID="{95D1F94F-BFE6-4C7F-8DC6-20A337535FF1}" presName="horz1" presStyleCnt="0"/>
      <dgm:spPr/>
    </dgm:pt>
    <dgm:pt modelId="{4FBCC80E-5131-4F9F-BB66-D396C3E4BF47}" type="pres">
      <dgm:prSet presAssocID="{95D1F94F-BFE6-4C7F-8DC6-20A337535FF1}" presName="tx1" presStyleLbl="revTx" presStyleIdx="0" presStyleCnt="5"/>
      <dgm:spPr/>
    </dgm:pt>
    <dgm:pt modelId="{4E83E1C7-E96D-4721-B67A-00AB69C8075F}" type="pres">
      <dgm:prSet presAssocID="{95D1F94F-BFE6-4C7F-8DC6-20A337535FF1}" presName="vert1" presStyleCnt="0"/>
      <dgm:spPr/>
    </dgm:pt>
    <dgm:pt modelId="{143A44BA-2DF8-4A49-B371-92681E6135FF}" type="pres">
      <dgm:prSet presAssocID="{5E93E14C-1690-4B1B-9D6E-B7A550E7C745}" presName="thickLine" presStyleLbl="alignNode1" presStyleIdx="1" presStyleCnt="5"/>
      <dgm:spPr/>
    </dgm:pt>
    <dgm:pt modelId="{973EB276-0327-420F-BEE4-49BA208BAA64}" type="pres">
      <dgm:prSet presAssocID="{5E93E14C-1690-4B1B-9D6E-B7A550E7C745}" presName="horz1" presStyleCnt="0"/>
      <dgm:spPr/>
    </dgm:pt>
    <dgm:pt modelId="{C03003F7-8686-4017-B96C-F7E4E67329B3}" type="pres">
      <dgm:prSet presAssocID="{5E93E14C-1690-4B1B-9D6E-B7A550E7C745}" presName="tx1" presStyleLbl="revTx" presStyleIdx="1" presStyleCnt="5"/>
      <dgm:spPr/>
    </dgm:pt>
    <dgm:pt modelId="{8506BEBC-48DD-4B02-A161-DE069C8D2D88}" type="pres">
      <dgm:prSet presAssocID="{5E93E14C-1690-4B1B-9D6E-B7A550E7C745}" presName="vert1" presStyleCnt="0"/>
      <dgm:spPr/>
    </dgm:pt>
    <dgm:pt modelId="{3048470D-2DEC-470D-B650-F47EA04B15EB}" type="pres">
      <dgm:prSet presAssocID="{B324980E-475A-4C68-A3EB-B3BD1CBF6DE5}" presName="thickLine" presStyleLbl="alignNode1" presStyleIdx="2" presStyleCnt="5"/>
      <dgm:spPr/>
    </dgm:pt>
    <dgm:pt modelId="{B9199D40-BCAE-4E40-8491-C7E6CF08D6E8}" type="pres">
      <dgm:prSet presAssocID="{B324980E-475A-4C68-A3EB-B3BD1CBF6DE5}" presName="horz1" presStyleCnt="0"/>
      <dgm:spPr/>
    </dgm:pt>
    <dgm:pt modelId="{D334ABAE-9446-47B7-9655-30211B6EAFE9}" type="pres">
      <dgm:prSet presAssocID="{B324980E-475A-4C68-A3EB-B3BD1CBF6DE5}" presName="tx1" presStyleLbl="revTx" presStyleIdx="2" presStyleCnt="5"/>
      <dgm:spPr/>
    </dgm:pt>
    <dgm:pt modelId="{B7BC0F99-53E4-48E9-89BF-65279254FA01}" type="pres">
      <dgm:prSet presAssocID="{B324980E-475A-4C68-A3EB-B3BD1CBF6DE5}" presName="vert1" presStyleCnt="0"/>
      <dgm:spPr/>
    </dgm:pt>
    <dgm:pt modelId="{B81EE1D0-6D86-49E9-B949-16286D491AC4}" type="pres">
      <dgm:prSet presAssocID="{B34DFD61-CC79-4486-81BA-479C1D092D6E}" presName="thickLine" presStyleLbl="alignNode1" presStyleIdx="3" presStyleCnt="5"/>
      <dgm:spPr/>
    </dgm:pt>
    <dgm:pt modelId="{0AF38F6F-1E3A-4BAF-AF2A-792906B0F793}" type="pres">
      <dgm:prSet presAssocID="{B34DFD61-CC79-4486-81BA-479C1D092D6E}" presName="horz1" presStyleCnt="0"/>
      <dgm:spPr/>
    </dgm:pt>
    <dgm:pt modelId="{D666ECBC-5EDF-4DB5-A951-5AE83C482F58}" type="pres">
      <dgm:prSet presAssocID="{B34DFD61-CC79-4486-81BA-479C1D092D6E}" presName="tx1" presStyleLbl="revTx" presStyleIdx="3" presStyleCnt="5"/>
      <dgm:spPr/>
    </dgm:pt>
    <dgm:pt modelId="{33C25368-8787-46F6-89BA-4C4BA0A36538}" type="pres">
      <dgm:prSet presAssocID="{B34DFD61-CC79-4486-81BA-479C1D092D6E}" presName="vert1" presStyleCnt="0"/>
      <dgm:spPr/>
    </dgm:pt>
    <dgm:pt modelId="{E0B1BFDB-1D6D-4530-A10B-98E1C5B5E150}" type="pres">
      <dgm:prSet presAssocID="{C70CD519-186E-4509-A838-494FA5D2CB45}" presName="thickLine" presStyleLbl="alignNode1" presStyleIdx="4" presStyleCnt="5"/>
      <dgm:spPr/>
    </dgm:pt>
    <dgm:pt modelId="{90784C9A-140E-4AD1-B3BA-0D26C1B5A746}" type="pres">
      <dgm:prSet presAssocID="{C70CD519-186E-4509-A838-494FA5D2CB45}" presName="horz1" presStyleCnt="0"/>
      <dgm:spPr/>
    </dgm:pt>
    <dgm:pt modelId="{73DB9520-A4D7-47E0-80CD-79E5F73EE168}" type="pres">
      <dgm:prSet presAssocID="{C70CD519-186E-4509-A838-494FA5D2CB45}" presName="tx1" presStyleLbl="revTx" presStyleIdx="4" presStyleCnt="5"/>
      <dgm:spPr/>
    </dgm:pt>
    <dgm:pt modelId="{2A624FB0-F578-4C16-8D74-6A9E559AD335}" type="pres">
      <dgm:prSet presAssocID="{C70CD519-186E-4509-A838-494FA5D2CB45}" presName="vert1" presStyleCnt="0"/>
      <dgm:spPr/>
    </dgm:pt>
  </dgm:ptLst>
  <dgm:cxnLst>
    <dgm:cxn modelId="{661DCF0B-A4A0-4F6F-93C3-1CA0784A46B8}" type="presOf" srcId="{C70CD519-186E-4509-A838-494FA5D2CB45}" destId="{73DB9520-A4D7-47E0-80CD-79E5F73EE168}" srcOrd="0" destOrd="0" presId="urn:microsoft.com/office/officeart/2008/layout/LinedList"/>
    <dgm:cxn modelId="{B556B613-99DC-4CB0-8FFC-AE599A8A1E22}" type="presOf" srcId="{95D1F94F-BFE6-4C7F-8DC6-20A337535FF1}" destId="{4FBCC80E-5131-4F9F-BB66-D396C3E4BF47}" srcOrd="0" destOrd="0" presId="urn:microsoft.com/office/officeart/2008/layout/LinedList"/>
    <dgm:cxn modelId="{698ABA1D-ACC7-453B-8AED-1A0F32B19B56}" type="presOf" srcId="{A215DEC1-7A7D-4AAD-A0DC-842AEB768B75}" destId="{F1F42144-D122-412D-A37C-F9AC5944EDB8}" srcOrd="0" destOrd="0" presId="urn:microsoft.com/office/officeart/2008/layout/LinedList"/>
    <dgm:cxn modelId="{B9B3D13C-A778-49D2-9D0E-205E426EAA70}" srcId="{A215DEC1-7A7D-4AAD-A0DC-842AEB768B75}" destId="{95D1F94F-BFE6-4C7F-8DC6-20A337535FF1}" srcOrd="0" destOrd="0" parTransId="{081CAF1A-993A-49F5-95D0-6BF66269EBE5}" sibTransId="{49574094-4311-4636-82D6-42D71685586D}"/>
    <dgm:cxn modelId="{9A5E163D-3D87-48CE-9561-C2D5A74F8078}" srcId="{A215DEC1-7A7D-4AAD-A0DC-842AEB768B75}" destId="{B34DFD61-CC79-4486-81BA-479C1D092D6E}" srcOrd="3" destOrd="0" parTransId="{52DFF7E6-A4E9-4AE9-B710-DE4A20A99A00}" sibTransId="{DA5404E5-B216-4F9E-8DFD-36B10EF52553}"/>
    <dgm:cxn modelId="{34206770-84C0-4D99-8914-A18E516F6085}" srcId="{A215DEC1-7A7D-4AAD-A0DC-842AEB768B75}" destId="{5E93E14C-1690-4B1B-9D6E-B7A550E7C745}" srcOrd="1" destOrd="0" parTransId="{EEE38C0B-724A-4757-96B7-57E5E18C740D}" sibTransId="{07A6DFB6-22FA-487B-90C7-E9F882430404}"/>
    <dgm:cxn modelId="{5849F877-7D80-49C5-85FB-D6E4B1CD288B}" type="presOf" srcId="{B324980E-475A-4C68-A3EB-B3BD1CBF6DE5}" destId="{D334ABAE-9446-47B7-9655-30211B6EAFE9}" srcOrd="0" destOrd="0" presId="urn:microsoft.com/office/officeart/2008/layout/LinedList"/>
    <dgm:cxn modelId="{6D47D1AF-B1D3-4E79-A569-621B82165C48}" type="presOf" srcId="{B34DFD61-CC79-4486-81BA-479C1D092D6E}" destId="{D666ECBC-5EDF-4DB5-A951-5AE83C482F58}" srcOrd="0" destOrd="0" presId="urn:microsoft.com/office/officeart/2008/layout/LinedList"/>
    <dgm:cxn modelId="{5FDC92C4-DB81-42F7-B36E-7405ABD31081}" srcId="{A215DEC1-7A7D-4AAD-A0DC-842AEB768B75}" destId="{B324980E-475A-4C68-A3EB-B3BD1CBF6DE5}" srcOrd="2" destOrd="0" parTransId="{EA6B6896-C2A2-496E-8813-58FADB507A29}" sibTransId="{FB0CAE8A-1EC2-49B8-B30B-DC0BD92D4151}"/>
    <dgm:cxn modelId="{A8B33FFB-B04D-42E5-AAF0-719B6D936DCA}" type="presOf" srcId="{5E93E14C-1690-4B1B-9D6E-B7A550E7C745}" destId="{C03003F7-8686-4017-B96C-F7E4E67329B3}" srcOrd="0" destOrd="0" presId="urn:microsoft.com/office/officeart/2008/layout/LinedList"/>
    <dgm:cxn modelId="{63E896FB-DF8D-49A0-B0AC-44938C7C3B1A}" srcId="{A215DEC1-7A7D-4AAD-A0DC-842AEB768B75}" destId="{C70CD519-186E-4509-A838-494FA5D2CB45}" srcOrd="4" destOrd="0" parTransId="{8C03F717-B4F5-4964-B7B9-9A53EA6DD573}" sibTransId="{0D800975-BDDB-4B46-BFC6-B3F5A5DB3893}"/>
    <dgm:cxn modelId="{65548EDB-95FC-470E-A171-5C7A228410B1}" type="presParOf" srcId="{F1F42144-D122-412D-A37C-F9AC5944EDB8}" destId="{E73B8507-C612-41D8-B7B9-912A11EF72F6}" srcOrd="0" destOrd="0" presId="urn:microsoft.com/office/officeart/2008/layout/LinedList"/>
    <dgm:cxn modelId="{2D2124E3-E325-47DB-883D-75178DD91DB3}" type="presParOf" srcId="{F1F42144-D122-412D-A37C-F9AC5944EDB8}" destId="{47CD9533-3FBE-41B2-95F0-21A1D00D101F}" srcOrd="1" destOrd="0" presId="urn:microsoft.com/office/officeart/2008/layout/LinedList"/>
    <dgm:cxn modelId="{3A5B5827-5445-4F3B-BBD8-BFB739E5F471}" type="presParOf" srcId="{47CD9533-3FBE-41B2-95F0-21A1D00D101F}" destId="{4FBCC80E-5131-4F9F-BB66-D396C3E4BF47}" srcOrd="0" destOrd="0" presId="urn:microsoft.com/office/officeart/2008/layout/LinedList"/>
    <dgm:cxn modelId="{6BCAA2DE-73BC-48F8-A55B-E20BEE28E362}" type="presParOf" srcId="{47CD9533-3FBE-41B2-95F0-21A1D00D101F}" destId="{4E83E1C7-E96D-4721-B67A-00AB69C8075F}" srcOrd="1" destOrd="0" presId="urn:microsoft.com/office/officeart/2008/layout/LinedList"/>
    <dgm:cxn modelId="{90E13118-19BD-4FE6-BD24-47666B1D9B88}" type="presParOf" srcId="{F1F42144-D122-412D-A37C-F9AC5944EDB8}" destId="{143A44BA-2DF8-4A49-B371-92681E6135FF}" srcOrd="2" destOrd="0" presId="urn:microsoft.com/office/officeart/2008/layout/LinedList"/>
    <dgm:cxn modelId="{FD650A9E-3993-4919-8B20-17C07D088FF3}" type="presParOf" srcId="{F1F42144-D122-412D-A37C-F9AC5944EDB8}" destId="{973EB276-0327-420F-BEE4-49BA208BAA64}" srcOrd="3" destOrd="0" presId="urn:microsoft.com/office/officeart/2008/layout/LinedList"/>
    <dgm:cxn modelId="{862B6354-253D-4A5A-8F55-E2EDCB785729}" type="presParOf" srcId="{973EB276-0327-420F-BEE4-49BA208BAA64}" destId="{C03003F7-8686-4017-B96C-F7E4E67329B3}" srcOrd="0" destOrd="0" presId="urn:microsoft.com/office/officeart/2008/layout/LinedList"/>
    <dgm:cxn modelId="{7ED1EC59-8C94-4631-A178-A2C96062480F}" type="presParOf" srcId="{973EB276-0327-420F-BEE4-49BA208BAA64}" destId="{8506BEBC-48DD-4B02-A161-DE069C8D2D88}" srcOrd="1" destOrd="0" presId="urn:microsoft.com/office/officeart/2008/layout/LinedList"/>
    <dgm:cxn modelId="{8B189C9B-3A1B-4F80-974A-A077C0B7B3AC}" type="presParOf" srcId="{F1F42144-D122-412D-A37C-F9AC5944EDB8}" destId="{3048470D-2DEC-470D-B650-F47EA04B15EB}" srcOrd="4" destOrd="0" presId="urn:microsoft.com/office/officeart/2008/layout/LinedList"/>
    <dgm:cxn modelId="{6CCD7EDF-8303-4767-BE3C-D6E049B84C88}" type="presParOf" srcId="{F1F42144-D122-412D-A37C-F9AC5944EDB8}" destId="{B9199D40-BCAE-4E40-8491-C7E6CF08D6E8}" srcOrd="5" destOrd="0" presId="urn:microsoft.com/office/officeart/2008/layout/LinedList"/>
    <dgm:cxn modelId="{F421ABFA-DE99-4E38-9621-9DF7F98CF13B}" type="presParOf" srcId="{B9199D40-BCAE-4E40-8491-C7E6CF08D6E8}" destId="{D334ABAE-9446-47B7-9655-30211B6EAFE9}" srcOrd="0" destOrd="0" presId="urn:microsoft.com/office/officeart/2008/layout/LinedList"/>
    <dgm:cxn modelId="{65F4FBAA-1FB8-4221-B57D-AA34856CD675}" type="presParOf" srcId="{B9199D40-BCAE-4E40-8491-C7E6CF08D6E8}" destId="{B7BC0F99-53E4-48E9-89BF-65279254FA01}" srcOrd="1" destOrd="0" presId="urn:microsoft.com/office/officeart/2008/layout/LinedList"/>
    <dgm:cxn modelId="{9565747D-2A6A-4E57-9926-3E6364D6451F}" type="presParOf" srcId="{F1F42144-D122-412D-A37C-F9AC5944EDB8}" destId="{B81EE1D0-6D86-49E9-B949-16286D491AC4}" srcOrd="6" destOrd="0" presId="urn:microsoft.com/office/officeart/2008/layout/LinedList"/>
    <dgm:cxn modelId="{6C6C2ADB-1862-4C8C-AC99-092C413B57B6}" type="presParOf" srcId="{F1F42144-D122-412D-A37C-F9AC5944EDB8}" destId="{0AF38F6F-1E3A-4BAF-AF2A-792906B0F793}" srcOrd="7" destOrd="0" presId="urn:microsoft.com/office/officeart/2008/layout/LinedList"/>
    <dgm:cxn modelId="{13195AA8-B959-4027-B098-2D0C460605B3}" type="presParOf" srcId="{0AF38F6F-1E3A-4BAF-AF2A-792906B0F793}" destId="{D666ECBC-5EDF-4DB5-A951-5AE83C482F58}" srcOrd="0" destOrd="0" presId="urn:microsoft.com/office/officeart/2008/layout/LinedList"/>
    <dgm:cxn modelId="{CBFD0607-8702-4C94-8808-EBCDA579898B}" type="presParOf" srcId="{0AF38F6F-1E3A-4BAF-AF2A-792906B0F793}" destId="{33C25368-8787-46F6-89BA-4C4BA0A36538}" srcOrd="1" destOrd="0" presId="urn:microsoft.com/office/officeart/2008/layout/LinedList"/>
    <dgm:cxn modelId="{AF6F8701-2E8A-4C1B-A0C3-C94B412CF8A9}" type="presParOf" srcId="{F1F42144-D122-412D-A37C-F9AC5944EDB8}" destId="{E0B1BFDB-1D6D-4530-A10B-98E1C5B5E150}" srcOrd="8" destOrd="0" presId="urn:microsoft.com/office/officeart/2008/layout/LinedList"/>
    <dgm:cxn modelId="{713218D7-2D28-4A8C-8FDD-3711C692A493}" type="presParOf" srcId="{F1F42144-D122-412D-A37C-F9AC5944EDB8}" destId="{90784C9A-140E-4AD1-B3BA-0D26C1B5A746}" srcOrd="9" destOrd="0" presId="urn:microsoft.com/office/officeart/2008/layout/LinedList"/>
    <dgm:cxn modelId="{FB9CDC33-E89B-47B7-B185-087080113022}" type="presParOf" srcId="{90784C9A-140E-4AD1-B3BA-0D26C1B5A746}" destId="{73DB9520-A4D7-47E0-80CD-79E5F73EE168}" srcOrd="0" destOrd="0" presId="urn:microsoft.com/office/officeart/2008/layout/LinedList"/>
    <dgm:cxn modelId="{422A2E90-CE6E-400E-A9A1-1D2BAA39C420}" type="presParOf" srcId="{90784C9A-140E-4AD1-B3BA-0D26C1B5A746}" destId="{2A624FB0-F578-4C16-8D74-6A9E559AD33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4FBB6FA-E3BB-43E7-BDA1-28B5D38E2D3F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86AC0EEB-7436-47D3-B9DE-A898409510C5}">
      <dgm:prSet/>
      <dgm:spPr/>
      <dgm:t>
        <a:bodyPr/>
        <a:lstStyle/>
        <a:p>
          <a:r>
            <a:rPr lang="en-US"/>
            <a:t>La respuesta ante incidentes es esencial para reducir el impacto y mejorar la resiliencia.</a:t>
          </a:r>
        </a:p>
      </dgm:t>
    </dgm:pt>
    <dgm:pt modelId="{9E5FA972-7B18-49F2-AE42-7F0EB9B64807}" type="parTrans" cxnId="{B4784058-B0E1-4F61-B521-482E743A9E97}">
      <dgm:prSet/>
      <dgm:spPr/>
      <dgm:t>
        <a:bodyPr/>
        <a:lstStyle/>
        <a:p>
          <a:endParaRPr lang="en-US"/>
        </a:p>
      </dgm:t>
    </dgm:pt>
    <dgm:pt modelId="{403994E1-B109-4C3F-B0DC-F5B8B8D6123F}" type="sibTrans" cxnId="{B4784058-B0E1-4F61-B521-482E743A9E97}">
      <dgm:prSet/>
      <dgm:spPr/>
      <dgm:t>
        <a:bodyPr/>
        <a:lstStyle/>
        <a:p>
          <a:endParaRPr lang="en-US"/>
        </a:p>
      </dgm:t>
    </dgm:pt>
    <dgm:pt modelId="{B948E8B1-7A74-48EF-9E46-28524EAB3A41}">
      <dgm:prSet/>
      <dgm:spPr/>
      <dgm:t>
        <a:bodyPr/>
        <a:lstStyle/>
        <a:p>
          <a:r>
            <a:rPr lang="en-US"/>
            <a:t>Requiere preparación, detección eficaz, contención rápida y aprendizaje continuo.</a:t>
          </a:r>
        </a:p>
      </dgm:t>
    </dgm:pt>
    <dgm:pt modelId="{5C9E4A0E-3E8F-4E26-9731-2828AABC93E7}" type="parTrans" cxnId="{4EA54B0C-8AE6-435E-B627-2B2B56B21F3D}">
      <dgm:prSet/>
      <dgm:spPr/>
      <dgm:t>
        <a:bodyPr/>
        <a:lstStyle/>
        <a:p>
          <a:endParaRPr lang="en-US"/>
        </a:p>
      </dgm:t>
    </dgm:pt>
    <dgm:pt modelId="{8C4941AE-36EE-4AC4-B860-5CE006FF80AE}" type="sibTrans" cxnId="{4EA54B0C-8AE6-435E-B627-2B2B56B21F3D}">
      <dgm:prSet/>
      <dgm:spPr/>
      <dgm:t>
        <a:bodyPr/>
        <a:lstStyle/>
        <a:p>
          <a:endParaRPr lang="en-US"/>
        </a:p>
      </dgm:t>
    </dgm:pt>
    <dgm:pt modelId="{562CDBE9-7A74-4C9E-8664-18D2D837ADC5}" type="pres">
      <dgm:prSet presAssocID="{84FBB6FA-E3BB-43E7-BDA1-28B5D38E2D3F}" presName="vert0" presStyleCnt="0">
        <dgm:presLayoutVars>
          <dgm:dir/>
          <dgm:animOne val="branch"/>
          <dgm:animLvl val="lvl"/>
        </dgm:presLayoutVars>
      </dgm:prSet>
      <dgm:spPr/>
    </dgm:pt>
    <dgm:pt modelId="{956DB33F-7909-4D83-A394-B87133409757}" type="pres">
      <dgm:prSet presAssocID="{86AC0EEB-7436-47D3-B9DE-A898409510C5}" presName="thickLine" presStyleLbl="alignNode1" presStyleIdx="0" presStyleCnt="2"/>
      <dgm:spPr/>
    </dgm:pt>
    <dgm:pt modelId="{7D9C8303-E226-4F0B-AC01-D504DA310D10}" type="pres">
      <dgm:prSet presAssocID="{86AC0EEB-7436-47D3-B9DE-A898409510C5}" presName="horz1" presStyleCnt="0"/>
      <dgm:spPr/>
    </dgm:pt>
    <dgm:pt modelId="{E4914610-A82D-4B04-BADC-1C305FF95E8A}" type="pres">
      <dgm:prSet presAssocID="{86AC0EEB-7436-47D3-B9DE-A898409510C5}" presName="tx1" presStyleLbl="revTx" presStyleIdx="0" presStyleCnt="2"/>
      <dgm:spPr/>
    </dgm:pt>
    <dgm:pt modelId="{B3B7D58B-5F8A-40F0-A490-6CA48366F560}" type="pres">
      <dgm:prSet presAssocID="{86AC0EEB-7436-47D3-B9DE-A898409510C5}" presName="vert1" presStyleCnt="0"/>
      <dgm:spPr/>
    </dgm:pt>
    <dgm:pt modelId="{CDD89426-33AC-419B-B94E-9B7321CB3683}" type="pres">
      <dgm:prSet presAssocID="{B948E8B1-7A74-48EF-9E46-28524EAB3A41}" presName="thickLine" presStyleLbl="alignNode1" presStyleIdx="1" presStyleCnt="2"/>
      <dgm:spPr/>
    </dgm:pt>
    <dgm:pt modelId="{9E617145-1BE7-4B94-BF04-C23952F4BF80}" type="pres">
      <dgm:prSet presAssocID="{B948E8B1-7A74-48EF-9E46-28524EAB3A41}" presName="horz1" presStyleCnt="0"/>
      <dgm:spPr/>
    </dgm:pt>
    <dgm:pt modelId="{F042EC8F-DE8B-4B14-9F10-196F8044C028}" type="pres">
      <dgm:prSet presAssocID="{B948E8B1-7A74-48EF-9E46-28524EAB3A41}" presName="tx1" presStyleLbl="revTx" presStyleIdx="1" presStyleCnt="2"/>
      <dgm:spPr/>
    </dgm:pt>
    <dgm:pt modelId="{5CB341E5-ACFF-4735-AD54-2BA421A97EAA}" type="pres">
      <dgm:prSet presAssocID="{B948E8B1-7A74-48EF-9E46-28524EAB3A41}" presName="vert1" presStyleCnt="0"/>
      <dgm:spPr/>
    </dgm:pt>
  </dgm:ptLst>
  <dgm:cxnLst>
    <dgm:cxn modelId="{3B3E6102-5161-4CFF-87A8-8617DDD04D4B}" type="presOf" srcId="{B948E8B1-7A74-48EF-9E46-28524EAB3A41}" destId="{F042EC8F-DE8B-4B14-9F10-196F8044C028}" srcOrd="0" destOrd="0" presId="urn:microsoft.com/office/officeart/2008/layout/LinedList"/>
    <dgm:cxn modelId="{4EA54B0C-8AE6-435E-B627-2B2B56B21F3D}" srcId="{84FBB6FA-E3BB-43E7-BDA1-28B5D38E2D3F}" destId="{B948E8B1-7A74-48EF-9E46-28524EAB3A41}" srcOrd="1" destOrd="0" parTransId="{5C9E4A0E-3E8F-4E26-9731-2828AABC93E7}" sibTransId="{8C4941AE-36EE-4AC4-B860-5CE006FF80AE}"/>
    <dgm:cxn modelId="{44CC9243-7D9C-489B-BF2C-A8ACC68A0CB6}" type="presOf" srcId="{84FBB6FA-E3BB-43E7-BDA1-28B5D38E2D3F}" destId="{562CDBE9-7A74-4C9E-8664-18D2D837ADC5}" srcOrd="0" destOrd="0" presId="urn:microsoft.com/office/officeart/2008/layout/LinedList"/>
    <dgm:cxn modelId="{B4784058-B0E1-4F61-B521-482E743A9E97}" srcId="{84FBB6FA-E3BB-43E7-BDA1-28B5D38E2D3F}" destId="{86AC0EEB-7436-47D3-B9DE-A898409510C5}" srcOrd="0" destOrd="0" parTransId="{9E5FA972-7B18-49F2-AE42-7F0EB9B64807}" sibTransId="{403994E1-B109-4C3F-B0DC-F5B8B8D6123F}"/>
    <dgm:cxn modelId="{5B92E098-EED8-48CB-AD44-6C03D1204FDE}" type="presOf" srcId="{86AC0EEB-7436-47D3-B9DE-A898409510C5}" destId="{E4914610-A82D-4B04-BADC-1C305FF95E8A}" srcOrd="0" destOrd="0" presId="urn:microsoft.com/office/officeart/2008/layout/LinedList"/>
    <dgm:cxn modelId="{42E5AB80-1B47-4FFE-B864-6A5AE3C8A5E1}" type="presParOf" srcId="{562CDBE9-7A74-4C9E-8664-18D2D837ADC5}" destId="{956DB33F-7909-4D83-A394-B87133409757}" srcOrd="0" destOrd="0" presId="urn:microsoft.com/office/officeart/2008/layout/LinedList"/>
    <dgm:cxn modelId="{3ADAAE95-DC00-4863-A036-ABBA8E1FFC4A}" type="presParOf" srcId="{562CDBE9-7A74-4C9E-8664-18D2D837ADC5}" destId="{7D9C8303-E226-4F0B-AC01-D504DA310D10}" srcOrd="1" destOrd="0" presId="urn:microsoft.com/office/officeart/2008/layout/LinedList"/>
    <dgm:cxn modelId="{B889E1BC-1742-4E3B-907A-5E1635CCA090}" type="presParOf" srcId="{7D9C8303-E226-4F0B-AC01-D504DA310D10}" destId="{E4914610-A82D-4B04-BADC-1C305FF95E8A}" srcOrd="0" destOrd="0" presId="urn:microsoft.com/office/officeart/2008/layout/LinedList"/>
    <dgm:cxn modelId="{1662D48A-36B4-4C83-AD27-BDA46A43CE9B}" type="presParOf" srcId="{7D9C8303-E226-4F0B-AC01-D504DA310D10}" destId="{B3B7D58B-5F8A-40F0-A490-6CA48366F560}" srcOrd="1" destOrd="0" presId="urn:microsoft.com/office/officeart/2008/layout/LinedList"/>
    <dgm:cxn modelId="{E94F941A-AA16-4B2E-911C-E2BBAB3E6674}" type="presParOf" srcId="{562CDBE9-7A74-4C9E-8664-18D2D837ADC5}" destId="{CDD89426-33AC-419B-B94E-9B7321CB3683}" srcOrd="2" destOrd="0" presId="urn:microsoft.com/office/officeart/2008/layout/LinedList"/>
    <dgm:cxn modelId="{6D53C8FF-4AFD-41D6-B928-57A1179BD57E}" type="presParOf" srcId="{562CDBE9-7A74-4C9E-8664-18D2D837ADC5}" destId="{9E617145-1BE7-4B94-BF04-C23952F4BF80}" srcOrd="3" destOrd="0" presId="urn:microsoft.com/office/officeart/2008/layout/LinedList"/>
    <dgm:cxn modelId="{FA17EF39-582D-4E57-8C09-CB87BD05EA01}" type="presParOf" srcId="{9E617145-1BE7-4B94-BF04-C23952F4BF80}" destId="{F042EC8F-DE8B-4B14-9F10-196F8044C028}" srcOrd="0" destOrd="0" presId="urn:microsoft.com/office/officeart/2008/layout/LinedList"/>
    <dgm:cxn modelId="{86C1EEC4-D6EF-42C9-943A-A641432077A7}" type="presParOf" srcId="{9E617145-1BE7-4B94-BF04-C23952F4BF80}" destId="{5CB341E5-ACFF-4735-AD54-2BA421A97EA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C8AA281-DD37-46DF-8856-790F64835E1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6784171-0E6D-4827-A8FA-AFF82E8502F3}">
      <dgm:prSet/>
      <dgm:spPr/>
      <dgm:t>
        <a:bodyPr/>
        <a:lstStyle/>
        <a:p>
          <a:r>
            <a:rPr lang="en-US"/>
            <a:t>• INCUAL – UC0488_3 Detectar y responder ante incidentes de seguridad.</a:t>
          </a:r>
        </a:p>
      </dgm:t>
    </dgm:pt>
    <dgm:pt modelId="{B0234BEA-B0EF-488F-83C5-9347E442E05E}" type="parTrans" cxnId="{4EB51263-BBAC-4AFB-8C56-00D1ACDABC1F}">
      <dgm:prSet/>
      <dgm:spPr/>
      <dgm:t>
        <a:bodyPr/>
        <a:lstStyle/>
        <a:p>
          <a:endParaRPr lang="en-US"/>
        </a:p>
      </dgm:t>
    </dgm:pt>
    <dgm:pt modelId="{5849CAF9-214F-4C96-B655-7F6C63A87F3F}" type="sibTrans" cxnId="{4EB51263-BBAC-4AFB-8C56-00D1ACDABC1F}">
      <dgm:prSet/>
      <dgm:spPr/>
      <dgm:t>
        <a:bodyPr/>
        <a:lstStyle/>
        <a:p>
          <a:endParaRPr lang="en-US"/>
        </a:p>
      </dgm:t>
    </dgm:pt>
    <dgm:pt modelId="{A15685EB-C37C-4760-A13E-EDD26A2468BA}">
      <dgm:prSet/>
      <dgm:spPr/>
      <dgm:t>
        <a:bodyPr/>
        <a:lstStyle/>
        <a:p>
          <a:r>
            <a:rPr lang="en-US"/>
            <a:t>• Manual MF0488_3 Gestión de incidentes de seguridad informática.</a:t>
          </a:r>
        </a:p>
      </dgm:t>
    </dgm:pt>
    <dgm:pt modelId="{3423D442-BEEE-49BB-ADEC-FB0D7B5BD2F5}" type="parTrans" cxnId="{8C4DD04F-ED18-4EAD-A240-DC01317CC5E9}">
      <dgm:prSet/>
      <dgm:spPr/>
      <dgm:t>
        <a:bodyPr/>
        <a:lstStyle/>
        <a:p>
          <a:endParaRPr lang="en-US"/>
        </a:p>
      </dgm:t>
    </dgm:pt>
    <dgm:pt modelId="{85D9FE91-0DEB-4B62-9759-CB4CAE48849D}" type="sibTrans" cxnId="{8C4DD04F-ED18-4EAD-A240-DC01317CC5E9}">
      <dgm:prSet/>
      <dgm:spPr/>
      <dgm:t>
        <a:bodyPr/>
        <a:lstStyle/>
        <a:p>
          <a:endParaRPr lang="en-US"/>
        </a:p>
      </dgm:t>
    </dgm:pt>
    <dgm:pt modelId="{2102925A-18BC-40B5-8F48-777F20C7B4E8}">
      <dgm:prSet/>
      <dgm:spPr/>
      <dgm:t>
        <a:bodyPr/>
        <a:lstStyle/>
        <a:p>
          <a:r>
            <a:rPr lang="en-US"/>
            <a:t>• Wikipedia – Equipos de Respuesta ante Emergencias Informáticas (CERT/CSIRT).</a:t>
          </a:r>
        </a:p>
      </dgm:t>
    </dgm:pt>
    <dgm:pt modelId="{E5C67B40-2B4E-49C0-AB97-E9F194BC2F35}" type="parTrans" cxnId="{9B00FE1D-EE81-4D6F-AD60-107944F8F929}">
      <dgm:prSet/>
      <dgm:spPr/>
      <dgm:t>
        <a:bodyPr/>
        <a:lstStyle/>
        <a:p>
          <a:endParaRPr lang="en-US"/>
        </a:p>
      </dgm:t>
    </dgm:pt>
    <dgm:pt modelId="{2F30BD9D-29A2-4F0E-8A79-BE5878E0CF34}" type="sibTrans" cxnId="{9B00FE1D-EE81-4D6F-AD60-107944F8F929}">
      <dgm:prSet/>
      <dgm:spPr/>
      <dgm:t>
        <a:bodyPr/>
        <a:lstStyle/>
        <a:p>
          <a:endParaRPr lang="en-US"/>
        </a:p>
      </dgm:t>
    </dgm:pt>
    <dgm:pt modelId="{ED3E64AF-19C9-43C5-AA09-DE8B0EB6F931}" type="pres">
      <dgm:prSet presAssocID="{2C8AA281-DD37-46DF-8856-790F64835E12}" presName="linear" presStyleCnt="0">
        <dgm:presLayoutVars>
          <dgm:animLvl val="lvl"/>
          <dgm:resizeHandles val="exact"/>
        </dgm:presLayoutVars>
      </dgm:prSet>
      <dgm:spPr/>
    </dgm:pt>
    <dgm:pt modelId="{DC3875E9-B902-4069-830E-F79F31BBB105}" type="pres">
      <dgm:prSet presAssocID="{16784171-0E6D-4827-A8FA-AFF82E8502F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5AB60A0-8153-4861-BBFA-9DAF76341E2F}" type="pres">
      <dgm:prSet presAssocID="{5849CAF9-214F-4C96-B655-7F6C63A87F3F}" presName="spacer" presStyleCnt="0"/>
      <dgm:spPr/>
    </dgm:pt>
    <dgm:pt modelId="{C75FC227-B5A9-48E9-ABA5-95346F4B0DE3}" type="pres">
      <dgm:prSet presAssocID="{A15685EB-C37C-4760-A13E-EDD26A2468B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FD31784-96EA-4CB7-9BBD-E36F93F2AB2A}" type="pres">
      <dgm:prSet presAssocID="{85D9FE91-0DEB-4B62-9759-CB4CAE48849D}" presName="spacer" presStyleCnt="0"/>
      <dgm:spPr/>
    </dgm:pt>
    <dgm:pt modelId="{BB4F42D5-1BDB-4EA5-A496-5401E7BCFFC8}" type="pres">
      <dgm:prSet presAssocID="{2102925A-18BC-40B5-8F48-777F20C7B4E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A7BD20A-598E-48B9-AF01-79474556176E}" type="presOf" srcId="{2C8AA281-DD37-46DF-8856-790F64835E12}" destId="{ED3E64AF-19C9-43C5-AA09-DE8B0EB6F931}" srcOrd="0" destOrd="0" presId="urn:microsoft.com/office/officeart/2005/8/layout/vList2"/>
    <dgm:cxn modelId="{9B00FE1D-EE81-4D6F-AD60-107944F8F929}" srcId="{2C8AA281-DD37-46DF-8856-790F64835E12}" destId="{2102925A-18BC-40B5-8F48-777F20C7B4E8}" srcOrd="2" destOrd="0" parTransId="{E5C67B40-2B4E-49C0-AB97-E9F194BC2F35}" sibTransId="{2F30BD9D-29A2-4F0E-8A79-BE5878E0CF34}"/>
    <dgm:cxn modelId="{5A440063-F2C6-4584-931D-D7888F6D4A56}" type="presOf" srcId="{16784171-0E6D-4827-A8FA-AFF82E8502F3}" destId="{DC3875E9-B902-4069-830E-F79F31BBB105}" srcOrd="0" destOrd="0" presId="urn:microsoft.com/office/officeart/2005/8/layout/vList2"/>
    <dgm:cxn modelId="{4EB51263-BBAC-4AFB-8C56-00D1ACDABC1F}" srcId="{2C8AA281-DD37-46DF-8856-790F64835E12}" destId="{16784171-0E6D-4827-A8FA-AFF82E8502F3}" srcOrd="0" destOrd="0" parTransId="{B0234BEA-B0EF-488F-83C5-9347E442E05E}" sibTransId="{5849CAF9-214F-4C96-B655-7F6C63A87F3F}"/>
    <dgm:cxn modelId="{8C4DD04F-ED18-4EAD-A240-DC01317CC5E9}" srcId="{2C8AA281-DD37-46DF-8856-790F64835E12}" destId="{A15685EB-C37C-4760-A13E-EDD26A2468BA}" srcOrd="1" destOrd="0" parTransId="{3423D442-BEEE-49BB-ADEC-FB0D7B5BD2F5}" sibTransId="{85D9FE91-0DEB-4B62-9759-CB4CAE48849D}"/>
    <dgm:cxn modelId="{ECBE34A9-724B-4A1C-B9DC-483CEED749AE}" type="presOf" srcId="{A15685EB-C37C-4760-A13E-EDD26A2468BA}" destId="{C75FC227-B5A9-48E9-ABA5-95346F4B0DE3}" srcOrd="0" destOrd="0" presId="urn:microsoft.com/office/officeart/2005/8/layout/vList2"/>
    <dgm:cxn modelId="{25B960BD-E373-4B5F-AA6F-F90F97478391}" type="presOf" srcId="{2102925A-18BC-40B5-8F48-777F20C7B4E8}" destId="{BB4F42D5-1BDB-4EA5-A496-5401E7BCFFC8}" srcOrd="0" destOrd="0" presId="urn:microsoft.com/office/officeart/2005/8/layout/vList2"/>
    <dgm:cxn modelId="{F5CC14F8-181D-4BB3-85A7-F86E3488357E}" type="presParOf" srcId="{ED3E64AF-19C9-43C5-AA09-DE8B0EB6F931}" destId="{DC3875E9-B902-4069-830E-F79F31BBB105}" srcOrd="0" destOrd="0" presId="urn:microsoft.com/office/officeart/2005/8/layout/vList2"/>
    <dgm:cxn modelId="{B3EFDA8B-6323-4BAF-80C2-1490F65F16DF}" type="presParOf" srcId="{ED3E64AF-19C9-43C5-AA09-DE8B0EB6F931}" destId="{65AB60A0-8153-4861-BBFA-9DAF76341E2F}" srcOrd="1" destOrd="0" presId="urn:microsoft.com/office/officeart/2005/8/layout/vList2"/>
    <dgm:cxn modelId="{E8B43EDA-D640-48FD-8B79-5B599C925D84}" type="presParOf" srcId="{ED3E64AF-19C9-43C5-AA09-DE8B0EB6F931}" destId="{C75FC227-B5A9-48E9-ABA5-95346F4B0DE3}" srcOrd="2" destOrd="0" presId="urn:microsoft.com/office/officeart/2005/8/layout/vList2"/>
    <dgm:cxn modelId="{72BF2D05-78DD-4936-9D7E-91E3D0641881}" type="presParOf" srcId="{ED3E64AF-19C9-43C5-AA09-DE8B0EB6F931}" destId="{4FD31784-96EA-4CB7-9BBD-E36F93F2AB2A}" srcOrd="3" destOrd="0" presId="urn:microsoft.com/office/officeart/2005/8/layout/vList2"/>
    <dgm:cxn modelId="{52F5D606-BAE7-4886-9475-BD4CFD63FB03}" type="presParOf" srcId="{ED3E64AF-19C9-43C5-AA09-DE8B0EB6F931}" destId="{BB4F42D5-1BDB-4EA5-A496-5401E7BCFFC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078311-FF9A-4888-B740-0BC13DC18BA2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4B6412-D9D3-46A7-9E3C-4FF0F3ABBA28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Comprender los procedimientos de detección, verificación y respuesta ante incidentes de seguridad.</a:t>
          </a:r>
        </a:p>
      </dsp:txBody>
      <dsp:txXfrm>
        <a:off x="25435" y="2276522"/>
        <a:ext cx="1800000" cy="720000"/>
      </dsp:txXfrm>
    </dsp:sp>
    <dsp:sp modelId="{0003DD12-EE00-4DF1-B914-3F81FAB8816B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2E6B43-9775-4C43-A90C-57BA410A71BC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Identificar herramientas y técnicas para el análisis de eventos y correlación.</a:t>
          </a:r>
        </a:p>
      </dsp:txBody>
      <dsp:txXfrm>
        <a:off x="2140435" y="2276522"/>
        <a:ext cx="1800000" cy="720000"/>
      </dsp:txXfrm>
    </dsp:sp>
    <dsp:sp modelId="{04B56B72-2441-425A-843E-9B67C44891C9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AEC77A-935F-41E7-BC72-6E8D6AFD7CD3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Conocer las funciones de los organismos CERT/CSIRT.</a:t>
          </a:r>
        </a:p>
      </dsp:txBody>
      <dsp:txXfrm>
        <a:off x="4255435" y="2276522"/>
        <a:ext cx="1800000" cy="720000"/>
      </dsp:txXfrm>
    </dsp:sp>
    <dsp:sp modelId="{E6CB46DA-E9CA-45A5-8554-D209D2E36E11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40924B-4B54-4EA8-9DF6-A3CD3947492D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Saber notificar, categorizar y documentar los incidentes.</a:t>
          </a:r>
        </a:p>
      </dsp:txBody>
      <dsp:txXfrm>
        <a:off x="6370435" y="227652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1727FC-11AD-4B89-A82A-4BE10D94A743}">
      <dsp:nvSpPr>
        <dsp:cNvPr id="0" name=""/>
        <dsp:cNvSpPr/>
      </dsp:nvSpPr>
      <dsp:spPr>
        <a:xfrm>
          <a:off x="0" y="180378"/>
          <a:ext cx="5175384" cy="517538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3BB56D-0843-450D-A3AC-C8D6464F446B}">
      <dsp:nvSpPr>
        <dsp:cNvPr id="0" name=""/>
        <dsp:cNvSpPr/>
      </dsp:nvSpPr>
      <dsp:spPr>
        <a:xfrm>
          <a:off x="491661" y="672039"/>
          <a:ext cx="2018399" cy="2018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Registro de eventos y alarmas (logs, IDS/IPS)</a:t>
          </a:r>
        </a:p>
      </dsp:txBody>
      <dsp:txXfrm>
        <a:off x="590191" y="770569"/>
        <a:ext cx="1821339" cy="1821339"/>
      </dsp:txXfrm>
    </dsp:sp>
    <dsp:sp modelId="{3B0D8857-8974-485B-A39A-61E0F221BAFF}">
      <dsp:nvSpPr>
        <dsp:cNvPr id="0" name=""/>
        <dsp:cNvSpPr/>
      </dsp:nvSpPr>
      <dsp:spPr>
        <a:xfrm>
          <a:off x="2665322" y="672039"/>
          <a:ext cx="2018399" cy="20183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Identificación de comportamientos sospechosos</a:t>
          </a:r>
        </a:p>
      </dsp:txBody>
      <dsp:txXfrm>
        <a:off x="2763852" y="770569"/>
        <a:ext cx="1821339" cy="1821339"/>
      </dsp:txXfrm>
    </dsp:sp>
    <dsp:sp modelId="{7914677D-4C06-4163-8F93-D4F672D04AB2}">
      <dsp:nvSpPr>
        <dsp:cNvPr id="0" name=""/>
        <dsp:cNvSpPr/>
      </dsp:nvSpPr>
      <dsp:spPr>
        <a:xfrm>
          <a:off x="491661" y="2845701"/>
          <a:ext cx="2018399" cy="201839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Inventario de sistemas afectados</a:t>
          </a:r>
        </a:p>
      </dsp:txBody>
      <dsp:txXfrm>
        <a:off x="590191" y="2944231"/>
        <a:ext cx="1821339" cy="1821339"/>
      </dsp:txXfrm>
    </dsp:sp>
    <dsp:sp modelId="{37EF14FE-23C5-4560-B9E6-7A52E4F82DA7}">
      <dsp:nvSpPr>
        <dsp:cNvPr id="0" name=""/>
        <dsp:cNvSpPr/>
      </dsp:nvSpPr>
      <dsp:spPr>
        <a:xfrm>
          <a:off x="2665322" y="2845701"/>
          <a:ext cx="2018399" cy="20183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Coordinación con las áreas implicadas</a:t>
          </a:r>
        </a:p>
      </dsp:txBody>
      <dsp:txXfrm>
        <a:off x="2763852" y="2944231"/>
        <a:ext cx="1821339" cy="18213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336AB5-0F8C-43F6-A4FA-1AD03582E889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3DE9CE-AC96-4D76-B7B7-4F81CEF3FE98}">
      <dsp:nvSpPr>
        <dsp:cNvPr id="0" name=""/>
        <dsp:cNvSpPr/>
      </dsp:nvSpPr>
      <dsp:spPr>
        <a:xfrm>
          <a:off x="0" y="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Herramientas SIEM, IDS/IPS</a:t>
          </a:r>
        </a:p>
      </dsp:txBody>
      <dsp:txXfrm>
        <a:off x="0" y="0"/>
        <a:ext cx="5175384" cy="1384035"/>
      </dsp:txXfrm>
    </dsp:sp>
    <dsp:sp modelId="{07575848-B5A7-4F0D-89A6-7ACBEA4DC13C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C1F5E5-60E0-4B65-922A-D31B1A02313C}">
      <dsp:nvSpPr>
        <dsp:cNvPr id="0" name=""/>
        <dsp:cNvSpPr/>
      </dsp:nvSpPr>
      <dsp:spPr>
        <a:xfrm>
          <a:off x="0" y="138403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Verificación de integridad del sistema</a:t>
          </a:r>
        </a:p>
      </dsp:txBody>
      <dsp:txXfrm>
        <a:off x="0" y="1384035"/>
        <a:ext cx="5175384" cy="1384035"/>
      </dsp:txXfrm>
    </dsp:sp>
    <dsp:sp modelId="{C93BED0E-9BA5-4813-8811-9C7A2EE0D906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CF89EE-DC54-4C6F-A03B-83A964B2A6CB}">
      <dsp:nvSpPr>
        <dsp:cNvPr id="0" name=""/>
        <dsp:cNvSpPr/>
      </dsp:nvSpPr>
      <dsp:spPr>
        <a:xfrm>
          <a:off x="0" y="276807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Análisis forense</a:t>
          </a:r>
        </a:p>
      </dsp:txBody>
      <dsp:txXfrm>
        <a:off x="0" y="2768070"/>
        <a:ext cx="5175384" cy="1384035"/>
      </dsp:txXfrm>
    </dsp:sp>
    <dsp:sp modelId="{1C3797D0-8C6A-471D-B3A5-57F7674C4689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8D70BE-B5F4-479E-A075-C0AB41AE91AC}">
      <dsp:nvSpPr>
        <dsp:cNvPr id="0" name=""/>
        <dsp:cNvSpPr/>
      </dsp:nvSpPr>
      <dsp:spPr>
        <a:xfrm>
          <a:off x="0" y="415210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Parámetros sospechosos: tráfico, cuentas, modificaciones</a:t>
          </a:r>
        </a:p>
      </dsp:txBody>
      <dsp:txXfrm>
        <a:off x="0" y="4152105"/>
        <a:ext cx="5175384" cy="13840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621975-A6EC-4F73-9860-48C2C64A1881}">
      <dsp:nvSpPr>
        <dsp:cNvPr id="0" name=""/>
        <dsp:cNvSpPr/>
      </dsp:nvSpPr>
      <dsp:spPr>
        <a:xfrm>
          <a:off x="0" y="355031"/>
          <a:ext cx="4988440" cy="14718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• Confirmar si ha ocurrido un incidente</a:t>
          </a:r>
        </a:p>
      </dsp:txBody>
      <dsp:txXfrm>
        <a:off x="71850" y="426881"/>
        <a:ext cx="4844740" cy="1328160"/>
      </dsp:txXfrm>
    </dsp:sp>
    <dsp:sp modelId="{1D8FF49C-0764-441A-BFE0-AF313A7E5700}">
      <dsp:nvSpPr>
        <dsp:cNvPr id="0" name=""/>
        <dsp:cNvSpPr/>
      </dsp:nvSpPr>
      <dsp:spPr>
        <a:xfrm>
          <a:off x="0" y="1933452"/>
          <a:ext cx="4988440" cy="147186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• Funciones de los equipos CERT/CSIRT</a:t>
          </a:r>
        </a:p>
      </dsp:txBody>
      <dsp:txXfrm>
        <a:off x="71850" y="2005302"/>
        <a:ext cx="4844740" cy="1328160"/>
      </dsp:txXfrm>
    </dsp:sp>
    <dsp:sp modelId="{0E232FB8-1A67-4866-9CD4-B03792E87E21}">
      <dsp:nvSpPr>
        <dsp:cNvPr id="0" name=""/>
        <dsp:cNvSpPr/>
      </dsp:nvSpPr>
      <dsp:spPr>
        <a:xfrm>
          <a:off x="0" y="3511872"/>
          <a:ext cx="4988440" cy="147186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• Coordinación nacional e internacional</a:t>
          </a:r>
        </a:p>
      </dsp:txBody>
      <dsp:txXfrm>
        <a:off x="71850" y="3583722"/>
        <a:ext cx="4844740" cy="13281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2DB53E-467B-4A65-AA50-5BDC2CF56396}">
      <dsp:nvSpPr>
        <dsp:cNvPr id="0" name=""/>
        <dsp:cNvSpPr/>
      </dsp:nvSpPr>
      <dsp:spPr>
        <a:xfrm>
          <a:off x="0" y="2215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CF37ED-AE5C-4B13-9B29-D63A79CF292E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1F79DB-3AE5-4EAC-9BC5-98C07B0112CD}">
      <dsp:nvSpPr>
        <dsp:cNvPr id="0" name=""/>
        <dsp:cNvSpPr/>
      </dsp:nvSpPr>
      <dsp:spPr>
        <a:xfrm>
          <a:off x="1297085" y="2215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Responsables de la notificación</a:t>
          </a:r>
        </a:p>
      </dsp:txBody>
      <dsp:txXfrm>
        <a:off x="1297085" y="2215"/>
        <a:ext cx="3691354" cy="1123017"/>
      </dsp:txXfrm>
    </dsp:sp>
    <dsp:sp modelId="{97C5F987-4CC2-4C89-8471-DC7FACA6E744}">
      <dsp:nvSpPr>
        <dsp:cNvPr id="0" name=""/>
        <dsp:cNvSpPr/>
      </dsp:nvSpPr>
      <dsp:spPr>
        <a:xfrm>
          <a:off x="0" y="1405987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E41005-55E8-44C6-8692-02E53F7651FB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87B5FE-55D8-444F-81EA-2246F087359A}">
      <dsp:nvSpPr>
        <dsp:cNvPr id="0" name=""/>
        <dsp:cNvSpPr/>
      </dsp:nvSpPr>
      <dsp:spPr>
        <a:xfrm>
          <a:off x="1297085" y="1405987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Categorización según impacto</a:t>
          </a:r>
        </a:p>
      </dsp:txBody>
      <dsp:txXfrm>
        <a:off x="1297085" y="1405987"/>
        <a:ext cx="3691354" cy="1123017"/>
      </dsp:txXfrm>
    </dsp:sp>
    <dsp:sp modelId="{B7E268AF-C43B-4FBD-BB3E-C7AC3FAC522A}">
      <dsp:nvSpPr>
        <dsp:cNvPr id="0" name=""/>
        <dsp:cNvSpPr/>
      </dsp:nvSpPr>
      <dsp:spPr>
        <a:xfrm>
          <a:off x="0" y="2809759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2A4F50-275B-45E0-9CFF-F5AF13ABDD38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A01D2-37EC-4AB7-8510-4CC29221C9FA}">
      <dsp:nvSpPr>
        <dsp:cNvPr id="0" name=""/>
        <dsp:cNvSpPr/>
      </dsp:nvSpPr>
      <dsp:spPr>
        <a:xfrm>
          <a:off x="1297085" y="2809759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Criterios de evidencia</a:t>
          </a:r>
        </a:p>
      </dsp:txBody>
      <dsp:txXfrm>
        <a:off x="1297085" y="2809759"/>
        <a:ext cx="3691354" cy="1123017"/>
      </dsp:txXfrm>
    </dsp:sp>
    <dsp:sp modelId="{E3547BA1-B7A6-4511-AC5E-9C158E41FFF3}">
      <dsp:nvSpPr>
        <dsp:cNvPr id="0" name=""/>
        <dsp:cNvSpPr/>
      </dsp:nvSpPr>
      <dsp:spPr>
        <a:xfrm>
          <a:off x="0" y="4213530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30F970-6579-429D-AF3D-E58B8800345E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A24B62-1011-4257-9A47-CCB9A5A0F4EE}">
      <dsp:nvSpPr>
        <dsp:cNvPr id="0" name=""/>
        <dsp:cNvSpPr/>
      </dsp:nvSpPr>
      <dsp:spPr>
        <a:xfrm>
          <a:off x="1297085" y="4213530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Registro y seguimiento de incidentes</a:t>
          </a:r>
        </a:p>
      </dsp:txBody>
      <dsp:txXfrm>
        <a:off x="1297085" y="4213530"/>
        <a:ext cx="3691354" cy="11230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EED509-1250-48CC-B146-65BFE7598963}">
      <dsp:nvSpPr>
        <dsp:cNvPr id="0" name=""/>
        <dsp:cNvSpPr/>
      </dsp:nvSpPr>
      <dsp:spPr>
        <a:xfrm>
          <a:off x="0" y="2215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4D8929-92B5-4E2B-8475-B4EECFF35E12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775F13-091C-46C5-BF11-26C93DD088CB}">
      <dsp:nvSpPr>
        <dsp:cNvPr id="0" name=""/>
        <dsp:cNvSpPr/>
      </dsp:nvSpPr>
      <dsp:spPr>
        <a:xfrm>
          <a:off x="1297085" y="2215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Recogida de evidencias electrónicas</a:t>
          </a:r>
        </a:p>
      </dsp:txBody>
      <dsp:txXfrm>
        <a:off x="1297085" y="2215"/>
        <a:ext cx="3691354" cy="1123017"/>
      </dsp:txXfrm>
    </dsp:sp>
    <dsp:sp modelId="{1A10F0C5-7D59-48B9-A051-6A3F1EED98FE}">
      <dsp:nvSpPr>
        <dsp:cNvPr id="0" name=""/>
        <dsp:cNvSpPr/>
      </dsp:nvSpPr>
      <dsp:spPr>
        <a:xfrm>
          <a:off x="0" y="1405987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FE9789-5AF5-4097-B5E3-A962A53C6049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9AB7F-6D5C-4A82-9A3B-ED6AB47CB9BF}">
      <dsp:nvSpPr>
        <dsp:cNvPr id="0" name=""/>
        <dsp:cNvSpPr/>
      </dsp:nvSpPr>
      <dsp:spPr>
        <a:xfrm>
          <a:off x="1297085" y="1405987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Análisis de ficheros borrados y ocultos</a:t>
          </a:r>
        </a:p>
      </dsp:txBody>
      <dsp:txXfrm>
        <a:off x="1297085" y="1405987"/>
        <a:ext cx="3691354" cy="1123017"/>
      </dsp:txXfrm>
    </dsp:sp>
    <dsp:sp modelId="{84789149-9FF8-4B11-98DE-9C1C0BE52B24}">
      <dsp:nvSpPr>
        <dsp:cNvPr id="0" name=""/>
        <dsp:cNvSpPr/>
      </dsp:nvSpPr>
      <dsp:spPr>
        <a:xfrm>
          <a:off x="0" y="2809759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717A5E-9005-445D-825C-B0944410DEA4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7CFB1F-10FD-40EC-9EF9-5E0168BE7E13}">
      <dsp:nvSpPr>
        <dsp:cNvPr id="0" name=""/>
        <dsp:cNvSpPr/>
      </dsp:nvSpPr>
      <dsp:spPr>
        <a:xfrm>
          <a:off x="1297085" y="2809759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Recuperación de datos</a:t>
          </a:r>
        </a:p>
      </dsp:txBody>
      <dsp:txXfrm>
        <a:off x="1297085" y="2809759"/>
        <a:ext cx="3691354" cy="1123017"/>
      </dsp:txXfrm>
    </dsp:sp>
    <dsp:sp modelId="{175AFAD4-5876-44A3-A822-5835469CD29F}">
      <dsp:nvSpPr>
        <dsp:cNvPr id="0" name=""/>
        <dsp:cNvSpPr/>
      </dsp:nvSpPr>
      <dsp:spPr>
        <a:xfrm>
          <a:off x="0" y="4213530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7FECAE-5AE3-44E2-A2DD-CEBFB85FC602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26C597-F55B-4191-A2BA-2AD02A8AF0AE}">
      <dsp:nvSpPr>
        <dsp:cNvPr id="0" name=""/>
        <dsp:cNvSpPr/>
      </dsp:nvSpPr>
      <dsp:spPr>
        <a:xfrm>
          <a:off x="1297085" y="4213530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Uso de herramientas especializadas</a:t>
          </a:r>
        </a:p>
      </dsp:txBody>
      <dsp:txXfrm>
        <a:off x="1297085" y="4213530"/>
        <a:ext cx="3691354" cy="112301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3286ED-EC94-41A3-AE65-80B35A0EA491}">
      <dsp:nvSpPr>
        <dsp:cNvPr id="0" name=""/>
        <dsp:cNvSpPr/>
      </dsp:nvSpPr>
      <dsp:spPr>
        <a:xfrm>
          <a:off x="0" y="180378"/>
          <a:ext cx="5175384" cy="517538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7E8C4-D9D0-4D0F-9262-E7FC64C78927}">
      <dsp:nvSpPr>
        <dsp:cNvPr id="0" name=""/>
        <dsp:cNvSpPr/>
      </dsp:nvSpPr>
      <dsp:spPr>
        <a:xfrm>
          <a:off x="491661" y="672039"/>
          <a:ext cx="2018399" cy="2018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Aislamiento del sistema afectado</a:t>
          </a:r>
        </a:p>
      </dsp:txBody>
      <dsp:txXfrm>
        <a:off x="590191" y="770569"/>
        <a:ext cx="1821339" cy="1821339"/>
      </dsp:txXfrm>
    </dsp:sp>
    <dsp:sp modelId="{E3601339-9113-4BBB-8BE7-F3D0A763D25E}">
      <dsp:nvSpPr>
        <dsp:cNvPr id="0" name=""/>
        <dsp:cNvSpPr/>
      </dsp:nvSpPr>
      <dsp:spPr>
        <a:xfrm>
          <a:off x="2665322" y="672039"/>
          <a:ext cx="2018399" cy="201839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Eliminación de la amenaza</a:t>
          </a:r>
        </a:p>
      </dsp:txBody>
      <dsp:txXfrm>
        <a:off x="2763852" y="770569"/>
        <a:ext cx="1821339" cy="1821339"/>
      </dsp:txXfrm>
    </dsp:sp>
    <dsp:sp modelId="{7F87BB1B-FF26-42CD-AB05-DA272C6826E5}">
      <dsp:nvSpPr>
        <dsp:cNvPr id="0" name=""/>
        <dsp:cNvSpPr/>
      </dsp:nvSpPr>
      <dsp:spPr>
        <a:xfrm>
          <a:off x="491661" y="2845701"/>
          <a:ext cx="2018399" cy="201839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Restauración del servicio</a:t>
          </a:r>
        </a:p>
      </dsp:txBody>
      <dsp:txXfrm>
        <a:off x="590191" y="2944231"/>
        <a:ext cx="1821339" cy="1821339"/>
      </dsp:txXfrm>
    </dsp:sp>
    <dsp:sp modelId="{B27E9541-D4E8-47B4-A367-AEF27BB35F62}">
      <dsp:nvSpPr>
        <dsp:cNvPr id="0" name=""/>
        <dsp:cNvSpPr/>
      </dsp:nvSpPr>
      <dsp:spPr>
        <a:xfrm>
          <a:off x="2665322" y="2845701"/>
          <a:ext cx="2018399" cy="201839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Informe final del incidente</a:t>
          </a:r>
        </a:p>
      </dsp:txBody>
      <dsp:txXfrm>
        <a:off x="2763852" y="2944231"/>
        <a:ext cx="1821339" cy="182133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3B8507-C612-41D8-B7B9-912A11EF72F6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BCC80E-5131-4F9F-BB66-D396C3E4BF47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Plan de respuesta actualizado</a:t>
          </a:r>
        </a:p>
      </dsp:txBody>
      <dsp:txXfrm>
        <a:off x="0" y="675"/>
        <a:ext cx="5175384" cy="1106957"/>
      </dsp:txXfrm>
    </dsp:sp>
    <dsp:sp modelId="{143A44BA-2DF8-4A49-B371-92681E6135FF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3003F7-8686-4017-B96C-F7E4E67329B3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Revisión de logs</a:t>
          </a:r>
        </a:p>
      </dsp:txBody>
      <dsp:txXfrm>
        <a:off x="0" y="1107633"/>
        <a:ext cx="5175384" cy="1106957"/>
      </dsp:txXfrm>
    </dsp:sp>
    <dsp:sp modelId="{3048470D-2DEC-470D-B650-F47EA04B15EB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34ABAE-9446-47B7-9655-30211B6EAFE9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Formación del personal</a:t>
          </a:r>
        </a:p>
      </dsp:txBody>
      <dsp:txXfrm>
        <a:off x="0" y="2214591"/>
        <a:ext cx="5175384" cy="1106957"/>
      </dsp:txXfrm>
    </dsp:sp>
    <dsp:sp modelId="{B81EE1D0-6D86-49E9-B949-16286D491AC4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66ECBC-5EDF-4DB5-A951-5AE83C482F58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Simulacros</a:t>
          </a:r>
        </a:p>
      </dsp:txBody>
      <dsp:txXfrm>
        <a:off x="0" y="3321549"/>
        <a:ext cx="5175384" cy="1106957"/>
      </dsp:txXfrm>
    </dsp:sp>
    <dsp:sp modelId="{E0B1BFDB-1D6D-4530-A10B-98E1C5B5E150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B9520-A4D7-47E0-80CD-79E5F73EE168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Documentación y mejora continua</a:t>
          </a:r>
        </a:p>
      </dsp:txBody>
      <dsp:txXfrm>
        <a:off x="0" y="4428507"/>
        <a:ext cx="5175384" cy="110695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6DB33F-7909-4D83-A394-B87133409757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914610-A82D-4B04-BADC-1C305FF95E8A}">
      <dsp:nvSpPr>
        <dsp:cNvPr id="0" name=""/>
        <dsp:cNvSpPr/>
      </dsp:nvSpPr>
      <dsp:spPr>
        <a:xfrm>
          <a:off x="0" y="0"/>
          <a:ext cx="5175384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La respuesta ante incidentes es esencial para reducir el impacto y mejorar la resiliencia.</a:t>
          </a:r>
        </a:p>
      </dsp:txBody>
      <dsp:txXfrm>
        <a:off x="0" y="0"/>
        <a:ext cx="5175384" cy="2768070"/>
      </dsp:txXfrm>
    </dsp:sp>
    <dsp:sp modelId="{CDD89426-33AC-419B-B94E-9B7321CB3683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42EC8F-DE8B-4B14-9F10-196F8044C028}">
      <dsp:nvSpPr>
        <dsp:cNvPr id="0" name=""/>
        <dsp:cNvSpPr/>
      </dsp:nvSpPr>
      <dsp:spPr>
        <a:xfrm>
          <a:off x="0" y="2768070"/>
          <a:ext cx="5175384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Requiere preparación, detección eficaz, contención rápida y aprendizaje continuo.</a:t>
          </a:r>
        </a:p>
      </dsp:txBody>
      <dsp:txXfrm>
        <a:off x="0" y="2768070"/>
        <a:ext cx="5175384" cy="276807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3875E9-B902-4069-830E-F79F31BBB105}">
      <dsp:nvSpPr>
        <dsp:cNvPr id="0" name=""/>
        <dsp:cNvSpPr/>
      </dsp:nvSpPr>
      <dsp:spPr>
        <a:xfrm>
          <a:off x="0" y="36390"/>
          <a:ext cx="5175384" cy="1759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INCUAL – UC0488_3 Detectar y responder ante incidentes de seguridad.</a:t>
          </a:r>
        </a:p>
      </dsp:txBody>
      <dsp:txXfrm>
        <a:off x="85900" y="122290"/>
        <a:ext cx="5003584" cy="1587880"/>
      </dsp:txXfrm>
    </dsp:sp>
    <dsp:sp modelId="{C75FC227-B5A9-48E9-ABA5-95346F4B0DE3}">
      <dsp:nvSpPr>
        <dsp:cNvPr id="0" name=""/>
        <dsp:cNvSpPr/>
      </dsp:nvSpPr>
      <dsp:spPr>
        <a:xfrm>
          <a:off x="0" y="1888230"/>
          <a:ext cx="5175384" cy="17596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Manual MF0488_3 Gestión de incidentes de seguridad informática.</a:t>
          </a:r>
        </a:p>
      </dsp:txBody>
      <dsp:txXfrm>
        <a:off x="85900" y="1974130"/>
        <a:ext cx="5003584" cy="1587880"/>
      </dsp:txXfrm>
    </dsp:sp>
    <dsp:sp modelId="{BB4F42D5-1BDB-4EA5-A496-5401E7BCFFC8}">
      <dsp:nvSpPr>
        <dsp:cNvPr id="0" name=""/>
        <dsp:cNvSpPr/>
      </dsp:nvSpPr>
      <dsp:spPr>
        <a:xfrm>
          <a:off x="0" y="3740070"/>
          <a:ext cx="5175384" cy="17596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Wikipedia – Equipos de Respuesta ante Emergencias Informáticas (CERT/CSIRT).</a:t>
          </a:r>
        </a:p>
      </dsp:txBody>
      <dsp:txXfrm>
        <a:off x="85900" y="3825970"/>
        <a:ext cx="5003584" cy="15878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s-ES" sz="4200">
                <a:solidFill>
                  <a:srgbClr val="FFFFFF"/>
                </a:solidFill>
              </a:rPr>
              <a:t>Respuesta ante incidentes de seguridad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ES" sz="3000"/>
              <a:t>Módulo 3 – Certificado de Profesionalidad IFCT0109 Seguridad Informática</a:t>
            </a:r>
          </a:p>
          <a:p>
            <a:pPr algn="l">
              <a:lnSpc>
                <a:spcPct val="90000"/>
              </a:lnSpc>
            </a:pPr>
            <a:r>
              <a:rPr lang="es-ES" sz="3000"/>
              <a:t>Autor: Instructor del curso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Objetivos de la unidad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30C663-DC8C-77A5-7BCC-C87E1AE0DE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186466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Marco normativo y 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S" sz="1700" dirty="0"/>
              <a:t>• Unidad de competencia: UC0488_3 Detectar y responder ante incidentes de seguridad.</a:t>
            </a:r>
          </a:p>
          <a:p>
            <a:r>
              <a:rPr lang="es-ES" sz="1700" dirty="0"/>
              <a:t>• Parte del ciclo de seguridad: detección, contención, recuperación, análisis.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Fases de la respuesta ante incidentes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S" sz="1700"/>
              <a:t>1. Detección</a:t>
            </a:r>
          </a:p>
          <a:p>
            <a:r>
              <a:rPr lang="es-ES" sz="1700"/>
              <a:t>2. Verificación</a:t>
            </a:r>
          </a:p>
          <a:p>
            <a:r>
              <a:rPr lang="es-ES" sz="1700"/>
              <a:t>3. Contención</a:t>
            </a:r>
          </a:p>
          <a:p>
            <a:r>
              <a:rPr lang="es-ES" sz="1700"/>
              <a:t>4. Erradicación y recuperación</a:t>
            </a:r>
          </a:p>
          <a:p>
            <a:r>
              <a:rPr lang="es-ES" sz="1700"/>
              <a:t>5. Lecciones aprendidas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s-ES" sz="3600"/>
              <a:t>Recolección de información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B6D86B-D5C3-C2CC-7835-E8E43E1E74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166038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s-ES" sz="3300"/>
              <a:t>Técnicas y herramientas de análisis y correlación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65B50B-163A-CB64-0074-523BBB4627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175192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s-ES" sz="3100"/>
              <a:t>Verificación de intrusión y organismos especializados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31B0D1-6628-B0E0-1201-021EB08A9D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3291300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s-ES" sz="3700"/>
              <a:t>Notificación y gestión de intentos de intrusión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2529C0-7ACD-3C8C-9191-5D44074D67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4379627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s-ES" sz="3700"/>
              <a:t>Análisis forense informático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332B4D-348E-B4E4-48E5-249470855C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1392960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s-ES" sz="3300"/>
              <a:t>Coordinación, contención y recuperación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F46B24-CA93-4FF8-C94B-3F6147384C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688827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s-ES" sz="4000"/>
              <a:t>Buenas prácticas y lecciones aprendidas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66FDB8-0867-1AC3-A5FF-41717B603E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71609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s-ES" sz="4000"/>
              <a:t>Conclusión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0B4E0B-364C-BD3D-EB8C-15E4CA3D7C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127472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s-ES" sz="4000"/>
              <a:t>Referencias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D42A74-6F2F-91BF-48DF-CE8EDA2B61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777137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383</Words>
  <Application>Microsoft Office PowerPoint</Application>
  <PresentationFormat>Presentación en pantalla (4:3)</PresentationFormat>
  <Paragraphs>59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Respuesta ante incidentes de seguridad</vt:lpstr>
      <vt:lpstr>Objetivos de la unidad</vt:lpstr>
      <vt:lpstr>Marco normativo y contexto</vt:lpstr>
      <vt:lpstr>Fases de la respuesta ante incidentes</vt:lpstr>
      <vt:lpstr>Recolección de información</vt:lpstr>
      <vt:lpstr>Técnicas y herramientas de análisis y correlación</vt:lpstr>
      <vt:lpstr>Verificación de intrusión y organismos especializados</vt:lpstr>
      <vt:lpstr>Notificación y gestión de intentos de intrusión</vt:lpstr>
      <vt:lpstr>Análisis forense informático</vt:lpstr>
      <vt:lpstr>Coordinación, contención y recuperación</vt:lpstr>
      <vt:lpstr>Buenas prácticas y lecciones aprendidas</vt:lpstr>
      <vt:lpstr>Conclusión</vt:lpstr>
      <vt:lpstr>Referencias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2</cp:revision>
  <dcterms:created xsi:type="dcterms:W3CDTF">2013-01-27T09:14:16Z</dcterms:created>
  <dcterms:modified xsi:type="dcterms:W3CDTF">2025-11-02T16:13:01Z</dcterms:modified>
  <cp:category/>
</cp:coreProperties>
</file>