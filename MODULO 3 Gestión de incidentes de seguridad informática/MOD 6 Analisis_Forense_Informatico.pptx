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483BB2-3E64-4FCA-8DC7-204816E89123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8876AC-DD91-466A-AEA3-4ED63BDBC848}">
      <dgm:prSet/>
      <dgm:spPr/>
      <dgm:t>
        <a:bodyPr/>
        <a:lstStyle/>
        <a:p>
          <a:r>
            <a:rPr lang="en-US"/>
            <a:t>• Comprender qué es el análisis forense y su papel tras un incidente.</a:t>
          </a:r>
        </a:p>
      </dgm:t>
    </dgm:pt>
    <dgm:pt modelId="{67E5D631-1C94-436D-AF5D-A1B67C056E51}" type="parTrans" cxnId="{C9E1AD2B-62DD-4B45-B8C4-AEB4171F3442}">
      <dgm:prSet/>
      <dgm:spPr/>
      <dgm:t>
        <a:bodyPr/>
        <a:lstStyle/>
        <a:p>
          <a:endParaRPr lang="en-US"/>
        </a:p>
      </dgm:t>
    </dgm:pt>
    <dgm:pt modelId="{324891E7-4046-434B-832C-3C3FD4AE4773}" type="sibTrans" cxnId="{C9E1AD2B-62DD-4B45-B8C4-AEB4171F3442}">
      <dgm:prSet/>
      <dgm:spPr/>
      <dgm:t>
        <a:bodyPr/>
        <a:lstStyle/>
        <a:p>
          <a:endParaRPr lang="en-US"/>
        </a:p>
      </dgm:t>
    </dgm:pt>
    <dgm:pt modelId="{43BAC187-F6FE-40CE-AE65-EB83CC886A93}">
      <dgm:prSet/>
      <dgm:spPr/>
      <dgm:t>
        <a:bodyPr/>
        <a:lstStyle/>
        <a:p>
          <a:r>
            <a:rPr lang="en-US"/>
            <a:t>• Identificar las fases del proceso forense digital.</a:t>
          </a:r>
        </a:p>
      </dgm:t>
    </dgm:pt>
    <dgm:pt modelId="{A124BB33-75CB-432A-B74F-50F560AAB3C0}" type="parTrans" cxnId="{87B8E549-81FD-47DF-AA68-1A38DD68E381}">
      <dgm:prSet/>
      <dgm:spPr/>
      <dgm:t>
        <a:bodyPr/>
        <a:lstStyle/>
        <a:p>
          <a:endParaRPr lang="en-US"/>
        </a:p>
      </dgm:t>
    </dgm:pt>
    <dgm:pt modelId="{6F3EA1A3-642B-4A3E-86C3-E15D4EF490B1}" type="sibTrans" cxnId="{87B8E549-81FD-47DF-AA68-1A38DD68E381}">
      <dgm:prSet/>
      <dgm:spPr/>
      <dgm:t>
        <a:bodyPr/>
        <a:lstStyle/>
        <a:p>
          <a:endParaRPr lang="en-US"/>
        </a:p>
      </dgm:t>
    </dgm:pt>
    <dgm:pt modelId="{4452A7CB-D7E9-46AF-8B1F-38329839515F}">
      <dgm:prSet/>
      <dgm:spPr/>
      <dgm:t>
        <a:bodyPr/>
        <a:lstStyle/>
        <a:p>
          <a:r>
            <a:rPr lang="en-US"/>
            <a:t>• Conocer herramientas comunes de análisis y adquisición de evidencias.</a:t>
          </a:r>
        </a:p>
      </dgm:t>
    </dgm:pt>
    <dgm:pt modelId="{4D3F7F29-32AC-4BF9-861B-854C6AAFC28E}" type="parTrans" cxnId="{605E94CB-2CFF-4FBF-B51A-D5C735822A56}">
      <dgm:prSet/>
      <dgm:spPr/>
      <dgm:t>
        <a:bodyPr/>
        <a:lstStyle/>
        <a:p>
          <a:endParaRPr lang="en-US"/>
        </a:p>
      </dgm:t>
    </dgm:pt>
    <dgm:pt modelId="{0A331EF0-362B-49E3-AA60-B7FC6999AADB}" type="sibTrans" cxnId="{605E94CB-2CFF-4FBF-B51A-D5C735822A56}">
      <dgm:prSet/>
      <dgm:spPr/>
      <dgm:t>
        <a:bodyPr/>
        <a:lstStyle/>
        <a:p>
          <a:endParaRPr lang="en-US"/>
        </a:p>
      </dgm:t>
    </dgm:pt>
    <dgm:pt modelId="{D5286B8A-BD9B-4833-A2DB-DA9210FF40BA}">
      <dgm:prSet/>
      <dgm:spPr/>
      <dgm:t>
        <a:bodyPr/>
        <a:lstStyle/>
        <a:p>
          <a:r>
            <a:rPr lang="en-US"/>
            <a:t>• Aprender buenas prácticas de custodia y documentación.</a:t>
          </a:r>
        </a:p>
      </dgm:t>
    </dgm:pt>
    <dgm:pt modelId="{3594BC13-5F0C-4821-89FE-B1AEAAADB152}" type="parTrans" cxnId="{10D21293-2154-4514-9DCA-F65A2BB68F64}">
      <dgm:prSet/>
      <dgm:spPr/>
      <dgm:t>
        <a:bodyPr/>
        <a:lstStyle/>
        <a:p>
          <a:endParaRPr lang="en-US"/>
        </a:p>
      </dgm:t>
    </dgm:pt>
    <dgm:pt modelId="{1395EB64-642F-43E1-A3AC-7E78278B2C9A}" type="sibTrans" cxnId="{10D21293-2154-4514-9DCA-F65A2BB68F64}">
      <dgm:prSet/>
      <dgm:spPr/>
      <dgm:t>
        <a:bodyPr/>
        <a:lstStyle/>
        <a:p>
          <a:endParaRPr lang="en-US"/>
        </a:p>
      </dgm:t>
    </dgm:pt>
    <dgm:pt modelId="{9F63A70E-71AD-4F6E-9983-A0C8522BC410}" type="pres">
      <dgm:prSet presAssocID="{FB483BB2-3E64-4FCA-8DC7-204816E89123}" presName="matrix" presStyleCnt="0">
        <dgm:presLayoutVars>
          <dgm:chMax val="1"/>
          <dgm:dir/>
          <dgm:resizeHandles val="exact"/>
        </dgm:presLayoutVars>
      </dgm:prSet>
      <dgm:spPr/>
    </dgm:pt>
    <dgm:pt modelId="{98DB24CA-ABF6-4AF6-9D5A-9F2B225D9C88}" type="pres">
      <dgm:prSet presAssocID="{FB483BB2-3E64-4FCA-8DC7-204816E89123}" presName="diamond" presStyleLbl="bgShp" presStyleIdx="0" presStyleCnt="1"/>
      <dgm:spPr/>
    </dgm:pt>
    <dgm:pt modelId="{10E2EE1A-6D56-4AFE-8C8F-D41D152C4B61}" type="pres">
      <dgm:prSet presAssocID="{FB483BB2-3E64-4FCA-8DC7-204816E8912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E5224CE-8065-42D4-854F-F725F913174D}" type="pres">
      <dgm:prSet presAssocID="{FB483BB2-3E64-4FCA-8DC7-204816E8912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F55CB6A-B6EA-4E52-9C87-AEAEFA14A341}" type="pres">
      <dgm:prSet presAssocID="{FB483BB2-3E64-4FCA-8DC7-204816E8912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0FF3820-2A42-4DE3-91E0-37C4099A52E0}" type="pres">
      <dgm:prSet presAssocID="{FB483BB2-3E64-4FCA-8DC7-204816E8912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567DF1E-0154-4001-BEE7-CB5F8CF1E892}" type="presOf" srcId="{FB483BB2-3E64-4FCA-8DC7-204816E89123}" destId="{9F63A70E-71AD-4F6E-9983-A0C8522BC410}" srcOrd="0" destOrd="0" presId="urn:microsoft.com/office/officeart/2005/8/layout/matrix3"/>
    <dgm:cxn modelId="{C9E1AD2B-62DD-4B45-B8C4-AEB4171F3442}" srcId="{FB483BB2-3E64-4FCA-8DC7-204816E89123}" destId="{878876AC-DD91-466A-AEA3-4ED63BDBC848}" srcOrd="0" destOrd="0" parTransId="{67E5D631-1C94-436D-AF5D-A1B67C056E51}" sibTransId="{324891E7-4046-434B-832C-3C3FD4AE4773}"/>
    <dgm:cxn modelId="{16E3A65E-2442-467F-BEB7-8FCB0924DA25}" type="presOf" srcId="{43BAC187-F6FE-40CE-AE65-EB83CC886A93}" destId="{2E5224CE-8065-42D4-854F-F725F913174D}" srcOrd="0" destOrd="0" presId="urn:microsoft.com/office/officeart/2005/8/layout/matrix3"/>
    <dgm:cxn modelId="{57218943-93BD-4388-82E2-D0297D47A12A}" type="presOf" srcId="{D5286B8A-BD9B-4833-A2DB-DA9210FF40BA}" destId="{70FF3820-2A42-4DE3-91E0-37C4099A52E0}" srcOrd="0" destOrd="0" presId="urn:microsoft.com/office/officeart/2005/8/layout/matrix3"/>
    <dgm:cxn modelId="{87B8E549-81FD-47DF-AA68-1A38DD68E381}" srcId="{FB483BB2-3E64-4FCA-8DC7-204816E89123}" destId="{43BAC187-F6FE-40CE-AE65-EB83CC886A93}" srcOrd="1" destOrd="0" parTransId="{A124BB33-75CB-432A-B74F-50F560AAB3C0}" sibTransId="{6F3EA1A3-642B-4A3E-86C3-E15D4EF490B1}"/>
    <dgm:cxn modelId="{10D21293-2154-4514-9DCA-F65A2BB68F64}" srcId="{FB483BB2-3E64-4FCA-8DC7-204816E89123}" destId="{D5286B8A-BD9B-4833-A2DB-DA9210FF40BA}" srcOrd="3" destOrd="0" parTransId="{3594BC13-5F0C-4821-89FE-B1AEAAADB152}" sibTransId="{1395EB64-642F-43E1-A3AC-7E78278B2C9A}"/>
    <dgm:cxn modelId="{F2573197-DACF-4F9B-A048-A06BD02C3ED4}" type="presOf" srcId="{4452A7CB-D7E9-46AF-8B1F-38329839515F}" destId="{9F55CB6A-B6EA-4E52-9C87-AEAEFA14A341}" srcOrd="0" destOrd="0" presId="urn:microsoft.com/office/officeart/2005/8/layout/matrix3"/>
    <dgm:cxn modelId="{71B57ABD-73CC-4C0C-9922-D1FB8BEE9D3D}" type="presOf" srcId="{878876AC-DD91-466A-AEA3-4ED63BDBC848}" destId="{10E2EE1A-6D56-4AFE-8C8F-D41D152C4B61}" srcOrd="0" destOrd="0" presId="urn:microsoft.com/office/officeart/2005/8/layout/matrix3"/>
    <dgm:cxn modelId="{605E94CB-2CFF-4FBF-B51A-D5C735822A56}" srcId="{FB483BB2-3E64-4FCA-8DC7-204816E89123}" destId="{4452A7CB-D7E9-46AF-8B1F-38329839515F}" srcOrd="2" destOrd="0" parTransId="{4D3F7F29-32AC-4BF9-861B-854C6AAFC28E}" sibTransId="{0A331EF0-362B-49E3-AA60-B7FC6999AADB}"/>
    <dgm:cxn modelId="{8A52F720-8B0E-4D62-BCDD-38CBC82A628B}" type="presParOf" srcId="{9F63A70E-71AD-4F6E-9983-A0C8522BC410}" destId="{98DB24CA-ABF6-4AF6-9D5A-9F2B225D9C88}" srcOrd="0" destOrd="0" presId="urn:microsoft.com/office/officeart/2005/8/layout/matrix3"/>
    <dgm:cxn modelId="{EC6A000D-35B0-4B54-9D96-830B777FFCBE}" type="presParOf" srcId="{9F63A70E-71AD-4F6E-9983-A0C8522BC410}" destId="{10E2EE1A-6D56-4AFE-8C8F-D41D152C4B61}" srcOrd="1" destOrd="0" presId="urn:microsoft.com/office/officeart/2005/8/layout/matrix3"/>
    <dgm:cxn modelId="{2BF073CF-3D83-4326-8BA2-810ACEBD8A70}" type="presParOf" srcId="{9F63A70E-71AD-4F6E-9983-A0C8522BC410}" destId="{2E5224CE-8065-42D4-854F-F725F913174D}" srcOrd="2" destOrd="0" presId="urn:microsoft.com/office/officeart/2005/8/layout/matrix3"/>
    <dgm:cxn modelId="{1B15A104-0C9D-4E92-8EFF-D197A91B8A29}" type="presParOf" srcId="{9F63A70E-71AD-4F6E-9983-A0C8522BC410}" destId="{9F55CB6A-B6EA-4E52-9C87-AEAEFA14A341}" srcOrd="3" destOrd="0" presId="urn:microsoft.com/office/officeart/2005/8/layout/matrix3"/>
    <dgm:cxn modelId="{A7EFC8E6-7AE2-4C5E-B8AE-75CE6BBB53C9}" type="presParOf" srcId="{9F63A70E-71AD-4F6E-9983-A0C8522BC410}" destId="{70FF3820-2A42-4DE3-91E0-37C4099A52E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C03214-3A6C-4BB6-8142-1285F7AAC74C}" type="doc">
      <dgm:prSet loTypeId="urn:microsoft.com/office/officeart/2008/layout/LinedList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1CF17AEE-508E-4B49-AA0F-A5F0BEE7CE0C}">
      <dgm:prSet/>
      <dgm:spPr/>
      <dgm:t>
        <a:bodyPr/>
        <a:lstStyle/>
        <a:p>
          <a:r>
            <a:rPr lang="en-US"/>
            <a:t>• Disciplina para investigar incidentes informáticos mediante la obtención, preservación y análisis de evidencias.</a:t>
          </a:r>
        </a:p>
      </dgm:t>
    </dgm:pt>
    <dgm:pt modelId="{7B5E8276-8DA0-4D4D-A7C6-9B5D12597535}" type="parTrans" cxnId="{59787B44-CD6C-4C47-ABBB-55A0A0CCB50A}">
      <dgm:prSet/>
      <dgm:spPr/>
      <dgm:t>
        <a:bodyPr/>
        <a:lstStyle/>
        <a:p>
          <a:endParaRPr lang="en-US"/>
        </a:p>
      </dgm:t>
    </dgm:pt>
    <dgm:pt modelId="{6F2AAF5B-D956-4BC9-9E6C-1CDDDDE79373}" type="sibTrans" cxnId="{59787B44-CD6C-4C47-ABBB-55A0A0CCB50A}">
      <dgm:prSet/>
      <dgm:spPr/>
      <dgm:t>
        <a:bodyPr/>
        <a:lstStyle/>
        <a:p>
          <a:endParaRPr lang="en-US"/>
        </a:p>
      </dgm:t>
    </dgm:pt>
    <dgm:pt modelId="{1F1CE0D6-59C0-4EEE-BA21-8AA842ACBCE9}">
      <dgm:prSet/>
      <dgm:spPr/>
      <dgm:t>
        <a:bodyPr/>
        <a:lstStyle/>
        <a:p>
          <a:r>
            <a:rPr lang="en-US"/>
            <a:t>• Objetivo: reconstruir lo sucedido, determinar cómo, cuándo y quién intervino.</a:t>
          </a:r>
        </a:p>
      </dgm:t>
    </dgm:pt>
    <dgm:pt modelId="{0F58B476-B333-4293-B7BB-FA6434287EC3}" type="parTrans" cxnId="{2BF0AD30-D3AE-45E9-8278-E6ACFCA8BDF5}">
      <dgm:prSet/>
      <dgm:spPr/>
      <dgm:t>
        <a:bodyPr/>
        <a:lstStyle/>
        <a:p>
          <a:endParaRPr lang="en-US"/>
        </a:p>
      </dgm:t>
    </dgm:pt>
    <dgm:pt modelId="{2757CAFF-BB3A-4696-A380-D83E337B1FBA}" type="sibTrans" cxnId="{2BF0AD30-D3AE-45E9-8278-E6ACFCA8BDF5}">
      <dgm:prSet/>
      <dgm:spPr/>
      <dgm:t>
        <a:bodyPr/>
        <a:lstStyle/>
        <a:p>
          <a:endParaRPr lang="en-US"/>
        </a:p>
      </dgm:t>
    </dgm:pt>
    <dgm:pt modelId="{D0B94B18-023E-4EBF-93E3-32268B4AC75C}">
      <dgm:prSet/>
      <dgm:spPr/>
      <dgm:t>
        <a:bodyPr/>
        <a:lstStyle/>
        <a:p>
          <a:r>
            <a:rPr lang="en-US"/>
            <a:t>• Aplicación: delitos, fugas de datos, fraudes, malware.</a:t>
          </a:r>
        </a:p>
      </dgm:t>
    </dgm:pt>
    <dgm:pt modelId="{2F1F381A-5DAB-4D60-979C-0F91B28B2195}" type="parTrans" cxnId="{F2640973-A27B-4AFB-B90E-03AFAC0B1A70}">
      <dgm:prSet/>
      <dgm:spPr/>
      <dgm:t>
        <a:bodyPr/>
        <a:lstStyle/>
        <a:p>
          <a:endParaRPr lang="en-US"/>
        </a:p>
      </dgm:t>
    </dgm:pt>
    <dgm:pt modelId="{7869DE0D-D7DD-4CAD-966A-52BF8431666D}" type="sibTrans" cxnId="{F2640973-A27B-4AFB-B90E-03AFAC0B1A70}">
      <dgm:prSet/>
      <dgm:spPr/>
      <dgm:t>
        <a:bodyPr/>
        <a:lstStyle/>
        <a:p>
          <a:endParaRPr lang="en-US"/>
        </a:p>
      </dgm:t>
    </dgm:pt>
    <dgm:pt modelId="{F2982735-3703-4EFE-9BE8-1CE4071452C7}" type="pres">
      <dgm:prSet presAssocID="{F6C03214-3A6C-4BB6-8142-1285F7AAC74C}" presName="vert0" presStyleCnt="0">
        <dgm:presLayoutVars>
          <dgm:dir/>
          <dgm:animOne val="branch"/>
          <dgm:animLvl val="lvl"/>
        </dgm:presLayoutVars>
      </dgm:prSet>
      <dgm:spPr/>
    </dgm:pt>
    <dgm:pt modelId="{1FD73561-73C8-42F3-BFF3-818AC4AD930F}" type="pres">
      <dgm:prSet presAssocID="{1CF17AEE-508E-4B49-AA0F-A5F0BEE7CE0C}" presName="thickLine" presStyleLbl="alignNode1" presStyleIdx="0" presStyleCnt="3"/>
      <dgm:spPr/>
    </dgm:pt>
    <dgm:pt modelId="{68F9ED86-D43E-4FAC-A926-7F7334A88D80}" type="pres">
      <dgm:prSet presAssocID="{1CF17AEE-508E-4B49-AA0F-A5F0BEE7CE0C}" presName="horz1" presStyleCnt="0"/>
      <dgm:spPr/>
    </dgm:pt>
    <dgm:pt modelId="{F4AD2791-17DC-4370-A82E-57DEDCFAD959}" type="pres">
      <dgm:prSet presAssocID="{1CF17AEE-508E-4B49-AA0F-A5F0BEE7CE0C}" presName="tx1" presStyleLbl="revTx" presStyleIdx="0" presStyleCnt="3"/>
      <dgm:spPr/>
    </dgm:pt>
    <dgm:pt modelId="{8AE83EBC-0463-491F-A145-6A28935FD1BE}" type="pres">
      <dgm:prSet presAssocID="{1CF17AEE-508E-4B49-AA0F-A5F0BEE7CE0C}" presName="vert1" presStyleCnt="0"/>
      <dgm:spPr/>
    </dgm:pt>
    <dgm:pt modelId="{03F9CE20-2211-402C-92E1-66FED8DA0122}" type="pres">
      <dgm:prSet presAssocID="{1F1CE0D6-59C0-4EEE-BA21-8AA842ACBCE9}" presName="thickLine" presStyleLbl="alignNode1" presStyleIdx="1" presStyleCnt="3"/>
      <dgm:spPr/>
    </dgm:pt>
    <dgm:pt modelId="{AA12C93B-132B-4D57-83C0-94F9702A1F18}" type="pres">
      <dgm:prSet presAssocID="{1F1CE0D6-59C0-4EEE-BA21-8AA842ACBCE9}" presName="horz1" presStyleCnt="0"/>
      <dgm:spPr/>
    </dgm:pt>
    <dgm:pt modelId="{E5726263-2BAC-4BD3-B811-9C90D58AACE8}" type="pres">
      <dgm:prSet presAssocID="{1F1CE0D6-59C0-4EEE-BA21-8AA842ACBCE9}" presName="tx1" presStyleLbl="revTx" presStyleIdx="1" presStyleCnt="3"/>
      <dgm:spPr/>
    </dgm:pt>
    <dgm:pt modelId="{13EA0C70-84A6-4674-AE21-8322CEA736A8}" type="pres">
      <dgm:prSet presAssocID="{1F1CE0D6-59C0-4EEE-BA21-8AA842ACBCE9}" presName="vert1" presStyleCnt="0"/>
      <dgm:spPr/>
    </dgm:pt>
    <dgm:pt modelId="{691220AB-5EF8-4351-A867-B8E872423212}" type="pres">
      <dgm:prSet presAssocID="{D0B94B18-023E-4EBF-93E3-32268B4AC75C}" presName="thickLine" presStyleLbl="alignNode1" presStyleIdx="2" presStyleCnt="3"/>
      <dgm:spPr/>
    </dgm:pt>
    <dgm:pt modelId="{02096932-F28B-4AF8-B62A-DFA8F194F7CD}" type="pres">
      <dgm:prSet presAssocID="{D0B94B18-023E-4EBF-93E3-32268B4AC75C}" presName="horz1" presStyleCnt="0"/>
      <dgm:spPr/>
    </dgm:pt>
    <dgm:pt modelId="{1EA75753-DC84-49FE-A0F1-353038617EC0}" type="pres">
      <dgm:prSet presAssocID="{D0B94B18-023E-4EBF-93E3-32268B4AC75C}" presName="tx1" presStyleLbl="revTx" presStyleIdx="2" presStyleCnt="3"/>
      <dgm:spPr/>
    </dgm:pt>
    <dgm:pt modelId="{9C0A3A91-3DE9-4B2D-9FEA-41C6AC1C715F}" type="pres">
      <dgm:prSet presAssocID="{D0B94B18-023E-4EBF-93E3-32268B4AC75C}" presName="vert1" presStyleCnt="0"/>
      <dgm:spPr/>
    </dgm:pt>
  </dgm:ptLst>
  <dgm:cxnLst>
    <dgm:cxn modelId="{B0043C30-9FCF-4435-BA69-3614AB2E64AC}" type="presOf" srcId="{1CF17AEE-508E-4B49-AA0F-A5F0BEE7CE0C}" destId="{F4AD2791-17DC-4370-A82E-57DEDCFAD959}" srcOrd="0" destOrd="0" presId="urn:microsoft.com/office/officeart/2008/layout/LinedList"/>
    <dgm:cxn modelId="{2BF0AD30-D3AE-45E9-8278-E6ACFCA8BDF5}" srcId="{F6C03214-3A6C-4BB6-8142-1285F7AAC74C}" destId="{1F1CE0D6-59C0-4EEE-BA21-8AA842ACBCE9}" srcOrd="1" destOrd="0" parTransId="{0F58B476-B333-4293-B7BB-FA6434287EC3}" sibTransId="{2757CAFF-BB3A-4696-A380-D83E337B1FBA}"/>
    <dgm:cxn modelId="{59787B44-CD6C-4C47-ABBB-55A0A0CCB50A}" srcId="{F6C03214-3A6C-4BB6-8142-1285F7AAC74C}" destId="{1CF17AEE-508E-4B49-AA0F-A5F0BEE7CE0C}" srcOrd="0" destOrd="0" parTransId="{7B5E8276-8DA0-4D4D-A7C6-9B5D12597535}" sibTransId="{6F2AAF5B-D956-4BC9-9E6C-1CDDDDE79373}"/>
    <dgm:cxn modelId="{F2640973-A27B-4AFB-B90E-03AFAC0B1A70}" srcId="{F6C03214-3A6C-4BB6-8142-1285F7AAC74C}" destId="{D0B94B18-023E-4EBF-93E3-32268B4AC75C}" srcOrd="2" destOrd="0" parTransId="{2F1F381A-5DAB-4D60-979C-0F91B28B2195}" sibTransId="{7869DE0D-D7DD-4CAD-966A-52BF8431666D}"/>
    <dgm:cxn modelId="{72B31B7F-224B-4EC8-85B8-3EDCA9981CCD}" type="presOf" srcId="{1F1CE0D6-59C0-4EEE-BA21-8AA842ACBCE9}" destId="{E5726263-2BAC-4BD3-B811-9C90D58AACE8}" srcOrd="0" destOrd="0" presId="urn:microsoft.com/office/officeart/2008/layout/LinedList"/>
    <dgm:cxn modelId="{008E58A5-CD35-4736-89B0-FE638596A1DA}" type="presOf" srcId="{F6C03214-3A6C-4BB6-8142-1285F7AAC74C}" destId="{F2982735-3703-4EFE-9BE8-1CE4071452C7}" srcOrd="0" destOrd="0" presId="urn:microsoft.com/office/officeart/2008/layout/LinedList"/>
    <dgm:cxn modelId="{701DB9CE-79F6-4A71-BF43-5D63F6BA8222}" type="presOf" srcId="{D0B94B18-023E-4EBF-93E3-32268B4AC75C}" destId="{1EA75753-DC84-49FE-A0F1-353038617EC0}" srcOrd="0" destOrd="0" presId="urn:microsoft.com/office/officeart/2008/layout/LinedList"/>
    <dgm:cxn modelId="{92415BFC-266F-495F-BB63-16B012EBD820}" type="presParOf" srcId="{F2982735-3703-4EFE-9BE8-1CE4071452C7}" destId="{1FD73561-73C8-42F3-BFF3-818AC4AD930F}" srcOrd="0" destOrd="0" presId="urn:microsoft.com/office/officeart/2008/layout/LinedList"/>
    <dgm:cxn modelId="{F7C40463-BE53-4A8D-A634-D0BF31CB84AB}" type="presParOf" srcId="{F2982735-3703-4EFE-9BE8-1CE4071452C7}" destId="{68F9ED86-D43E-4FAC-A926-7F7334A88D80}" srcOrd="1" destOrd="0" presId="urn:microsoft.com/office/officeart/2008/layout/LinedList"/>
    <dgm:cxn modelId="{811FAB2E-1734-4ADB-983C-EC2354BEBCB5}" type="presParOf" srcId="{68F9ED86-D43E-4FAC-A926-7F7334A88D80}" destId="{F4AD2791-17DC-4370-A82E-57DEDCFAD959}" srcOrd="0" destOrd="0" presId="urn:microsoft.com/office/officeart/2008/layout/LinedList"/>
    <dgm:cxn modelId="{22BA403B-4CF0-4CE9-B6B0-A8ABD6F16510}" type="presParOf" srcId="{68F9ED86-D43E-4FAC-A926-7F7334A88D80}" destId="{8AE83EBC-0463-491F-A145-6A28935FD1BE}" srcOrd="1" destOrd="0" presId="urn:microsoft.com/office/officeart/2008/layout/LinedList"/>
    <dgm:cxn modelId="{F7B38F9F-D0B2-49A1-B1B7-B182CAE6EB8C}" type="presParOf" srcId="{F2982735-3703-4EFE-9BE8-1CE4071452C7}" destId="{03F9CE20-2211-402C-92E1-66FED8DA0122}" srcOrd="2" destOrd="0" presId="urn:microsoft.com/office/officeart/2008/layout/LinedList"/>
    <dgm:cxn modelId="{9810427E-5B68-415D-8DC5-58E8BA8EE3D8}" type="presParOf" srcId="{F2982735-3703-4EFE-9BE8-1CE4071452C7}" destId="{AA12C93B-132B-4D57-83C0-94F9702A1F18}" srcOrd="3" destOrd="0" presId="urn:microsoft.com/office/officeart/2008/layout/LinedList"/>
    <dgm:cxn modelId="{47470321-22F2-4765-811D-2970B2028635}" type="presParOf" srcId="{AA12C93B-132B-4D57-83C0-94F9702A1F18}" destId="{E5726263-2BAC-4BD3-B811-9C90D58AACE8}" srcOrd="0" destOrd="0" presId="urn:microsoft.com/office/officeart/2008/layout/LinedList"/>
    <dgm:cxn modelId="{F2D14F75-3731-4B8D-BEF3-933FFBA94C54}" type="presParOf" srcId="{AA12C93B-132B-4D57-83C0-94F9702A1F18}" destId="{13EA0C70-84A6-4674-AE21-8322CEA736A8}" srcOrd="1" destOrd="0" presId="urn:microsoft.com/office/officeart/2008/layout/LinedList"/>
    <dgm:cxn modelId="{CD23EA00-D71D-459D-9DE8-EEAC4ED4DBB6}" type="presParOf" srcId="{F2982735-3703-4EFE-9BE8-1CE4071452C7}" destId="{691220AB-5EF8-4351-A867-B8E872423212}" srcOrd="4" destOrd="0" presId="urn:microsoft.com/office/officeart/2008/layout/LinedList"/>
    <dgm:cxn modelId="{F27C4CA9-1148-4C6F-B93F-D926D74AB370}" type="presParOf" srcId="{F2982735-3703-4EFE-9BE8-1CE4071452C7}" destId="{02096932-F28B-4AF8-B62A-DFA8F194F7CD}" srcOrd="5" destOrd="0" presId="urn:microsoft.com/office/officeart/2008/layout/LinedList"/>
    <dgm:cxn modelId="{BE8D2458-BF58-42C1-85AD-A8E88AD78F32}" type="presParOf" srcId="{02096932-F28B-4AF8-B62A-DFA8F194F7CD}" destId="{1EA75753-DC84-49FE-A0F1-353038617EC0}" srcOrd="0" destOrd="0" presId="urn:microsoft.com/office/officeart/2008/layout/LinedList"/>
    <dgm:cxn modelId="{6F6F7DD7-B028-4418-AF9E-057F409B82A6}" type="presParOf" srcId="{02096932-F28B-4AF8-B62A-DFA8F194F7CD}" destId="{9C0A3A91-3DE9-4B2D-9FEA-41C6AC1C71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9D31A0-025F-4DEB-ABC0-0F4C9A8F30A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C4ECD32-F26B-4270-83B7-F85AEF096138}">
      <dgm:prSet/>
      <dgm:spPr/>
      <dgm:t>
        <a:bodyPr/>
        <a:lstStyle/>
        <a:p>
          <a:r>
            <a:rPr lang="en-US"/>
            <a:t>1. Integridad: la evidencia no debe alterarse.</a:t>
          </a:r>
        </a:p>
      </dgm:t>
    </dgm:pt>
    <dgm:pt modelId="{693DC555-A8E5-4524-B852-461791A65B7B}" type="parTrans" cxnId="{FBE210F1-6876-43CA-B0DC-1EC43A3D8FA9}">
      <dgm:prSet/>
      <dgm:spPr/>
      <dgm:t>
        <a:bodyPr/>
        <a:lstStyle/>
        <a:p>
          <a:endParaRPr lang="en-US"/>
        </a:p>
      </dgm:t>
    </dgm:pt>
    <dgm:pt modelId="{60C7628E-3E6C-4407-863B-1656DA990504}" type="sibTrans" cxnId="{FBE210F1-6876-43CA-B0DC-1EC43A3D8FA9}">
      <dgm:prSet/>
      <dgm:spPr/>
      <dgm:t>
        <a:bodyPr/>
        <a:lstStyle/>
        <a:p>
          <a:endParaRPr lang="en-US"/>
        </a:p>
      </dgm:t>
    </dgm:pt>
    <dgm:pt modelId="{BD89A740-6430-4770-A89B-AF3E0AB0B3C7}">
      <dgm:prSet/>
      <dgm:spPr/>
      <dgm:t>
        <a:bodyPr/>
        <a:lstStyle/>
        <a:p>
          <a:r>
            <a:rPr lang="en-US"/>
            <a:t>2. Cadena de custodia: toda manipulación debe registrarse.</a:t>
          </a:r>
        </a:p>
      </dgm:t>
    </dgm:pt>
    <dgm:pt modelId="{995788A4-2318-47AA-BD96-C6E73C8381F4}" type="parTrans" cxnId="{F7228A99-800A-422B-BB8C-2021CA650842}">
      <dgm:prSet/>
      <dgm:spPr/>
      <dgm:t>
        <a:bodyPr/>
        <a:lstStyle/>
        <a:p>
          <a:endParaRPr lang="en-US"/>
        </a:p>
      </dgm:t>
    </dgm:pt>
    <dgm:pt modelId="{75665FFA-2EE7-4BCE-94CB-92EC87DC03FC}" type="sibTrans" cxnId="{F7228A99-800A-422B-BB8C-2021CA650842}">
      <dgm:prSet/>
      <dgm:spPr/>
      <dgm:t>
        <a:bodyPr/>
        <a:lstStyle/>
        <a:p>
          <a:endParaRPr lang="en-US"/>
        </a:p>
      </dgm:t>
    </dgm:pt>
    <dgm:pt modelId="{6CD89FE2-B507-4278-98F9-70CD0BF382E7}">
      <dgm:prSet/>
      <dgm:spPr/>
      <dgm:t>
        <a:bodyPr/>
        <a:lstStyle/>
        <a:p>
          <a:r>
            <a:rPr lang="en-US"/>
            <a:t>3. Repetibilidad: el análisis debe poder reproducirse.</a:t>
          </a:r>
        </a:p>
      </dgm:t>
    </dgm:pt>
    <dgm:pt modelId="{FFF40EAB-4F94-44B9-988B-D15FA3F27551}" type="parTrans" cxnId="{1FCF9DDF-9E3B-45FE-AA94-B915F8B82223}">
      <dgm:prSet/>
      <dgm:spPr/>
      <dgm:t>
        <a:bodyPr/>
        <a:lstStyle/>
        <a:p>
          <a:endParaRPr lang="en-US"/>
        </a:p>
      </dgm:t>
    </dgm:pt>
    <dgm:pt modelId="{A01ACCDE-365F-4129-897C-8865D82F8881}" type="sibTrans" cxnId="{1FCF9DDF-9E3B-45FE-AA94-B915F8B82223}">
      <dgm:prSet/>
      <dgm:spPr/>
      <dgm:t>
        <a:bodyPr/>
        <a:lstStyle/>
        <a:p>
          <a:endParaRPr lang="en-US"/>
        </a:p>
      </dgm:t>
    </dgm:pt>
    <dgm:pt modelId="{4F425794-E1E4-4031-A1E2-B04DDA8BA579}">
      <dgm:prSet/>
      <dgm:spPr/>
      <dgm:t>
        <a:bodyPr/>
        <a:lstStyle/>
        <a:p>
          <a:r>
            <a:rPr lang="en-US"/>
            <a:t>4. Legalidad: respetar normativa vigente (LOPD, RGPD, CP).</a:t>
          </a:r>
        </a:p>
      </dgm:t>
    </dgm:pt>
    <dgm:pt modelId="{7710D453-D308-40AB-ACEF-E35EA275F683}" type="parTrans" cxnId="{FEBE7EF2-8ED7-4474-9650-62519B52BDC6}">
      <dgm:prSet/>
      <dgm:spPr/>
      <dgm:t>
        <a:bodyPr/>
        <a:lstStyle/>
        <a:p>
          <a:endParaRPr lang="en-US"/>
        </a:p>
      </dgm:t>
    </dgm:pt>
    <dgm:pt modelId="{36F3367D-6731-4049-83A7-F0D303DC426F}" type="sibTrans" cxnId="{FEBE7EF2-8ED7-4474-9650-62519B52BDC6}">
      <dgm:prSet/>
      <dgm:spPr/>
      <dgm:t>
        <a:bodyPr/>
        <a:lstStyle/>
        <a:p>
          <a:endParaRPr lang="en-US"/>
        </a:p>
      </dgm:t>
    </dgm:pt>
    <dgm:pt modelId="{98DD97DB-8097-49A1-81B1-71DD71E08FE5}" type="pres">
      <dgm:prSet presAssocID="{879D31A0-025F-4DEB-ABC0-0F4C9A8F30AB}" presName="root" presStyleCnt="0">
        <dgm:presLayoutVars>
          <dgm:dir/>
          <dgm:resizeHandles val="exact"/>
        </dgm:presLayoutVars>
      </dgm:prSet>
      <dgm:spPr/>
    </dgm:pt>
    <dgm:pt modelId="{D18AEE4A-3E4B-49DD-867C-02D19D228B11}" type="pres">
      <dgm:prSet presAssocID="{3C4ECD32-F26B-4270-83B7-F85AEF096138}" presName="compNode" presStyleCnt="0"/>
      <dgm:spPr/>
    </dgm:pt>
    <dgm:pt modelId="{78252261-0436-42FA-A595-275F5570AF5E}" type="pres">
      <dgm:prSet presAssocID="{3C4ECD32-F26B-4270-83B7-F85AEF096138}" presName="bgRect" presStyleLbl="bgShp" presStyleIdx="0" presStyleCnt="4"/>
      <dgm:spPr/>
    </dgm:pt>
    <dgm:pt modelId="{5012D791-742C-4D91-B039-B6C7F000E5CF}" type="pres">
      <dgm:prSet presAssocID="{3C4ECD32-F26B-4270-83B7-F85AEF0961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F7092C5A-44D4-446C-BD90-9FCDA249BE7A}" type="pres">
      <dgm:prSet presAssocID="{3C4ECD32-F26B-4270-83B7-F85AEF096138}" presName="spaceRect" presStyleCnt="0"/>
      <dgm:spPr/>
    </dgm:pt>
    <dgm:pt modelId="{8E1F0DBE-79A7-4177-AA95-97189F295168}" type="pres">
      <dgm:prSet presAssocID="{3C4ECD32-F26B-4270-83B7-F85AEF096138}" presName="parTx" presStyleLbl="revTx" presStyleIdx="0" presStyleCnt="4">
        <dgm:presLayoutVars>
          <dgm:chMax val="0"/>
          <dgm:chPref val="0"/>
        </dgm:presLayoutVars>
      </dgm:prSet>
      <dgm:spPr/>
    </dgm:pt>
    <dgm:pt modelId="{ED8813DF-4A25-4278-807D-A18A84859462}" type="pres">
      <dgm:prSet presAssocID="{60C7628E-3E6C-4407-863B-1656DA990504}" presName="sibTrans" presStyleCnt="0"/>
      <dgm:spPr/>
    </dgm:pt>
    <dgm:pt modelId="{4047718D-6093-42BF-9369-2148FC3445E8}" type="pres">
      <dgm:prSet presAssocID="{BD89A740-6430-4770-A89B-AF3E0AB0B3C7}" presName="compNode" presStyleCnt="0"/>
      <dgm:spPr/>
    </dgm:pt>
    <dgm:pt modelId="{62568D6E-6558-46A0-B964-F606DD269422}" type="pres">
      <dgm:prSet presAssocID="{BD89A740-6430-4770-A89B-AF3E0AB0B3C7}" presName="bgRect" presStyleLbl="bgShp" presStyleIdx="1" presStyleCnt="4"/>
      <dgm:spPr/>
    </dgm:pt>
    <dgm:pt modelId="{110FB9B5-A851-462F-A2D5-3F9250B73247}" type="pres">
      <dgm:prSet presAssocID="{BD89A740-6430-4770-A89B-AF3E0AB0B3C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0539E82A-5A49-4DCC-B46B-764A2E88A63F}" type="pres">
      <dgm:prSet presAssocID="{BD89A740-6430-4770-A89B-AF3E0AB0B3C7}" presName="spaceRect" presStyleCnt="0"/>
      <dgm:spPr/>
    </dgm:pt>
    <dgm:pt modelId="{747D6FA1-E14C-4384-846D-1C414A6AEB00}" type="pres">
      <dgm:prSet presAssocID="{BD89A740-6430-4770-A89B-AF3E0AB0B3C7}" presName="parTx" presStyleLbl="revTx" presStyleIdx="1" presStyleCnt="4">
        <dgm:presLayoutVars>
          <dgm:chMax val="0"/>
          <dgm:chPref val="0"/>
        </dgm:presLayoutVars>
      </dgm:prSet>
      <dgm:spPr/>
    </dgm:pt>
    <dgm:pt modelId="{8B7F18A7-9506-4B40-8807-5D4232E3BB24}" type="pres">
      <dgm:prSet presAssocID="{75665FFA-2EE7-4BCE-94CB-92EC87DC03FC}" presName="sibTrans" presStyleCnt="0"/>
      <dgm:spPr/>
    </dgm:pt>
    <dgm:pt modelId="{6455D309-BA1F-4DD3-8E62-FCCED59E3C67}" type="pres">
      <dgm:prSet presAssocID="{6CD89FE2-B507-4278-98F9-70CD0BF382E7}" presName="compNode" presStyleCnt="0"/>
      <dgm:spPr/>
    </dgm:pt>
    <dgm:pt modelId="{72E21893-024D-4C73-BBFC-01C42AAB320F}" type="pres">
      <dgm:prSet presAssocID="{6CD89FE2-B507-4278-98F9-70CD0BF382E7}" presName="bgRect" presStyleLbl="bgShp" presStyleIdx="2" presStyleCnt="4"/>
      <dgm:spPr/>
    </dgm:pt>
    <dgm:pt modelId="{ACBB3B0F-77B0-40BA-8102-3A361E753D0B}" type="pres">
      <dgm:prSet presAssocID="{6CD89FE2-B507-4278-98F9-70CD0BF382E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B14E6BFF-8FA0-4D5E-A554-64C1F7E3C034}" type="pres">
      <dgm:prSet presAssocID="{6CD89FE2-B507-4278-98F9-70CD0BF382E7}" presName="spaceRect" presStyleCnt="0"/>
      <dgm:spPr/>
    </dgm:pt>
    <dgm:pt modelId="{36F5E5DB-60C2-4AB4-B88B-C89E833359A9}" type="pres">
      <dgm:prSet presAssocID="{6CD89FE2-B507-4278-98F9-70CD0BF382E7}" presName="parTx" presStyleLbl="revTx" presStyleIdx="2" presStyleCnt="4">
        <dgm:presLayoutVars>
          <dgm:chMax val="0"/>
          <dgm:chPref val="0"/>
        </dgm:presLayoutVars>
      </dgm:prSet>
      <dgm:spPr/>
    </dgm:pt>
    <dgm:pt modelId="{085AC355-C1ED-48C7-BCD4-FD5171FB177B}" type="pres">
      <dgm:prSet presAssocID="{A01ACCDE-365F-4129-897C-8865D82F8881}" presName="sibTrans" presStyleCnt="0"/>
      <dgm:spPr/>
    </dgm:pt>
    <dgm:pt modelId="{E6C2525C-227F-4A84-9766-33CDE290090D}" type="pres">
      <dgm:prSet presAssocID="{4F425794-E1E4-4031-A1E2-B04DDA8BA579}" presName="compNode" presStyleCnt="0"/>
      <dgm:spPr/>
    </dgm:pt>
    <dgm:pt modelId="{22FD23F6-06C8-4516-A6CC-0E285D237A34}" type="pres">
      <dgm:prSet presAssocID="{4F425794-E1E4-4031-A1E2-B04DDA8BA579}" presName="bgRect" presStyleLbl="bgShp" presStyleIdx="3" presStyleCnt="4"/>
      <dgm:spPr/>
    </dgm:pt>
    <dgm:pt modelId="{79C6679D-B73E-42D2-BF06-A8287D5936B8}" type="pres">
      <dgm:prSet presAssocID="{4F425794-E1E4-4031-A1E2-B04DDA8BA5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ez"/>
        </a:ext>
      </dgm:extLst>
    </dgm:pt>
    <dgm:pt modelId="{D02B89E3-B70D-48FB-8778-551E2635B988}" type="pres">
      <dgm:prSet presAssocID="{4F425794-E1E4-4031-A1E2-B04DDA8BA579}" presName="spaceRect" presStyleCnt="0"/>
      <dgm:spPr/>
    </dgm:pt>
    <dgm:pt modelId="{DB68778C-67E8-44BE-B671-BFC97AD03397}" type="pres">
      <dgm:prSet presAssocID="{4F425794-E1E4-4031-A1E2-B04DDA8BA57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7FA3231-F067-441B-A941-A8BD8CA25371}" type="presOf" srcId="{4F425794-E1E4-4031-A1E2-B04DDA8BA579}" destId="{DB68778C-67E8-44BE-B671-BFC97AD03397}" srcOrd="0" destOrd="0" presId="urn:microsoft.com/office/officeart/2018/2/layout/IconVerticalSolidList"/>
    <dgm:cxn modelId="{7D75EE56-5B48-40CA-86AE-FB81C8491CF1}" type="presOf" srcId="{3C4ECD32-F26B-4270-83B7-F85AEF096138}" destId="{8E1F0DBE-79A7-4177-AA95-97189F295168}" srcOrd="0" destOrd="0" presId="urn:microsoft.com/office/officeart/2018/2/layout/IconVerticalSolidList"/>
    <dgm:cxn modelId="{8B22938B-0039-4029-8A1F-DD27DE698DB2}" type="presOf" srcId="{6CD89FE2-B507-4278-98F9-70CD0BF382E7}" destId="{36F5E5DB-60C2-4AB4-B88B-C89E833359A9}" srcOrd="0" destOrd="0" presId="urn:microsoft.com/office/officeart/2018/2/layout/IconVerticalSolidList"/>
    <dgm:cxn modelId="{BA881E8E-DB4A-4FDC-A3C5-56316351EF6B}" type="presOf" srcId="{879D31A0-025F-4DEB-ABC0-0F4C9A8F30AB}" destId="{98DD97DB-8097-49A1-81B1-71DD71E08FE5}" srcOrd="0" destOrd="0" presId="urn:microsoft.com/office/officeart/2018/2/layout/IconVerticalSolidList"/>
    <dgm:cxn modelId="{F7228A99-800A-422B-BB8C-2021CA650842}" srcId="{879D31A0-025F-4DEB-ABC0-0F4C9A8F30AB}" destId="{BD89A740-6430-4770-A89B-AF3E0AB0B3C7}" srcOrd="1" destOrd="0" parTransId="{995788A4-2318-47AA-BD96-C6E73C8381F4}" sibTransId="{75665FFA-2EE7-4BCE-94CB-92EC87DC03FC}"/>
    <dgm:cxn modelId="{1FCF9DDF-9E3B-45FE-AA94-B915F8B82223}" srcId="{879D31A0-025F-4DEB-ABC0-0F4C9A8F30AB}" destId="{6CD89FE2-B507-4278-98F9-70CD0BF382E7}" srcOrd="2" destOrd="0" parTransId="{FFF40EAB-4F94-44B9-988B-D15FA3F27551}" sibTransId="{A01ACCDE-365F-4129-897C-8865D82F8881}"/>
    <dgm:cxn modelId="{FBE210F1-6876-43CA-B0DC-1EC43A3D8FA9}" srcId="{879D31A0-025F-4DEB-ABC0-0F4C9A8F30AB}" destId="{3C4ECD32-F26B-4270-83B7-F85AEF096138}" srcOrd="0" destOrd="0" parTransId="{693DC555-A8E5-4524-B852-461791A65B7B}" sibTransId="{60C7628E-3E6C-4407-863B-1656DA990504}"/>
    <dgm:cxn modelId="{FEBE7EF2-8ED7-4474-9650-62519B52BDC6}" srcId="{879D31A0-025F-4DEB-ABC0-0F4C9A8F30AB}" destId="{4F425794-E1E4-4031-A1E2-B04DDA8BA579}" srcOrd="3" destOrd="0" parTransId="{7710D453-D308-40AB-ACEF-E35EA275F683}" sibTransId="{36F3367D-6731-4049-83A7-F0D303DC426F}"/>
    <dgm:cxn modelId="{66B6E4F6-21F8-4859-9C4D-73D52092992E}" type="presOf" srcId="{BD89A740-6430-4770-A89B-AF3E0AB0B3C7}" destId="{747D6FA1-E14C-4384-846D-1C414A6AEB00}" srcOrd="0" destOrd="0" presId="urn:microsoft.com/office/officeart/2018/2/layout/IconVerticalSolidList"/>
    <dgm:cxn modelId="{D10EF22E-1B6B-403A-98A4-EC0EC3F311C7}" type="presParOf" srcId="{98DD97DB-8097-49A1-81B1-71DD71E08FE5}" destId="{D18AEE4A-3E4B-49DD-867C-02D19D228B11}" srcOrd="0" destOrd="0" presId="urn:microsoft.com/office/officeart/2018/2/layout/IconVerticalSolidList"/>
    <dgm:cxn modelId="{A091DD8F-1EDE-4487-8880-04F89A5D360A}" type="presParOf" srcId="{D18AEE4A-3E4B-49DD-867C-02D19D228B11}" destId="{78252261-0436-42FA-A595-275F5570AF5E}" srcOrd="0" destOrd="0" presId="urn:microsoft.com/office/officeart/2018/2/layout/IconVerticalSolidList"/>
    <dgm:cxn modelId="{7161B206-DDCF-44B2-978D-AB9FAD8E5B5F}" type="presParOf" srcId="{D18AEE4A-3E4B-49DD-867C-02D19D228B11}" destId="{5012D791-742C-4D91-B039-B6C7F000E5CF}" srcOrd="1" destOrd="0" presId="urn:microsoft.com/office/officeart/2018/2/layout/IconVerticalSolidList"/>
    <dgm:cxn modelId="{188D8421-6F74-4982-8026-536F451F4EF6}" type="presParOf" srcId="{D18AEE4A-3E4B-49DD-867C-02D19D228B11}" destId="{F7092C5A-44D4-446C-BD90-9FCDA249BE7A}" srcOrd="2" destOrd="0" presId="urn:microsoft.com/office/officeart/2018/2/layout/IconVerticalSolidList"/>
    <dgm:cxn modelId="{1EB9A38B-2EB0-4A9B-8C90-48CF1DE7B682}" type="presParOf" srcId="{D18AEE4A-3E4B-49DD-867C-02D19D228B11}" destId="{8E1F0DBE-79A7-4177-AA95-97189F295168}" srcOrd="3" destOrd="0" presId="urn:microsoft.com/office/officeart/2018/2/layout/IconVerticalSolidList"/>
    <dgm:cxn modelId="{5AF34D72-D0F7-496E-86E4-F1BF00E9FA0F}" type="presParOf" srcId="{98DD97DB-8097-49A1-81B1-71DD71E08FE5}" destId="{ED8813DF-4A25-4278-807D-A18A84859462}" srcOrd="1" destOrd="0" presId="urn:microsoft.com/office/officeart/2018/2/layout/IconVerticalSolidList"/>
    <dgm:cxn modelId="{C85374FD-25BC-4E3C-809A-F87BB5289C9C}" type="presParOf" srcId="{98DD97DB-8097-49A1-81B1-71DD71E08FE5}" destId="{4047718D-6093-42BF-9369-2148FC3445E8}" srcOrd="2" destOrd="0" presId="urn:microsoft.com/office/officeart/2018/2/layout/IconVerticalSolidList"/>
    <dgm:cxn modelId="{2829B85B-0AB1-4491-8E5A-9557AB56878A}" type="presParOf" srcId="{4047718D-6093-42BF-9369-2148FC3445E8}" destId="{62568D6E-6558-46A0-B964-F606DD269422}" srcOrd="0" destOrd="0" presId="urn:microsoft.com/office/officeart/2018/2/layout/IconVerticalSolidList"/>
    <dgm:cxn modelId="{35EF2778-9DA0-4368-8AF4-D999B8350175}" type="presParOf" srcId="{4047718D-6093-42BF-9369-2148FC3445E8}" destId="{110FB9B5-A851-462F-A2D5-3F9250B73247}" srcOrd="1" destOrd="0" presId="urn:microsoft.com/office/officeart/2018/2/layout/IconVerticalSolidList"/>
    <dgm:cxn modelId="{29C21A92-569E-48C6-8305-75943814F9ED}" type="presParOf" srcId="{4047718D-6093-42BF-9369-2148FC3445E8}" destId="{0539E82A-5A49-4DCC-B46B-764A2E88A63F}" srcOrd="2" destOrd="0" presId="urn:microsoft.com/office/officeart/2018/2/layout/IconVerticalSolidList"/>
    <dgm:cxn modelId="{7A725671-0FB0-4E1A-9C38-014B528EE1C2}" type="presParOf" srcId="{4047718D-6093-42BF-9369-2148FC3445E8}" destId="{747D6FA1-E14C-4384-846D-1C414A6AEB00}" srcOrd="3" destOrd="0" presId="urn:microsoft.com/office/officeart/2018/2/layout/IconVerticalSolidList"/>
    <dgm:cxn modelId="{F3A3A0F9-8513-4C54-9FD0-44B6B5234028}" type="presParOf" srcId="{98DD97DB-8097-49A1-81B1-71DD71E08FE5}" destId="{8B7F18A7-9506-4B40-8807-5D4232E3BB24}" srcOrd="3" destOrd="0" presId="urn:microsoft.com/office/officeart/2018/2/layout/IconVerticalSolidList"/>
    <dgm:cxn modelId="{EFE549E3-4E35-4BD2-B480-7D4BBF235B8B}" type="presParOf" srcId="{98DD97DB-8097-49A1-81B1-71DD71E08FE5}" destId="{6455D309-BA1F-4DD3-8E62-FCCED59E3C67}" srcOrd="4" destOrd="0" presId="urn:microsoft.com/office/officeart/2018/2/layout/IconVerticalSolidList"/>
    <dgm:cxn modelId="{570BF0E3-363A-4568-9B58-F5DF9A372288}" type="presParOf" srcId="{6455D309-BA1F-4DD3-8E62-FCCED59E3C67}" destId="{72E21893-024D-4C73-BBFC-01C42AAB320F}" srcOrd="0" destOrd="0" presId="urn:microsoft.com/office/officeart/2018/2/layout/IconVerticalSolidList"/>
    <dgm:cxn modelId="{A890A368-8058-4BA7-AF8B-5F991970CA32}" type="presParOf" srcId="{6455D309-BA1F-4DD3-8E62-FCCED59E3C67}" destId="{ACBB3B0F-77B0-40BA-8102-3A361E753D0B}" srcOrd="1" destOrd="0" presId="urn:microsoft.com/office/officeart/2018/2/layout/IconVerticalSolidList"/>
    <dgm:cxn modelId="{F3CCCD0A-82EF-4EFA-AA03-E79ED11FBCB1}" type="presParOf" srcId="{6455D309-BA1F-4DD3-8E62-FCCED59E3C67}" destId="{B14E6BFF-8FA0-4D5E-A554-64C1F7E3C034}" srcOrd="2" destOrd="0" presId="urn:microsoft.com/office/officeart/2018/2/layout/IconVerticalSolidList"/>
    <dgm:cxn modelId="{17401F33-29E9-45B3-9B82-C0A8079424E7}" type="presParOf" srcId="{6455D309-BA1F-4DD3-8E62-FCCED59E3C67}" destId="{36F5E5DB-60C2-4AB4-B88B-C89E833359A9}" srcOrd="3" destOrd="0" presId="urn:microsoft.com/office/officeart/2018/2/layout/IconVerticalSolidList"/>
    <dgm:cxn modelId="{1DAAAF5F-8C60-43DB-AD62-D91765A26F63}" type="presParOf" srcId="{98DD97DB-8097-49A1-81B1-71DD71E08FE5}" destId="{085AC355-C1ED-48C7-BCD4-FD5171FB177B}" srcOrd="5" destOrd="0" presId="urn:microsoft.com/office/officeart/2018/2/layout/IconVerticalSolidList"/>
    <dgm:cxn modelId="{8291A15A-B84A-4DEB-A620-83FD247A8704}" type="presParOf" srcId="{98DD97DB-8097-49A1-81B1-71DD71E08FE5}" destId="{E6C2525C-227F-4A84-9766-33CDE290090D}" srcOrd="6" destOrd="0" presId="urn:microsoft.com/office/officeart/2018/2/layout/IconVerticalSolidList"/>
    <dgm:cxn modelId="{1F9BE3F3-6DAD-4890-B867-FE79AB444B89}" type="presParOf" srcId="{E6C2525C-227F-4A84-9766-33CDE290090D}" destId="{22FD23F6-06C8-4516-A6CC-0E285D237A34}" srcOrd="0" destOrd="0" presId="urn:microsoft.com/office/officeart/2018/2/layout/IconVerticalSolidList"/>
    <dgm:cxn modelId="{72E3EE0F-D520-4195-A93E-88D04EC74051}" type="presParOf" srcId="{E6C2525C-227F-4A84-9766-33CDE290090D}" destId="{79C6679D-B73E-42D2-BF06-A8287D5936B8}" srcOrd="1" destOrd="0" presId="urn:microsoft.com/office/officeart/2018/2/layout/IconVerticalSolidList"/>
    <dgm:cxn modelId="{68140D29-E87C-43F5-90F9-80454CB54051}" type="presParOf" srcId="{E6C2525C-227F-4A84-9766-33CDE290090D}" destId="{D02B89E3-B70D-48FB-8778-551E2635B988}" srcOrd="2" destOrd="0" presId="urn:microsoft.com/office/officeart/2018/2/layout/IconVerticalSolidList"/>
    <dgm:cxn modelId="{4B4944F0-102F-4593-8E40-272A7779E3F1}" type="presParOf" srcId="{E6C2525C-227F-4A84-9766-33CDE290090D}" destId="{DB68778C-67E8-44BE-B671-BFC97AD0339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768D5E-28C3-4E61-9202-394D4E4899E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D9635BB-8268-47FC-BE11-40D065DB622A}">
      <dgm:prSet/>
      <dgm:spPr/>
      <dgm:t>
        <a:bodyPr/>
        <a:lstStyle/>
        <a:p>
          <a:r>
            <a:rPr lang="en-US"/>
            <a:t>1. Identificación – localizar evidencias.</a:t>
          </a:r>
        </a:p>
      </dgm:t>
    </dgm:pt>
    <dgm:pt modelId="{B19EC7F5-E247-4372-9964-E99A745C768D}" type="parTrans" cxnId="{B08131BD-09FE-42FA-BBBE-9AB3AB0064AB}">
      <dgm:prSet/>
      <dgm:spPr/>
      <dgm:t>
        <a:bodyPr/>
        <a:lstStyle/>
        <a:p>
          <a:endParaRPr lang="en-US"/>
        </a:p>
      </dgm:t>
    </dgm:pt>
    <dgm:pt modelId="{A5EA9DFA-028A-4497-B21F-B47A59780EF1}" type="sibTrans" cxnId="{B08131BD-09FE-42FA-BBBE-9AB3AB0064AB}">
      <dgm:prSet/>
      <dgm:spPr/>
      <dgm:t>
        <a:bodyPr/>
        <a:lstStyle/>
        <a:p>
          <a:endParaRPr lang="en-US"/>
        </a:p>
      </dgm:t>
    </dgm:pt>
    <dgm:pt modelId="{ECA1CBA3-3E59-409E-B8FE-BD8A54CADEBA}">
      <dgm:prSet/>
      <dgm:spPr/>
      <dgm:t>
        <a:bodyPr/>
        <a:lstStyle/>
        <a:p>
          <a:r>
            <a:rPr lang="en-US"/>
            <a:t>2. Adquisición – copiar datos sin modificarlos.</a:t>
          </a:r>
        </a:p>
      </dgm:t>
    </dgm:pt>
    <dgm:pt modelId="{F896734C-BFA7-4BE7-B96A-D00B17884C34}" type="parTrans" cxnId="{29196ECA-FA36-45B3-926E-F039EE0BD2C2}">
      <dgm:prSet/>
      <dgm:spPr/>
      <dgm:t>
        <a:bodyPr/>
        <a:lstStyle/>
        <a:p>
          <a:endParaRPr lang="en-US"/>
        </a:p>
      </dgm:t>
    </dgm:pt>
    <dgm:pt modelId="{61188741-68C5-4C16-AE74-D84E3D401FBE}" type="sibTrans" cxnId="{29196ECA-FA36-45B3-926E-F039EE0BD2C2}">
      <dgm:prSet/>
      <dgm:spPr/>
      <dgm:t>
        <a:bodyPr/>
        <a:lstStyle/>
        <a:p>
          <a:endParaRPr lang="en-US"/>
        </a:p>
      </dgm:t>
    </dgm:pt>
    <dgm:pt modelId="{35C3D35A-2F63-4AE3-B796-1F640733087A}">
      <dgm:prSet/>
      <dgm:spPr/>
      <dgm:t>
        <a:bodyPr/>
        <a:lstStyle/>
        <a:p>
          <a:r>
            <a:rPr lang="en-US"/>
            <a:t>3. Preservación – asegurar la integridad.</a:t>
          </a:r>
        </a:p>
      </dgm:t>
    </dgm:pt>
    <dgm:pt modelId="{9CCF65A0-5DED-4C06-98AC-E37F560225FE}" type="parTrans" cxnId="{09A349CD-C3B3-4DD7-9265-18FF45F1E93B}">
      <dgm:prSet/>
      <dgm:spPr/>
      <dgm:t>
        <a:bodyPr/>
        <a:lstStyle/>
        <a:p>
          <a:endParaRPr lang="en-US"/>
        </a:p>
      </dgm:t>
    </dgm:pt>
    <dgm:pt modelId="{6DB030D1-F183-4204-BF9C-99ACBC249174}" type="sibTrans" cxnId="{09A349CD-C3B3-4DD7-9265-18FF45F1E93B}">
      <dgm:prSet/>
      <dgm:spPr/>
      <dgm:t>
        <a:bodyPr/>
        <a:lstStyle/>
        <a:p>
          <a:endParaRPr lang="en-US"/>
        </a:p>
      </dgm:t>
    </dgm:pt>
    <dgm:pt modelId="{905B3665-5C14-4FFD-9568-E520D1F39570}">
      <dgm:prSet/>
      <dgm:spPr/>
      <dgm:t>
        <a:bodyPr/>
        <a:lstStyle/>
        <a:p>
          <a:r>
            <a:rPr lang="en-US"/>
            <a:t>4. Análisis – examinar información relevante.</a:t>
          </a:r>
        </a:p>
      </dgm:t>
    </dgm:pt>
    <dgm:pt modelId="{EAB7EC57-55BD-4E21-8C51-A53347D36C47}" type="parTrans" cxnId="{78B32ACC-71C7-42CF-BB49-F7E4F2924754}">
      <dgm:prSet/>
      <dgm:spPr/>
      <dgm:t>
        <a:bodyPr/>
        <a:lstStyle/>
        <a:p>
          <a:endParaRPr lang="en-US"/>
        </a:p>
      </dgm:t>
    </dgm:pt>
    <dgm:pt modelId="{4BDB7B56-F010-4467-8077-6B9BB86C629D}" type="sibTrans" cxnId="{78B32ACC-71C7-42CF-BB49-F7E4F2924754}">
      <dgm:prSet/>
      <dgm:spPr/>
      <dgm:t>
        <a:bodyPr/>
        <a:lstStyle/>
        <a:p>
          <a:endParaRPr lang="en-US"/>
        </a:p>
      </dgm:t>
    </dgm:pt>
    <dgm:pt modelId="{D95297C2-B76F-4836-8B23-3BF7B96061AC}">
      <dgm:prSet/>
      <dgm:spPr/>
      <dgm:t>
        <a:bodyPr/>
        <a:lstStyle/>
        <a:p>
          <a:r>
            <a:rPr lang="en-US"/>
            <a:t>5. Documentación – generar informe final.</a:t>
          </a:r>
        </a:p>
      </dgm:t>
    </dgm:pt>
    <dgm:pt modelId="{39E54FB7-DF7E-4950-BE99-156ADDD9AF48}" type="parTrans" cxnId="{64E5BA2C-9907-4D90-9E24-ABF7E4C56B05}">
      <dgm:prSet/>
      <dgm:spPr/>
      <dgm:t>
        <a:bodyPr/>
        <a:lstStyle/>
        <a:p>
          <a:endParaRPr lang="en-US"/>
        </a:p>
      </dgm:t>
    </dgm:pt>
    <dgm:pt modelId="{52D833C5-67DA-4FC9-BD25-C7F12E9D0035}" type="sibTrans" cxnId="{64E5BA2C-9907-4D90-9E24-ABF7E4C56B05}">
      <dgm:prSet/>
      <dgm:spPr/>
      <dgm:t>
        <a:bodyPr/>
        <a:lstStyle/>
        <a:p>
          <a:endParaRPr lang="en-US"/>
        </a:p>
      </dgm:t>
    </dgm:pt>
    <dgm:pt modelId="{A69B64F5-60A6-420A-931B-16C75AC871BC}" type="pres">
      <dgm:prSet presAssocID="{FC768D5E-28C3-4E61-9202-394D4E4899E6}" presName="root" presStyleCnt="0">
        <dgm:presLayoutVars>
          <dgm:dir/>
          <dgm:resizeHandles val="exact"/>
        </dgm:presLayoutVars>
      </dgm:prSet>
      <dgm:spPr/>
    </dgm:pt>
    <dgm:pt modelId="{E7BFB090-B4EA-41D7-B8F7-ADB2377A63B2}" type="pres">
      <dgm:prSet presAssocID="{FC768D5E-28C3-4E61-9202-394D4E4899E6}" presName="container" presStyleCnt="0">
        <dgm:presLayoutVars>
          <dgm:dir/>
          <dgm:resizeHandles val="exact"/>
        </dgm:presLayoutVars>
      </dgm:prSet>
      <dgm:spPr/>
    </dgm:pt>
    <dgm:pt modelId="{44C8E678-10D6-4277-9E2D-D1B461846736}" type="pres">
      <dgm:prSet presAssocID="{9D9635BB-8268-47FC-BE11-40D065DB622A}" presName="compNode" presStyleCnt="0"/>
      <dgm:spPr/>
    </dgm:pt>
    <dgm:pt modelId="{0410CA2E-1E8D-47FF-B872-40924A887E97}" type="pres">
      <dgm:prSet presAssocID="{9D9635BB-8268-47FC-BE11-40D065DB622A}" presName="iconBgRect" presStyleLbl="bgShp" presStyleIdx="0" presStyleCnt="5"/>
      <dgm:spPr/>
    </dgm:pt>
    <dgm:pt modelId="{1A21A68A-452C-4BA1-A393-5E0780F531BA}" type="pres">
      <dgm:prSet presAssocID="{9D9635BB-8268-47FC-BE11-40D065DB622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4B26588-F1A1-4D36-825B-7E2A795F4EA1}" type="pres">
      <dgm:prSet presAssocID="{9D9635BB-8268-47FC-BE11-40D065DB622A}" presName="spaceRect" presStyleCnt="0"/>
      <dgm:spPr/>
    </dgm:pt>
    <dgm:pt modelId="{3450CCD8-D2C4-4E17-995F-0C49654515D1}" type="pres">
      <dgm:prSet presAssocID="{9D9635BB-8268-47FC-BE11-40D065DB622A}" presName="textRect" presStyleLbl="revTx" presStyleIdx="0" presStyleCnt="5">
        <dgm:presLayoutVars>
          <dgm:chMax val="1"/>
          <dgm:chPref val="1"/>
        </dgm:presLayoutVars>
      </dgm:prSet>
      <dgm:spPr/>
    </dgm:pt>
    <dgm:pt modelId="{AB65F1E5-A6B0-41E3-B126-40EB5914BB3A}" type="pres">
      <dgm:prSet presAssocID="{A5EA9DFA-028A-4497-B21F-B47A59780EF1}" presName="sibTrans" presStyleLbl="sibTrans2D1" presStyleIdx="0" presStyleCnt="0"/>
      <dgm:spPr/>
    </dgm:pt>
    <dgm:pt modelId="{B20C4900-C202-418D-9473-CE33ECBB642B}" type="pres">
      <dgm:prSet presAssocID="{ECA1CBA3-3E59-409E-B8FE-BD8A54CADEBA}" presName="compNode" presStyleCnt="0"/>
      <dgm:spPr/>
    </dgm:pt>
    <dgm:pt modelId="{813CCAC2-A607-4F68-9A4A-FF9EDBA44A17}" type="pres">
      <dgm:prSet presAssocID="{ECA1CBA3-3E59-409E-B8FE-BD8A54CADEBA}" presName="iconBgRect" presStyleLbl="bgShp" presStyleIdx="1" presStyleCnt="5"/>
      <dgm:spPr/>
    </dgm:pt>
    <dgm:pt modelId="{D11BD675-2B97-4329-8E60-B24B99A4C71C}" type="pres">
      <dgm:prSet presAssocID="{ECA1CBA3-3E59-409E-B8FE-BD8A54CADEB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o"/>
        </a:ext>
      </dgm:extLst>
    </dgm:pt>
    <dgm:pt modelId="{FBF08BDA-63AC-4020-B504-EE1591F6E531}" type="pres">
      <dgm:prSet presAssocID="{ECA1CBA3-3E59-409E-B8FE-BD8A54CADEBA}" presName="spaceRect" presStyleCnt="0"/>
      <dgm:spPr/>
    </dgm:pt>
    <dgm:pt modelId="{209C1768-7D43-4EA3-B8AE-66DAE79B6259}" type="pres">
      <dgm:prSet presAssocID="{ECA1CBA3-3E59-409E-B8FE-BD8A54CADEBA}" presName="textRect" presStyleLbl="revTx" presStyleIdx="1" presStyleCnt="5">
        <dgm:presLayoutVars>
          <dgm:chMax val="1"/>
          <dgm:chPref val="1"/>
        </dgm:presLayoutVars>
      </dgm:prSet>
      <dgm:spPr/>
    </dgm:pt>
    <dgm:pt modelId="{1FAAB5AE-5817-4ACF-B8E1-7EEC4B7C9953}" type="pres">
      <dgm:prSet presAssocID="{61188741-68C5-4C16-AE74-D84E3D401FBE}" presName="sibTrans" presStyleLbl="sibTrans2D1" presStyleIdx="0" presStyleCnt="0"/>
      <dgm:spPr/>
    </dgm:pt>
    <dgm:pt modelId="{2C6A942F-8EEA-4D2D-A20E-804B677C0663}" type="pres">
      <dgm:prSet presAssocID="{35C3D35A-2F63-4AE3-B796-1F640733087A}" presName="compNode" presStyleCnt="0"/>
      <dgm:spPr/>
    </dgm:pt>
    <dgm:pt modelId="{74B59797-A314-4896-850F-432BC34606D3}" type="pres">
      <dgm:prSet presAssocID="{35C3D35A-2F63-4AE3-B796-1F640733087A}" presName="iconBgRect" presStyleLbl="bgShp" presStyleIdx="2" presStyleCnt="5"/>
      <dgm:spPr/>
    </dgm:pt>
    <dgm:pt modelId="{D4F4E647-D383-4019-9947-7F481C5123DA}" type="pres">
      <dgm:prSet presAssocID="{35C3D35A-2F63-4AE3-B796-1F640733087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ñones"/>
        </a:ext>
      </dgm:extLst>
    </dgm:pt>
    <dgm:pt modelId="{8F16CD6C-1F5A-4946-8430-24F4586F53F6}" type="pres">
      <dgm:prSet presAssocID="{35C3D35A-2F63-4AE3-B796-1F640733087A}" presName="spaceRect" presStyleCnt="0"/>
      <dgm:spPr/>
    </dgm:pt>
    <dgm:pt modelId="{25FB7CA3-C49B-4A81-AFB4-860D012A4E78}" type="pres">
      <dgm:prSet presAssocID="{35C3D35A-2F63-4AE3-B796-1F640733087A}" presName="textRect" presStyleLbl="revTx" presStyleIdx="2" presStyleCnt="5">
        <dgm:presLayoutVars>
          <dgm:chMax val="1"/>
          <dgm:chPref val="1"/>
        </dgm:presLayoutVars>
      </dgm:prSet>
      <dgm:spPr/>
    </dgm:pt>
    <dgm:pt modelId="{E86A9822-1928-449E-9618-2B8E34099EFF}" type="pres">
      <dgm:prSet presAssocID="{6DB030D1-F183-4204-BF9C-99ACBC249174}" presName="sibTrans" presStyleLbl="sibTrans2D1" presStyleIdx="0" presStyleCnt="0"/>
      <dgm:spPr/>
    </dgm:pt>
    <dgm:pt modelId="{D74DCA87-0F06-436C-993B-B14FE24643E5}" type="pres">
      <dgm:prSet presAssocID="{905B3665-5C14-4FFD-9568-E520D1F39570}" presName="compNode" presStyleCnt="0"/>
      <dgm:spPr/>
    </dgm:pt>
    <dgm:pt modelId="{BAB8D803-1BF9-41EC-A19A-EF96239750A7}" type="pres">
      <dgm:prSet presAssocID="{905B3665-5C14-4FFD-9568-E520D1F39570}" presName="iconBgRect" presStyleLbl="bgShp" presStyleIdx="3" presStyleCnt="5"/>
      <dgm:spPr/>
    </dgm:pt>
    <dgm:pt modelId="{CD441F99-B882-4715-98C7-3BF9FEA45630}" type="pres">
      <dgm:prSet presAssocID="{905B3665-5C14-4FFD-9568-E520D1F3957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A735C36-344D-4F74-BF71-32FF65985FE5}" type="pres">
      <dgm:prSet presAssocID="{905B3665-5C14-4FFD-9568-E520D1F39570}" presName="spaceRect" presStyleCnt="0"/>
      <dgm:spPr/>
    </dgm:pt>
    <dgm:pt modelId="{06F2DFB4-898A-49FD-A2D0-12F78F53B35C}" type="pres">
      <dgm:prSet presAssocID="{905B3665-5C14-4FFD-9568-E520D1F39570}" presName="textRect" presStyleLbl="revTx" presStyleIdx="3" presStyleCnt="5">
        <dgm:presLayoutVars>
          <dgm:chMax val="1"/>
          <dgm:chPref val="1"/>
        </dgm:presLayoutVars>
      </dgm:prSet>
      <dgm:spPr/>
    </dgm:pt>
    <dgm:pt modelId="{E44D7CAD-E301-4199-91D2-70DF1C177CDC}" type="pres">
      <dgm:prSet presAssocID="{4BDB7B56-F010-4467-8077-6B9BB86C629D}" presName="sibTrans" presStyleLbl="sibTrans2D1" presStyleIdx="0" presStyleCnt="0"/>
      <dgm:spPr/>
    </dgm:pt>
    <dgm:pt modelId="{1B60DD28-0BF0-4AD3-B667-D79C228CBC91}" type="pres">
      <dgm:prSet presAssocID="{D95297C2-B76F-4836-8B23-3BF7B96061AC}" presName="compNode" presStyleCnt="0"/>
      <dgm:spPr/>
    </dgm:pt>
    <dgm:pt modelId="{385EFFDC-1E2A-4BA5-A142-89D50B3B867E}" type="pres">
      <dgm:prSet presAssocID="{D95297C2-B76F-4836-8B23-3BF7B96061AC}" presName="iconBgRect" presStyleLbl="bgShp" presStyleIdx="4" presStyleCnt="5"/>
      <dgm:spPr/>
    </dgm:pt>
    <dgm:pt modelId="{42D2D965-416C-41B5-A88F-5B2054AF8638}" type="pres">
      <dgm:prSet presAssocID="{D95297C2-B76F-4836-8B23-3BF7B96061A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40CFE6D6-DB87-4F6E-B96C-50F335E53EF9}" type="pres">
      <dgm:prSet presAssocID="{D95297C2-B76F-4836-8B23-3BF7B96061AC}" presName="spaceRect" presStyleCnt="0"/>
      <dgm:spPr/>
    </dgm:pt>
    <dgm:pt modelId="{43D03DBA-DF32-48B4-8716-F9F5728F482F}" type="pres">
      <dgm:prSet presAssocID="{D95297C2-B76F-4836-8B23-3BF7B96061A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DD8F408-3DF8-4C29-BEF9-6D69371CC784}" type="presOf" srcId="{35C3D35A-2F63-4AE3-B796-1F640733087A}" destId="{25FB7CA3-C49B-4A81-AFB4-860D012A4E78}" srcOrd="0" destOrd="0" presId="urn:microsoft.com/office/officeart/2018/2/layout/IconCircleList"/>
    <dgm:cxn modelId="{A9875B0E-FC40-4170-A4FE-228D5BD9FAB7}" type="presOf" srcId="{FC768D5E-28C3-4E61-9202-394D4E4899E6}" destId="{A69B64F5-60A6-420A-931B-16C75AC871BC}" srcOrd="0" destOrd="0" presId="urn:microsoft.com/office/officeart/2018/2/layout/IconCircleList"/>
    <dgm:cxn modelId="{0210471F-D05F-4246-BB08-3294791233EB}" type="presOf" srcId="{ECA1CBA3-3E59-409E-B8FE-BD8A54CADEBA}" destId="{209C1768-7D43-4EA3-B8AE-66DAE79B6259}" srcOrd="0" destOrd="0" presId="urn:microsoft.com/office/officeart/2018/2/layout/IconCircleList"/>
    <dgm:cxn modelId="{0BBC322C-BD3E-48B7-AA05-C427B96F4CB5}" type="presOf" srcId="{D95297C2-B76F-4836-8B23-3BF7B96061AC}" destId="{43D03DBA-DF32-48B4-8716-F9F5728F482F}" srcOrd="0" destOrd="0" presId="urn:microsoft.com/office/officeart/2018/2/layout/IconCircleList"/>
    <dgm:cxn modelId="{64E5BA2C-9907-4D90-9E24-ABF7E4C56B05}" srcId="{FC768D5E-28C3-4E61-9202-394D4E4899E6}" destId="{D95297C2-B76F-4836-8B23-3BF7B96061AC}" srcOrd="4" destOrd="0" parTransId="{39E54FB7-DF7E-4950-BE99-156ADDD9AF48}" sibTransId="{52D833C5-67DA-4FC9-BD25-C7F12E9D0035}"/>
    <dgm:cxn modelId="{284DC478-0B92-4999-AB84-83DFEF027D15}" type="presOf" srcId="{4BDB7B56-F010-4467-8077-6B9BB86C629D}" destId="{E44D7CAD-E301-4199-91D2-70DF1C177CDC}" srcOrd="0" destOrd="0" presId="urn:microsoft.com/office/officeart/2018/2/layout/IconCircleList"/>
    <dgm:cxn modelId="{1AFE117B-796C-4B3B-A078-36A02BA44EAB}" type="presOf" srcId="{6DB030D1-F183-4204-BF9C-99ACBC249174}" destId="{E86A9822-1928-449E-9618-2B8E34099EFF}" srcOrd="0" destOrd="0" presId="urn:microsoft.com/office/officeart/2018/2/layout/IconCircleList"/>
    <dgm:cxn modelId="{98976897-A93B-4CE2-811C-B9B3AD6C1BF1}" type="presOf" srcId="{905B3665-5C14-4FFD-9568-E520D1F39570}" destId="{06F2DFB4-898A-49FD-A2D0-12F78F53B35C}" srcOrd="0" destOrd="0" presId="urn:microsoft.com/office/officeart/2018/2/layout/IconCircleList"/>
    <dgm:cxn modelId="{605B92B3-DD3D-42C0-95B5-16740BF5346F}" type="presOf" srcId="{9D9635BB-8268-47FC-BE11-40D065DB622A}" destId="{3450CCD8-D2C4-4E17-995F-0C49654515D1}" srcOrd="0" destOrd="0" presId="urn:microsoft.com/office/officeart/2018/2/layout/IconCircleList"/>
    <dgm:cxn modelId="{333B19B7-EE3E-4141-A40C-465751FC761C}" type="presOf" srcId="{A5EA9DFA-028A-4497-B21F-B47A59780EF1}" destId="{AB65F1E5-A6B0-41E3-B126-40EB5914BB3A}" srcOrd="0" destOrd="0" presId="urn:microsoft.com/office/officeart/2018/2/layout/IconCircleList"/>
    <dgm:cxn modelId="{B08131BD-09FE-42FA-BBBE-9AB3AB0064AB}" srcId="{FC768D5E-28C3-4E61-9202-394D4E4899E6}" destId="{9D9635BB-8268-47FC-BE11-40D065DB622A}" srcOrd="0" destOrd="0" parTransId="{B19EC7F5-E247-4372-9964-E99A745C768D}" sibTransId="{A5EA9DFA-028A-4497-B21F-B47A59780EF1}"/>
    <dgm:cxn modelId="{29196ECA-FA36-45B3-926E-F039EE0BD2C2}" srcId="{FC768D5E-28C3-4E61-9202-394D4E4899E6}" destId="{ECA1CBA3-3E59-409E-B8FE-BD8A54CADEBA}" srcOrd="1" destOrd="0" parTransId="{F896734C-BFA7-4BE7-B96A-D00B17884C34}" sibTransId="{61188741-68C5-4C16-AE74-D84E3D401FBE}"/>
    <dgm:cxn modelId="{78B32ACC-71C7-42CF-BB49-F7E4F2924754}" srcId="{FC768D5E-28C3-4E61-9202-394D4E4899E6}" destId="{905B3665-5C14-4FFD-9568-E520D1F39570}" srcOrd="3" destOrd="0" parTransId="{EAB7EC57-55BD-4E21-8C51-A53347D36C47}" sibTransId="{4BDB7B56-F010-4467-8077-6B9BB86C629D}"/>
    <dgm:cxn modelId="{09A349CD-C3B3-4DD7-9265-18FF45F1E93B}" srcId="{FC768D5E-28C3-4E61-9202-394D4E4899E6}" destId="{35C3D35A-2F63-4AE3-B796-1F640733087A}" srcOrd="2" destOrd="0" parTransId="{9CCF65A0-5DED-4C06-98AC-E37F560225FE}" sibTransId="{6DB030D1-F183-4204-BF9C-99ACBC249174}"/>
    <dgm:cxn modelId="{ADF788E3-977B-46B1-9239-2F6CF6783A6C}" type="presOf" srcId="{61188741-68C5-4C16-AE74-D84E3D401FBE}" destId="{1FAAB5AE-5817-4ACF-B8E1-7EEC4B7C9953}" srcOrd="0" destOrd="0" presId="urn:microsoft.com/office/officeart/2018/2/layout/IconCircleList"/>
    <dgm:cxn modelId="{A3354FB9-5894-4D8E-A1F9-EAD044E57148}" type="presParOf" srcId="{A69B64F5-60A6-420A-931B-16C75AC871BC}" destId="{E7BFB090-B4EA-41D7-B8F7-ADB2377A63B2}" srcOrd="0" destOrd="0" presId="urn:microsoft.com/office/officeart/2018/2/layout/IconCircleList"/>
    <dgm:cxn modelId="{1E357DBA-27CF-4162-AB09-D0BD87F70204}" type="presParOf" srcId="{E7BFB090-B4EA-41D7-B8F7-ADB2377A63B2}" destId="{44C8E678-10D6-4277-9E2D-D1B461846736}" srcOrd="0" destOrd="0" presId="urn:microsoft.com/office/officeart/2018/2/layout/IconCircleList"/>
    <dgm:cxn modelId="{B2C8BE94-A5F1-4F22-BFAA-6682A0257467}" type="presParOf" srcId="{44C8E678-10D6-4277-9E2D-D1B461846736}" destId="{0410CA2E-1E8D-47FF-B872-40924A887E97}" srcOrd="0" destOrd="0" presId="urn:microsoft.com/office/officeart/2018/2/layout/IconCircleList"/>
    <dgm:cxn modelId="{5CC89DD3-C0DA-42DA-98F8-ED36EA5CF38A}" type="presParOf" srcId="{44C8E678-10D6-4277-9E2D-D1B461846736}" destId="{1A21A68A-452C-4BA1-A393-5E0780F531BA}" srcOrd="1" destOrd="0" presId="urn:microsoft.com/office/officeart/2018/2/layout/IconCircleList"/>
    <dgm:cxn modelId="{B3B041DB-978D-4B02-A3FF-72C1E0D1BE11}" type="presParOf" srcId="{44C8E678-10D6-4277-9E2D-D1B461846736}" destId="{A4B26588-F1A1-4D36-825B-7E2A795F4EA1}" srcOrd="2" destOrd="0" presId="urn:microsoft.com/office/officeart/2018/2/layout/IconCircleList"/>
    <dgm:cxn modelId="{B19FA2D5-EE2B-4D8A-95E4-D0042E8DE19F}" type="presParOf" srcId="{44C8E678-10D6-4277-9E2D-D1B461846736}" destId="{3450CCD8-D2C4-4E17-995F-0C49654515D1}" srcOrd="3" destOrd="0" presId="urn:microsoft.com/office/officeart/2018/2/layout/IconCircleList"/>
    <dgm:cxn modelId="{769AF5CA-505F-421F-B981-E5C9D214C725}" type="presParOf" srcId="{E7BFB090-B4EA-41D7-B8F7-ADB2377A63B2}" destId="{AB65F1E5-A6B0-41E3-B126-40EB5914BB3A}" srcOrd="1" destOrd="0" presId="urn:microsoft.com/office/officeart/2018/2/layout/IconCircleList"/>
    <dgm:cxn modelId="{0A1A12FA-8844-4E0E-B5E0-2C8D7169031B}" type="presParOf" srcId="{E7BFB090-B4EA-41D7-B8F7-ADB2377A63B2}" destId="{B20C4900-C202-418D-9473-CE33ECBB642B}" srcOrd="2" destOrd="0" presId="urn:microsoft.com/office/officeart/2018/2/layout/IconCircleList"/>
    <dgm:cxn modelId="{918BA9B5-BA47-408D-BAB8-052357B965B6}" type="presParOf" srcId="{B20C4900-C202-418D-9473-CE33ECBB642B}" destId="{813CCAC2-A607-4F68-9A4A-FF9EDBA44A17}" srcOrd="0" destOrd="0" presId="urn:microsoft.com/office/officeart/2018/2/layout/IconCircleList"/>
    <dgm:cxn modelId="{10C459A6-C043-4658-B1E1-5AAEB4B43C71}" type="presParOf" srcId="{B20C4900-C202-418D-9473-CE33ECBB642B}" destId="{D11BD675-2B97-4329-8E60-B24B99A4C71C}" srcOrd="1" destOrd="0" presId="urn:microsoft.com/office/officeart/2018/2/layout/IconCircleList"/>
    <dgm:cxn modelId="{354518ED-DBA1-4355-8B4D-692BBDDA494F}" type="presParOf" srcId="{B20C4900-C202-418D-9473-CE33ECBB642B}" destId="{FBF08BDA-63AC-4020-B504-EE1591F6E531}" srcOrd="2" destOrd="0" presId="urn:microsoft.com/office/officeart/2018/2/layout/IconCircleList"/>
    <dgm:cxn modelId="{8A652C97-2B69-4EE7-9168-35FAAE91E521}" type="presParOf" srcId="{B20C4900-C202-418D-9473-CE33ECBB642B}" destId="{209C1768-7D43-4EA3-B8AE-66DAE79B6259}" srcOrd="3" destOrd="0" presId="urn:microsoft.com/office/officeart/2018/2/layout/IconCircleList"/>
    <dgm:cxn modelId="{696262D3-F042-4168-8DE7-995429DDCFAE}" type="presParOf" srcId="{E7BFB090-B4EA-41D7-B8F7-ADB2377A63B2}" destId="{1FAAB5AE-5817-4ACF-B8E1-7EEC4B7C9953}" srcOrd="3" destOrd="0" presId="urn:microsoft.com/office/officeart/2018/2/layout/IconCircleList"/>
    <dgm:cxn modelId="{643FC68F-0098-456F-B3BD-BCD3045BA4BB}" type="presParOf" srcId="{E7BFB090-B4EA-41D7-B8F7-ADB2377A63B2}" destId="{2C6A942F-8EEA-4D2D-A20E-804B677C0663}" srcOrd="4" destOrd="0" presId="urn:microsoft.com/office/officeart/2018/2/layout/IconCircleList"/>
    <dgm:cxn modelId="{124DCD63-2394-477C-96A4-5E503036AD16}" type="presParOf" srcId="{2C6A942F-8EEA-4D2D-A20E-804B677C0663}" destId="{74B59797-A314-4896-850F-432BC34606D3}" srcOrd="0" destOrd="0" presId="urn:microsoft.com/office/officeart/2018/2/layout/IconCircleList"/>
    <dgm:cxn modelId="{3EE9EB25-71C5-46F0-8C4B-CE5C3A79BE34}" type="presParOf" srcId="{2C6A942F-8EEA-4D2D-A20E-804B677C0663}" destId="{D4F4E647-D383-4019-9947-7F481C5123DA}" srcOrd="1" destOrd="0" presId="urn:microsoft.com/office/officeart/2018/2/layout/IconCircleList"/>
    <dgm:cxn modelId="{EE19A133-50D0-4C4F-B60A-0F7ADB020787}" type="presParOf" srcId="{2C6A942F-8EEA-4D2D-A20E-804B677C0663}" destId="{8F16CD6C-1F5A-4946-8430-24F4586F53F6}" srcOrd="2" destOrd="0" presId="urn:microsoft.com/office/officeart/2018/2/layout/IconCircleList"/>
    <dgm:cxn modelId="{F4267CD1-80E3-4C1C-A055-BA0CF7417CB5}" type="presParOf" srcId="{2C6A942F-8EEA-4D2D-A20E-804B677C0663}" destId="{25FB7CA3-C49B-4A81-AFB4-860D012A4E78}" srcOrd="3" destOrd="0" presId="urn:microsoft.com/office/officeart/2018/2/layout/IconCircleList"/>
    <dgm:cxn modelId="{39C3D5FE-B279-4268-9659-95521F3D6028}" type="presParOf" srcId="{E7BFB090-B4EA-41D7-B8F7-ADB2377A63B2}" destId="{E86A9822-1928-449E-9618-2B8E34099EFF}" srcOrd="5" destOrd="0" presId="urn:microsoft.com/office/officeart/2018/2/layout/IconCircleList"/>
    <dgm:cxn modelId="{2C47A115-C579-4C1E-8F45-C35E187AE378}" type="presParOf" srcId="{E7BFB090-B4EA-41D7-B8F7-ADB2377A63B2}" destId="{D74DCA87-0F06-436C-993B-B14FE24643E5}" srcOrd="6" destOrd="0" presId="urn:microsoft.com/office/officeart/2018/2/layout/IconCircleList"/>
    <dgm:cxn modelId="{9EB7838F-B9EF-45D6-BF5E-DCDC85F06CAD}" type="presParOf" srcId="{D74DCA87-0F06-436C-993B-B14FE24643E5}" destId="{BAB8D803-1BF9-41EC-A19A-EF96239750A7}" srcOrd="0" destOrd="0" presId="urn:microsoft.com/office/officeart/2018/2/layout/IconCircleList"/>
    <dgm:cxn modelId="{D00D79D4-3374-4372-AA12-0EACAD8A4749}" type="presParOf" srcId="{D74DCA87-0F06-436C-993B-B14FE24643E5}" destId="{CD441F99-B882-4715-98C7-3BF9FEA45630}" srcOrd="1" destOrd="0" presId="urn:microsoft.com/office/officeart/2018/2/layout/IconCircleList"/>
    <dgm:cxn modelId="{C13F92CB-6552-4954-8B11-EC5419122AEE}" type="presParOf" srcId="{D74DCA87-0F06-436C-993B-B14FE24643E5}" destId="{5A735C36-344D-4F74-BF71-32FF65985FE5}" srcOrd="2" destOrd="0" presId="urn:microsoft.com/office/officeart/2018/2/layout/IconCircleList"/>
    <dgm:cxn modelId="{62DB080B-0D85-42CE-8567-A8D41833BD4D}" type="presParOf" srcId="{D74DCA87-0F06-436C-993B-B14FE24643E5}" destId="{06F2DFB4-898A-49FD-A2D0-12F78F53B35C}" srcOrd="3" destOrd="0" presId="urn:microsoft.com/office/officeart/2018/2/layout/IconCircleList"/>
    <dgm:cxn modelId="{72375D1D-1C7D-4FB8-AE49-A6B7FEC85373}" type="presParOf" srcId="{E7BFB090-B4EA-41D7-B8F7-ADB2377A63B2}" destId="{E44D7CAD-E301-4199-91D2-70DF1C177CDC}" srcOrd="7" destOrd="0" presId="urn:microsoft.com/office/officeart/2018/2/layout/IconCircleList"/>
    <dgm:cxn modelId="{B2A06FC4-B0F0-483D-BCDF-479BEE47089A}" type="presParOf" srcId="{E7BFB090-B4EA-41D7-B8F7-ADB2377A63B2}" destId="{1B60DD28-0BF0-4AD3-B667-D79C228CBC91}" srcOrd="8" destOrd="0" presId="urn:microsoft.com/office/officeart/2018/2/layout/IconCircleList"/>
    <dgm:cxn modelId="{B1B80675-6B6B-434C-A0DB-79351424DDAE}" type="presParOf" srcId="{1B60DD28-0BF0-4AD3-B667-D79C228CBC91}" destId="{385EFFDC-1E2A-4BA5-A142-89D50B3B867E}" srcOrd="0" destOrd="0" presId="urn:microsoft.com/office/officeart/2018/2/layout/IconCircleList"/>
    <dgm:cxn modelId="{7F67664E-533E-452C-A0D2-C0A20C6D51F5}" type="presParOf" srcId="{1B60DD28-0BF0-4AD3-B667-D79C228CBC91}" destId="{42D2D965-416C-41B5-A88F-5B2054AF8638}" srcOrd="1" destOrd="0" presId="urn:microsoft.com/office/officeart/2018/2/layout/IconCircleList"/>
    <dgm:cxn modelId="{ED929C75-4303-45E3-9ED6-F1EEC271443E}" type="presParOf" srcId="{1B60DD28-0BF0-4AD3-B667-D79C228CBC91}" destId="{40CFE6D6-DB87-4F6E-B96C-50F335E53EF9}" srcOrd="2" destOrd="0" presId="urn:microsoft.com/office/officeart/2018/2/layout/IconCircleList"/>
    <dgm:cxn modelId="{49E0E6CA-80A4-4F9A-8C77-0ABDA6E7B54B}" type="presParOf" srcId="{1B60DD28-0BF0-4AD3-B667-D79C228CBC91}" destId="{43D03DBA-DF32-48B4-8716-F9F5728F482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88ED8FA-CC95-45D8-9F66-C6617FF8FEE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704C367-E5B8-46D5-9655-CB522ABFE53B}">
      <dgm:prSet/>
      <dgm:spPr/>
      <dgm:t>
        <a:bodyPr/>
        <a:lstStyle/>
        <a:p>
          <a:r>
            <a:rPr lang="en-US"/>
            <a:t>• Fuentes: discos, USB, logs, correos, red, nube.</a:t>
          </a:r>
        </a:p>
      </dgm:t>
    </dgm:pt>
    <dgm:pt modelId="{D2ECEF60-052E-45CF-9AD8-D046BD685885}" type="parTrans" cxnId="{1388B006-5C4E-45DD-AF8B-96EDB0170BB5}">
      <dgm:prSet/>
      <dgm:spPr/>
      <dgm:t>
        <a:bodyPr/>
        <a:lstStyle/>
        <a:p>
          <a:endParaRPr lang="en-US"/>
        </a:p>
      </dgm:t>
    </dgm:pt>
    <dgm:pt modelId="{5E9F7D2E-D082-42AB-8590-EDA3221EA727}" type="sibTrans" cxnId="{1388B006-5C4E-45DD-AF8B-96EDB0170BB5}">
      <dgm:prSet/>
      <dgm:spPr/>
      <dgm:t>
        <a:bodyPr/>
        <a:lstStyle/>
        <a:p>
          <a:endParaRPr lang="en-US"/>
        </a:p>
      </dgm:t>
    </dgm:pt>
    <dgm:pt modelId="{D509353F-DB70-47D9-ADC8-E19E81BE9727}">
      <dgm:prSet/>
      <dgm:spPr/>
      <dgm:t>
        <a:bodyPr/>
        <a:lstStyle/>
        <a:p>
          <a:r>
            <a:rPr lang="en-US"/>
            <a:t>• Herramientas: dd, FTK Imager, EnCase, Guymager.</a:t>
          </a:r>
        </a:p>
      </dgm:t>
    </dgm:pt>
    <dgm:pt modelId="{925606E7-048E-498A-99DA-6F8F19F79CF8}" type="parTrans" cxnId="{39DD699C-3A59-4EB1-8063-A0FAA4BFB498}">
      <dgm:prSet/>
      <dgm:spPr/>
      <dgm:t>
        <a:bodyPr/>
        <a:lstStyle/>
        <a:p>
          <a:endParaRPr lang="en-US"/>
        </a:p>
      </dgm:t>
    </dgm:pt>
    <dgm:pt modelId="{CFCD896E-6A57-41D7-9A83-7C639CABC6A5}" type="sibTrans" cxnId="{39DD699C-3A59-4EB1-8063-A0FAA4BFB498}">
      <dgm:prSet/>
      <dgm:spPr/>
      <dgm:t>
        <a:bodyPr/>
        <a:lstStyle/>
        <a:p>
          <a:endParaRPr lang="en-US"/>
        </a:p>
      </dgm:t>
    </dgm:pt>
    <dgm:pt modelId="{79936ED3-43C6-4158-BB48-F7337B7709E1}">
      <dgm:prSet/>
      <dgm:spPr/>
      <dgm:t>
        <a:bodyPr/>
        <a:lstStyle/>
        <a:p>
          <a:r>
            <a:rPr lang="en-US"/>
            <a:t>• Buenas prácticas: bloqueadores de escritura, etiquetas, hashes de integridad.</a:t>
          </a:r>
        </a:p>
      </dgm:t>
    </dgm:pt>
    <dgm:pt modelId="{2FA6E30D-0207-475E-A218-9E48D6E057B1}" type="parTrans" cxnId="{B0FCB0FC-8442-4BFA-B87D-4BB3E0272BB7}">
      <dgm:prSet/>
      <dgm:spPr/>
      <dgm:t>
        <a:bodyPr/>
        <a:lstStyle/>
        <a:p>
          <a:endParaRPr lang="en-US"/>
        </a:p>
      </dgm:t>
    </dgm:pt>
    <dgm:pt modelId="{BA8C7BEB-EB41-42BB-B631-A5961816859A}" type="sibTrans" cxnId="{B0FCB0FC-8442-4BFA-B87D-4BB3E0272BB7}">
      <dgm:prSet/>
      <dgm:spPr/>
      <dgm:t>
        <a:bodyPr/>
        <a:lstStyle/>
        <a:p>
          <a:endParaRPr lang="en-US"/>
        </a:p>
      </dgm:t>
    </dgm:pt>
    <dgm:pt modelId="{D1460772-F104-4316-91E9-0BF5B92C59BC}" type="pres">
      <dgm:prSet presAssocID="{588ED8FA-CC95-45D8-9F66-C6617FF8FEE8}" presName="linear" presStyleCnt="0">
        <dgm:presLayoutVars>
          <dgm:animLvl val="lvl"/>
          <dgm:resizeHandles val="exact"/>
        </dgm:presLayoutVars>
      </dgm:prSet>
      <dgm:spPr/>
    </dgm:pt>
    <dgm:pt modelId="{A27D5DBA-8822-4B48-9B93-AB193DFC0BD8}" type="pres">
      <dgm:prSet presAssocID="{4704C367-E5B8-46D5-9655-CB522ABFE53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179E96B-342F-4306-9C94-1B47925D6C9B}" type="pres">
      <dgm:prSet presAssocID="{5E9F7D2E-D082-42AB-8590-EDA3221EA727}" presName="spacer" presStyleCnt="0"/>
      <dgm:spPr/>
    </dgm:pt>
    <dgm:pt modelId="{A8F3CF14-BE10-48CF-BDEF-FBE4EB5B8F11}" type="pres">
      <dgm:prSet presAssocID="{D509353F-DB70-47D9-ADC8-E19E81BE972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F830EF2-1204-4A5E-B624-A320565E63BC}" type="pres">
      <dgm:prSet presAssocID="{CFCD896E-6A57-41D7-9A83-7C639CABC6A5}" presName="spacer" presStyleCnt="0"/>
      <dgm:spPr/>
    </dgm:pt>
    <dgm:pt modelId="{40015565-1E99-42D8-B3A5-6B4E355ACB59}" type="pres">
      <dgm:prSet presAssocID="{79936ED3-43C6-4158-BB48-F7337B7709E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388B006-5C4E-45DD-AF8B-96EDB0170BB5}" srcId="{588ED8FA-CC95-45D8-9F66-C6617FF8FEE8}" destId="{4704C367-E5B8-46D5-9655-CB522ABFE53B}" srcOrd="0" destOrd="0" parTransId="{D2ECEF60-052E-45CF-9AD8-D046BD685885}" sibTransId="{5E9F7D2E-D082-42AB-8590-EDA3221EA727}"/>
    <dgm:cxn modelId="{A6F2D314-4117-4137-8442-79772D364FAC}" type="presOf" srcId="{4704C367-E5B8-46D5-9655-CB522ABFE53B}" destId="{A27D5DBA-8822-4B48-9B93-AB193DFC0BD8}" srcOrd="0" destOrd="0" presId="urn:microsoft.com/office/officeart/2005/8/layout/vList2"/>
    <dgm:cxn modelId="{EAE9B12B-AEC5-4DFE-AF25-0BF8380F4354}" type="presOf" srcId="{588ED8FA-CC95-45D8-9F66-C6617FF8FEE8}" destId="{D1460772-F104-4316-91E9-0BF5B92C59BC}" srcOrd="0" destOrd="0" presId="urn:microsoft.com/office/officeart/2005/8/layout/vList2"/>
    <dgm:cxn modelId="{D485DB71-064C-4D47-BA5C-46581CCC3DEE}" type="presOf" srcId="{79936ED3-43C6-4158-BB48-F7337B7709E1}" destId="{40015565-1E99-42D8-B3A5-6B4E355ACB59}" srcOrd="0" destOrd="0" presId="urn:microsoft.com/office/officeart/2005/8/layout/vList2"/>
    <dgm:cxn modelId="{39DD699C-3A59-4EB1-8063-A0FAA4BFB498}" srcId="{588ED8FA-CC95-45D8-9F66-C6617FF8FEE8}" destId="{D509353F-DB70-47D9-ADC8-E19E81BE9727}" srcOrd="1" destOrd="0" parTransId="{925606E7-048E-498A-99DA-6F8F19F79CF8}" sibTransId="{CFCD896E-6A57-41D7-9A83-7C639CABC6A5}"/>
    <dgm:cxn modelId="{72B801B9-16D0-4DB4-8EB2-3781E1487A7D}" type="presOf" srcId="{D509353F-DB70-47D9-ADC8-E19E81BE9727}" destId="{A8F3CF14-BE10-48CF-BDEF-FBE4EB5B8F11}" srcOrd="0" destOrd="0" presId="urn:microsoft.com/office/officeart/2005/8/layout/vList2"/>
    <dgm:cxn modelId="{B0FCB0FC-8442-4BFA-B87D-4BB3E0272BB7}" srcId="{588ED8FA-CC95-45D8-9F66-C6617FF8FEE8}" destId="{79936ED3-43C6-4158-BB48-F7337B7709E1}" srcOrd="2" destOrd="0" parTransId="{2FA6E30D-0207-475E-A218-9E48D6E057B1}" sibTransId="{BA8C7BEB-EB41-42BB-B631-A5961816859A}"/>
    <dgm:cxn modelId="{B82307AB-3D20-43F6-B6DE-125E29A9AE79}" type="presParOf" srcId="{D1460772-F104-4316-91E9-0BF5B92C59BC}" destId="{A27D5DBA-8822-4B48-9B93-AB193DFC0BD8}" srcOrd="0" destOrd="0" presId="urn:microsoft.com/office/officeart/2005/8/layout/vList2"/>
    <dgm:cxn modelId="{674E8CD9-BE02-4219-A075-A58ED2530BC3}" type="presParOf" srcId="{D1460772-F104-4316-91E9-0BF5B92C59BC}" destId="{B179E96B-342F-4306-9C94-1B47925D6C9B}" srcOrd="1" destOrd="0" presId="urn:microsoft.com/office/officeart/2005/8/layout/vList2"/>
    <dgm:cxn modelId="{2936E669-9C49-4D11-A2FA-F50E960B2324}" type="presParOf" srcId="{D1460772-F104-4316-91E9-0BF5B92C59BC}" destId="{A8F3CF14-BE10-48CF-BDEF-FBE4EB5B8F11}" srcOrd="2" destOrd="0" presId="urn:microsoft.com/office/officeart/2005/8/layout/vList2"/>
    <dgm:cxn modelId="{F31EF754-6ACE-404D-B105-670A8C361752}" type="presParOf" srcId="{D1460772-F104-4316-91E9-0BF5B92C59BC}" destId="{8F830EF2-1204-4A5E-B624-A320565E63BC}" srcOrd="3" destOrd="0" presId="urn:microsoft.com/office/officeart/2005/8/layout/vList2"/>
    <dgm:cxn modelId="{5DAED164-1632-4418-93CA-2B1708C07F62}" type="presParOf" srcId="{D1460772-F104-4316-91E9-0BF5B92C59BC}" destId="{40015565-1E99-42D8-B3A5-6B4E355ACB5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97F2EA3-944F-4816-8EED-43597AE153D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F49DA11-5FBF-4905-B7B9-FE830AD2FC80}">
      <dgm:prSet/>
      <dgm:spPr/>
      <dgm:t>
        <a:bodyPr/>
        <a:lstStyle/>
        <a:p>
          <a:r>
            <a:rPr lang="en-US"/>
            <a:t>• Registrar cada acceso a la evidencia.</a:t>
          </a:r>
        </a:p>
      </dgm:t>
    </dgm:pt>
    <dgm:pt modelId="{721CF4B8-D1AA-4E56-B7DC-5DC83D521C0D}" type="parTrans" cxnId="{6D81F263-E906-45B6-B7F3-CA5BB67E2242}">
      <dgm:prSet/>
      <dgm:spPr/>
      <dgm:t>
        <a:bodyPr/>
        <a:lstStyle/>
        <a:p>
          <a:endParaRPr lang="en-US"/>
        </a:p>
      </dgm:t>
    </dgm:pt>
    <dgm:pt modelId="{B577B5DD-967A-4B96-90CD-B70A8069CFE6}" type="sibTrans" cxnId="{6D81F263-E906-45B6-B7F3-CA5BB67E2242}">
      <dgm:prSet/>
      <dgm:spPr/>
      <dgm:t>
        <a:bodyPr/>
        <a:lstStyle/>
        <a:p>
          <a:endParaRPr lang="en-US"/>
        </a:p>
      </dgm:t>
    </dgm:pt>
    <dgm:pt modelId="{A4B99C72-CF9A-4C2B-9C7A-257E47CA5245}">
      <dgm:prSet/>
      <dgm:spPr/>
      <dgm:t>
        <a:bodyPr/>
        <a:lstStyle/>
        <a:p>
          <a:r>
            <a:rPr lang="en-US"/>
            <a:t>• Guardar copias maestras seguras.</a:t>
          </a:r>
        </a:p>
      </dgm:t>
    </dgm:pt>
    <dgm:pt modelId="{7E32A09E-CA2B-4593-915F-EC97284580B7}" type="parTrans" cxnId="{5E5A073E-AEC8-48F2-9246-61D032A5C309}">
      <dgm:prSet/>
      <dgm:spPr/>
      <dgm:t>
        <a:bodyPr/>
        <a:lstStyle/>
        <a:p>
          <a:endParaRPr lang="en-US"/>
        </a:p>
      </dgm:t>
    </dgm:pt>
    <dgm:pt modelId="{F256337C-F832-42AF-ABE2-7F33D9F88B06}" type="sibTrans" cxnId="{5E5A073E-AEC8-48F2-9246-61D032A5C309}">
      <dgm:prSet/>
      <dgm:spPr/>
      <dgm:t>
        <a:bodyPr/>
        <a:lstStyle/>
        <a:p>
          <a:endParaRPr lang="en-US"/>
        </a:p>
      </dgm:t>
    </dgm:pt>
    <dgm:pt modelId="{13B7E86C-1B0F-486A-8124-0D9DC5588CDF}">
      <dgm:prSet/>
      <dgm:spPr/>
      <dgm:t>
        <a:bodyPr/>
        <a:lstStyle/>
        <a:p>
          <a:r>
            <a:rPr lang="en-US"/>
            <a:t>• Documentar dispositivos, personas y fechas.</a:t>
          </a:r>
        </a:p>
      </dgm:t>
    </dgm:pt>
    <dgm:pt modelId="{734A0F57-FA17-42B9-B547-304D8C17DB0F}" type="parTrans" cxnId="{B848AA37-CE9A-4122-91AF-2CA125791F1A}">
      <dgm:prSet/>
      <dgm:spPr/>
      <dgm:t>
        <a:bodyPr/>
        <a:lstStyle/>
        <a:p>
          <a:endParaRPr lang="en-US"/>
        </a:p>
      </dgm:t>
    </dgm:pt>
    <dgm:pt modelId="{244D76E7-83CB-410A-B6E4-00C9A54B4308}" type="sibTrans" cxnId="{B848AA37-CE9A-4122-91AF-2CA125791F1A}">
      <dgm:prSet/>
      <dgm:spPr/>
      <dgm:t>
        <a:bodyPr/>
        <a:lstStyle/>
        <a:p>
          <a:endParaRPr lang="en-US"/>
        </a:p>
      </dgm:t>
    </dgm:pt>
    <dgm:pt modelId="{8EE7EC3B-784C-43E4-B517-4FE0389FBDEC}">
      <dgm:prSet/>
      <dgm:spPr/>
      <dgm:t>
        <a:bodyPr/>
        <a:lstStyle/>
        <a:p>
          <a:r>
            <a:rPr lang="en-US"/>
            <a:t>• Mantener condiciones controladas.</a:t>
          </a:r>
        </a:p>
      </dgm:t>
    </dgm:pt>
    <dgm:pt modelId="{9179C50E-832A-4A4E-A931-0D64C9F9E29E}" type="parTrans" cxnId="{E3859164-230E-45B4-B165-656C37BDB926}">
      <dgm:prSet/>
      <dgm:spPr/>
      <dgm:t>
        <a:bodyPr/>
        <a:lstStyle/>
        <a:p>
          <a:endParaRPr lang="en-US"/>
        </a:p>
      </dgm:t>
    </dgm:pt>
    <dgm:pt modelId="{264A5F96-801B-46DC-A706-0D41AFD3495A}" type="sibTrans" cxnId="{E3859164-230E-45B4-B165-656C37BDB926}">
      <dgm:prSet/>
      <dgm:spPr/>
      <dgm:t>
        <a:bodyPr/>
        <a:lstStyle/>
        <a:p>
          <a:endParaRPr lang="en-US"/>
        </a:p>
      </dgm:t>
    </dgm:pt>
    <dgm:pt modelId="{12D98B1E-21B3-4C52-9CD1-FC291213BFD6}" type="pres">
      <dgm:prSet presAssocID="{797F2EA3-944F-4816-8EED-43597AE153DC}" presName="diagram" presStyleCnt="0">
        <dgm:presLayoutVars>
          <dgm:dir/>
          <dgm:resizeHandles val="exact"/>
        </dgm:presLayoutVars>
      </dgm:prSet>
      <dgm:spPr/>
    </dgm:pt>
    <dgm:pt modelId="{D26C0D21-E791-4B43-9DF0-AC0E122D2467}" type="pres">
      <dgm:prSet presAssocID="{2F49DA11-5FBF-4905-B7B9-FE830AD2FC80}" presName="node" presStyleLbl="node1" presStyleIdx="0" presStyleCnt="4">
        <dgm:presLayoutVars>
          <dgm:bulletEnabled val="1"/>
        </dgm:presLayoutVars>
      </dgm:prSet>
      <dgm:spPr/>
    </dgm:pt>
    <dgm:pt modelId="{A163BA1E-E038-47AA-9D8D-4C25B7078BCD}" type="pres">
      <dgm:prSet presAssocID="{B577B5DD-967A-4B96-90CD-B70A8069CFE6}" presName="sibTrans" presStyleCnt="0"/>
      <dgm:spPr/>
    </dgm:pt>
    <dgm:pt modelId="{2244C77E-AC6A-4B52-9690-40A50D1632CA}" type="pres">
      <dgm:prSet presAssocID="{A4B99C72-CF9A-4C2B-9C7A-257E47CA5245}" presName="node" presStyleLbl="node1" presStyleIdx="1" presStyleCnt="4">
        <dgm:presLayoutVars>
          <dgm:bulletEnabled val="1"/>
        </dgm:presLayoutVars>
      </dgm:prSet>
      <dgm:spPr/>
    </dgm:pt>
    <dgm:pt modelId="{DA2A584F-5E02-422B-82C6-91DFE2AA6879}" type="pres">
      <dgm:prSet presAssocID="{F256337C-F832-42AF-ABE2-7F33D9F88B06}" presName="sibTrans" presStyleCnt="0"/>
      <dgm:spPr/>
    </dgm:pt>
    <dgm:pt modelId="{F56C6333-D7CF-430F-9B67-243138A46F32}" type="pres">
      <dgm:prSet presAssocID="{13B7E86C-1B0F-486A-8124-0D9DC5588CDF}" presName="node" presStyleLbl="node1" presStyleIdx="2" presStyleCnt="4">
        <dgm:presLayoutVars>
          <dgm:bulletEnabled val="1"/>
        </dgm:presLayoutVars>
      </dgm:prSet>
      <dgm:spPr/>
    </dgm:pt>
    <dgm:pt modelId="{3DD5114A-0882-43CD-BA99-59DA07D020A5}" type="pres">
      <dgm:prSet presAssocID="{244D76E7-83CB-410A-B6E4-00C9A54B4308}" presName="sibTrans" presStyleCnt="0"/>
      <dgm:spPr/>
    </dgm:pt>
    <dgm:pt modelId="{3BBC415B-C2C8-45B5-9498-4BEAEB3B7F13}" type="pres">
      <dgm:prSet presAssocID="{8EE7EC3B-784C-43E4-B517-4FE0389FBDEC}" presName="node" presStyleLbl="node1" presStyleIdx="3" presStyleCnt="4">
        <dgm:presLayoutVars>
          <dgm:bulletEnabled val="1"/>
        </dgm:presLayoutVars>
      </dgm:prSet>
      <dgm:spPr/>
    </dgm:pt>
  </dgm:ptLst>
  <dgm:cxnLst>
    <dgm:cxn modelId="{6346A50F-2F6C-44FB-A84C-06892D626B8F}" type="presOf" srcId="{A4B99C72-CF9A-4C2B-9C7A-257E47CA5245}" destId="{2244C77E-AC6A-4B52-9690-40A50D1632CA}" srcOrd="0" destOrd="0" presId="urn:microsoft.com/office/officeart/2005/8/layout/default"/>
    <dgm:cxn modelId="{B848AA37-CE9A-4122-91AF-2CA125791F1A}" srcId="{797F2EA3-944F-4816-8EED-43597AE153DC}" destId="{13B7E86C-1B0F-486A-8124-0D9DC5588CDF}" srcOrd="2" destOrd="0" parTransId="{734A0F57-FA17-42B9-B547-304D8C17DB0F}" sibTransId="{244D76E7-83CB-410A-B6E4-00C9A54B4308}"/>
    <dgm:cxn modelId="{5E5A073E-AEC8-48F2-9246-61D032A5C309}" srcId="{797F2EA3-944F-4816-8EED-43597AE153DC}" destId="{A4B99C72-CF9A-4C2B-9C7A-257E47CA5245}" srcOrd="1" destOrd="0" parTransId="{7E32A09E-CA2B-4593-915F-EC97284580B7}" sibTransId="{F256337C-F832-42AF-ABE2-7F33D9F88B06}"/>
    <dgm:cxn modelId="{273A5961-A605-4613-A4E8-8A9EA9916E38}" type="presOf" srcId="{8EE7EC3B-784C-43E4-B517-4FE0389FBDEC}" destId="{3BBC415B-C2C8-45B5-9498-4BEAEB3B7F13}" srcOrd="0" destOrd="0" presId="urn:microsoft.com/office/officeart/2005/8/layout/default"/>
    <dgm:cxn modelId="{6D81F263-E906-45B6-B7F3-CA5BB67E2242}" srcId="{797F2EA3-944F-4816-8EED-43597AE153DC}" destId="{2F49DA11-5FBF-4905-B7B9-FE830AD2FC80}" srcOrd="0" destOrd="0" parTransId="{721CF4B8-D1AA-4E56-B7DC-5DC83D521C0D}" sibTransId="{B577B5DD-967A-4B96-90CD-B70A8069CFE6}"/>
    <dgm:cxn modelId="{E3859164-230E-45B4-B165-656C37BDB926}" srcId="{797F2EA3-944F-4816-8EED-43597AE153DC}" destId="{8EE7EC3B-784C-43E4-B517-4FE0389FBDEC}" srcOrd="3" destOrd="0" parTransId="{9179C50E-832A-4A4E-A931-0D64C9F9E29E}" sibTransId="{264A5F96-801B-46DC-A706-0D41AFD3495A}"/>
    <dgm:cxn modelId="{78D836C4-1E3C-4E89-B8BA-EB76428488D1}" type="presOf" srcId="{2F49DA11-5FBF-4905-B7B9-FE830AD2FC80}" destId="{D26C0D21-E791-4B43-9DF0-AC0E122D2467}" srcOrd="0" destOrd="0" presId="urn:microsoft.com/office/officeart/2005/8/layout/default"/>
    <dgm:cxn modelId="{F791D5E3-676B-4DA1-84E7-DD483C47EABC}" type="presOf" srcId="{797F2EA3-944F-4816-8EED-43597AE153DC}" destId="{12D98B1E-21B3-4C52-9CD1-FC291213BFD6}" srcOrd="0" destOrd="0" presId="urn:microsoft.com/office/officeart/2005/8/layout/default"/>
    <dgm:cxn modelId="{065C36EA-424D-4ACF-9418-9864C2807EA1}" type="presOf" srcId="{13B7E86C-1B0F-486A-8124-0D9DC5588CDF}" destId="{F56C6333-D7CF-430F-9B67-243138A46F32}" srcOrd="0" destOrd="0" presId="urn:microsoft.com/office/officeart/2005/8/layout/default"/>
    <dgm:cxn modelId="{13839812-485D-405C-9781-1AAA3358033D}" type="presParOf" srcId="{12D98B1E-21B3-4C52-9CD1-FC291213BFD6}" destId="{D26C0D21-E791-4B43-9DF0-AC0E122D2467}" srcOrd="0" destOrd="0" presId="urn:microsoft.com/office/officeart/2005/8/layout/default"/>
    <dgm:cxn modelId="{F8ED0E28-440E-4643-92CF-2A2B0A03DA21}" type="presParOf" srcId="{12D98B1E-21B3-4C52-9CD1-FC291213BFD6}" destId="{A163BA1E-E038-47AA-9D8D-4C25B7078BCD}" srcOrd="1" destOrd="0" presId="urn:microsoft.com/office/officeart/2005/8/layout/default"/>
    <dgm:cxn modelId="{6823D88C-94C4-45B2-95A5-B4A42AF3D91E}" type="presParOf" srcId="{12D98B1E-21B3-4C52-9CD1-FC291213BFD6}" destId="{2244C77E-AC6A-4B52-9690-40A50D1632CA}" srcOrd="2" destOrd="0" presId="urn:microsoft.com/office/officeart/2005/8/layout/default"/>
    <dgm:cxn modelId="{298AC3B6-CB78-4782-A787-C34495436155}" type="presParOf" srcId="{12D98B1E-21B3-4C52-9CD1-FC291213BFD6}" destId="{DA2A584F-5E02-422B-82C6-91DFE2AA6879}" srcOrd="3" destOrd="0" presId="urn:microsoft.com/office/officeart/2005/8/layout/default"/>
    <dgm:cxn modelId="{488359EA-6F20-4DD8-90DD-0899505C7F57}" type="presParOf" srcId="{12D98B1E-21B3-4C52-9CD1-FC291213BFD6}" destId="{F56C6333-D7CF-430F-9B67-243138A46F32}" srcOrd="4" destOrd="0" presId="urn:microsoft.com/office/officeart/2005/8/layout/default"/>
    <dgm:cxn modelId="{8B15E8EE-529D-4572-868D-8CFE1A1BB319}" type="presParOf" srcId="{12D98B1E-21B3-4C52-9CD1-FC291213BFD6}" destId="{3DD5114A-0882-43CD-BA99-59DA07D020A5}" srcOrd="5" destOrd="0" presId="urn:microsoft.com/office/officeart/2005/8/layout/default"/>
    <dgm:cxn modelId="{2517F9E9-F258-48E9-B648-0613BF93CD92}" type="presParOf" srcId="{12D98B1E-21B3-4C52-9CD1-FC291213BFD6}" destId="{3BBC415B-C2C8-45B5-9498-4BEAEB3B7F1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A1AC4D3-28C1-4684-937D-D2F7DC6C3C1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D275E6B-C7ED-4BED-B15C-2A0B85500409}">
      <dgm:prSet/>
      <dgm:spPr/>
      <dgm:t>
        <a:bodyPr/>
        <a:lstStyle/>
        <a:p>
          <a:r>
            <a:rPr lang="en-US"/>
            <a:t>• Descubrir qué ocurrió, cómo y quién lo hizo.</a:t>
          </a:r>
        </a:p>
      </dgm:t>
    </dgm:pt>
    <dgm:pt modelId="{0797C383-A903-4CCB-964F-B546A1FB34CA}" type="parTrans" cxnId="{F88D69E3-B037-4AA7-88B1-A5355B03FD02}">
      <dgm:prSet/>
      <dgm:spPr/>
      <dgm:t>
        <a:bodyPr/>
        <a:lstStyle/>
        <a:p>
          <a:endParaRPr lang="en-US"/>
        </a:p>
      </dgm:t>
    </dgm:pt>
    <dgm:pt modelId="{C55FB314-9FF6-4F1D-9D3A-5C0CCC88D4B9}" type="sibTrans" cxnId="{F88D69E3-B037-4AA7-88B1-A5355B03FD02}">
      <dgm:prSet/>
      <dgm:spPr/>
      <dgm:t>
        <a:bodyPr/>
        <a:lstStyle/>
        <a:p>
          <a:endParaRPr lang="en-US"/>
        </a:p>
      </dgm:t>
    </dgm:pt>
    <dgm:pt modelId="{869A5702-553C-40D0-AF5B-F7499FF4BBC9}">
      <dgm:prSet/>
      <dgm:spPr/>
      <dgm:t>
        <a:bodyPr/>
        <a:lstStyle/>
        <a:p>
          <a:r>
            <a:rPr lang="en-US"/>
            <a:t>• Tareas: revisar logs, archivos borrados, malware, correlaciones.</a:t>
          </a:r>
        </a:p>
      </dgm:t>
    </dgm:pt>
    <dgm:pt modelId="{D8944F93-3E61-4711-96C3-D1B026263904}" type="parTrans" cxnId="{0B37961F-E50B-4E00-BABC-8A074699841D}">
      <dgm:prSet/>
      <dgm:spPr/>
      <dgm:t>
        <a:bodyPr/>
        <a:lstStyle/>
        <a:p>
          <a:endParaRPr lang="en-US"/>
        </a:p>
      </dgm:t>
    </dgm:pt>
    <dgm:pt modelId="{820D4CC2-B11C-4385-8318-C70788678DCF}" type="sibTrans" cxnId="{0B37961F-E50B-4E00-BABC-8A074699841D}">
      <dgm:prSet/>
      <dgm:spPr/>
      <dgm:t>
        <a:bodyPr/>
        <a:lstStyle/>
        <a:p>
          <a:endParaRPr lang="en-US"/>
        </a:p>
      </dgm:t>
    </dgm:pt>
    <dgm:pt modelId="{EAC8A79A-9C92-40C7-9813-190FFAFCA544}">
      <dgm:prSet/>
      <dgm:spPr/>
      <dgm:t>
        <a:bodyPr/>
        <a:lstStyle/>
        <a:p>
          <a:r>
            <a:rPr lang="en-US"/>
            <a:t>• Herramientas: Autopsy, Sleuth Kit, Volatility, Wireshark, Ghidra.</a:t>
          </a:r>
        </a:p>
      </dgm:t>
    </dgm:pt>
    <dgm:pt modelId="{3F4EDF9C-3A66-43CB-A01C-BB20A5AA439E}" type="parTrans" cxnId="{288E306B-CCFE-486D-8A52-53D7B1C03FB8}">
      <dgm:prSet/>
      <dgm:spPr/>
      <dgm:t>
        <a:bodyPr/>
        <a:lstStyle/>
        <a:p>
          <a:endParaRPr lang="en-US"/>
        </a:p>
      </dgm:t>
    </dgm:pt>
    <dgm:pt modelId="{3295BF98-02F6-4A4D-990D-DDEAFA09A5A4}" type="sibTrans" cxnId="{288E306B-CCFE-486D-8A52-53D7B1C03FB8}">
      <dgm:prSet/>
      <dgm:spPr/>
      <dgm:t>
        <a:bodyPr/>
        <a:lstStyle/>
        <a:p>
          <a:endParaRPr lang="en-US"/>
        </a:p>
      </dgm:t>
    </dgm:pt>
    <dgm:pt modelId="{CFFA755F-31FD-48CF-A913-DF696C67BC63}" type="pres">
      <dgm:prSet presAssocID="{FA1AC4D3-28C1-4684-937D-D2F7DC6C3C1C}" presName="root" presStyleCnt="0">
        <dgm:presLayoutVars>
          <dgm:dir/>
          <dgm:resizeHandles val="exact"/>
        </dgm:presLayoutVars>
      </dgm:prSet>
      <dgm:spPr/>
    </dgm:pt>
    <dgm:pt modelId="{54631C94-EE5C-464B-9F20-B2157DA0F2F9}" type="pres">
      <dgm:prSet presAssocID="{5D275E6B-C7ED-4BED-B15C-2A0B85500409}" presName="compNode" presStyleCnt="0"/>
      <dgm:spPr/>
    </dgm:pt>
    <dgm:pt modelId="{85FEC686-6241-453B-AB21-7B90FE88B27A}" type="pres">
      <dgm:prSet presAssocID="{5D275E6B-C7ED-4BED-B15C-2A0B8550040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rinto"/>
        </a:ext>
      </dgm:extLst>
    </dgm:pt>
    <dgm:pt modelId="{F8968429-7675-4210-B012-6C168C2A971B}" type="pres">
      <dgm:prSet presAssocID="{5D275E6B-C7ED-4BED-B15C-2A0B85500409}" presName="spaceRect" presStyleCnt="0"/>
      <dgm:spPr/>
    </dgm:pt>
    <dgm:pt modelId="{181BEFDE-6DB2-487B-B3BF-2E23F469C5B6}" type="pres">
      <dgm:prSet presAssocID="{5D275E6B-C7ED-4BED-B15C-2A0B85500409}" presName="textRect" presStyleLbl="revTx" presStyleIdx="0" presStyleCnt="3">
        <dgm:presLayoutVars>
          <dgm:chMax val="1"/>
          <dgm:chPref val="1"/>
        </dgm:presLayoutVars>
      </dgm:prSet>
      <dgm:spPr/>
    </dgm:pt>
    <dgm:pt modelId="{99A65DCA-63B5-4E65-91B6-489DC9C9A3D7}" type="pres">
      <dgm:prSet presAssocID="{C55FB314-9FF6-4F1D-9D3A-5C0CCC88D4B9}" presName="sibTrans" presStyleCnt="0"/>
      <dgm:spPr/>
    </dgm:pt>
    <dgm:pt modelId="{B12AD711-30D9-49A7-B99E-AB314FD382E8}" type="pres">
      <dgm:prSet presAssocID="{869A5702-553C-40D0-AF5B-F7499FF4BBC9}" presName="compNode" presStyleCnt="0"/>
      <dgm:spPr/>
    </dgm:pt>
    <dgm:pt modelId="{B4CEBA7A-037D-4704-8B4A-D9F355DB682C}" type="pres">
      <dgm:prSet presAssocID="{869A5702-553C-40D0-AF5B-F7499FF4BBC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4BD0B38-4148-4069-A00E-17C794819195}" type="pres">
      <dgm:prSet presAssocID="{869A5702-553C-40D0-AF5B-F7499FF4BBC9}" presName="spaceRect" presStyleCnt="0"/>
      <dgm:spPr/>
    </dgm:pt>
    <dgm:pt modelId="{849C5BE9-D4E3-4EE1-BC8B-765AF044C324}" type="pres">
      <dgm:prSet presAssocID="{869A5702-553C-40D0-AF5B-F7499FF4BBC9}" presName="textRect" presStyleLbl="revTx" presStyleIdx="1" presStyleCnt="3">
        <dgm:presLayoutVars>
          <dgm:chMax val="1"/>
          <dgm:chPref val="1"/>
        </dgm:presLayoutVars>
      </dgm:prSet>
      <dgm:spPr/>
    </dgm:pt>
    <dgm:pt modelId="{60A26BBC-AC75-41FA-AE14-38E762A15773}" type="pres">
      <dgm:prSet presAssocID="{820D4CC2-B11C-4385-8318-C70788678DCF}" presName="sibTrans" presStyleCnt="0"/>
      <dgm:spPr/>
    </dgm:pt>
    <dgm:pt modelId="{87C04CE7-0C39-48E2-BF28-2D9153BD216C}" type="pres">
      <dgm:prSet presAssocID="{EAC8A79A-9C92-40C7-9813-190FFAFCA544}" presName="compNode" presStyleCnt="0"/>
      <dgm:spPr/>
    </dgm:pt>
    <dgm:pt modelId="{2354C605-B098-40F5-B174-467620B9435E}" type="pres">
      <dgm:prSet presAssocID="{EAC8A79A-9C92-40C7-9813-190FFAFCA5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8778715C-77EE-406D-96E2-C53919AE83FB}" type="pres">
      <dgm:prSet presAssocID="{EAC8A79A-9C92-40C7-9813-190FFAFCA544}" presName="spaceRect" presStyleCnt="0"/>
      <dgm:spPr/>
    </dgm:pt>
    <dgm:pt modelId="{8A6F40AB-EAD1-48F8-A669-03055F0BD1C2}" type="pres">
      <dgm:prSet presAssocID="{EAC8A79A-9C92-40C7-9813-190FFAFCA54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B37961F-E50B-4E00-BABC-8A074699841D}" srcId="{FA1AC4D3-28C1-4684-937D-D2F7DC6C3C1C}" destId="{869A5702-553C-40D0-AF5B-F7499FF4BBC9}" srcOrd="1" destOrd="0" parTransId="{D8944F93-3E61-4711-96C3-D1B026263904}" sibTransId="{820D4CC2-B11C-4385-8318-C70788678DCF}"/>
    <dgm:cxn modelId="{A98BCB33-892C-4E7A-9E3F-B399F7756366}" type="presOf" srcId="{5D275E6B-C7ED-4BED-B15C-2A0B85500409}" destId="{181BEFDE-6DB2-487B-B3BF-2E23F469C5B6}" srcOrd="0" destOrd="0" presId="urn:microsoft.com/office/officeart/2018/2/layout/IconLabelList"/>
    <dgm:cxn modelId="{288E306B-CCFE-486D-8A52-53D7B1C03FB8}" srcId="{FA1AC4D3-28C1-4684-937D-D2F7DC6C3C1C}" destId="{EAC8A79A-9C92-40C7-9813-190FFAFCA544}" srcOrd="2" destOrd="0" parTransId="{3F4EDF9C-3A66-43CB-A01C-BB20A5AA439E}" sibTransId="{3295BF98-02F6-4A4D-990D-DDEAFA09A5A4}"/>
    <dgm:cxn modelId="{04AA8282-8399-43F5-895F-3FA1228FBA64}" type="presOf" srcId="{FA1AC4D3-28C1-4684-937D-D2F7DC6C3C1C}" destId="{CFFA755F-31FD-48CF-A913-DF696C67BC63}" srcOrd="0" destOrd="0" presId="urn:microsoft.com/office/officeart/2018/2/layout/IconLabelList"/>
    <dgm:cxn modelId="{34B0B0C8-0622-4A0F-BF17-DB5F9F0ED721}" type="presOf" srcId="{869A5702-553C-40D0-AF5B-F7499FF4BBC9}" destId="{849C5BE9-D4E3-4EE1-BC8B-765AF044C324}" srcOrd="0" destOrd="0" presId="urn:microsoft.com/office/officeart/2018/2/layout/IconLabelList"/>
    <dgm:cxn modelId="{6BB4D8D6-8952-40DA-B6B1-3144289E1C9A}" type="presOf" srcId="{EAC8A79A-9C92-40C7-9813-190FFAFCA544}" destId="{8A6F40AB-EAD1-48F8-A669-03055F0BD1C2}" srcOrd="0" destOrd="0" presId="urn:microsoft.com/office/officeart/2018/2/layout/IconLabelList"/>
    <dgm:cxn modelId="{F88D69E3-B037-4AA7-88B1-A5355B03FD02}" srcId="{FA1AC4D3-28C1-4684-937D-D2F7DC6C3C1C}" destId="{5D275E6B-C7ED-4BED-B15C-2A0B85500409}" srcOrd="0" destOrd="0" parTransId="{0797C383-A903-4CCB-964F-B546A1FB34CA}" sibTransId="{C55FB314-9FF6-4F1D-9D3A-5C0CCC88D4B9}"/>
    <dgm:cxn modelId="{D9583B9B-0C03-4CAA-A0EE-EB69E275E430}" type="presParOf" srcId="{CFFA755F-31FD-48CF-A913-DF696C67BC63}" destId="{54631C94-EE5C-464B-9F20-B2157DA0F2F9}" srcOrd="0" destOrd="0" presId="urn:microsoft.com/office/officeart/2018/2/layout/IconLabelList"/>
    <dgm:cxn modelId="{4A232808-3459-4452-923A-2E647D1C0819}" type="presParOf" srcId="{54631C94-EE5C-464B-9F20-B2157DA0F2F9}" destId="{85FEC686-6241-453B-AB21-7B90FE88B27A}" srcOrd="0" destOrd="0" presId="urn:microsoft.com/office/officeart/2018/2/layout/IconLabelList"/>
    <dgm:cxn modelId="{40E15247-578A-47DD-AAAC-3C71C2CE984E}" type="presParOf" srcId="{54631C94-EE5C-464B-9F20-B2157DA0F2F9}" destId="{F8968429-7675-4210-B012-6C168C2A971B}" srcOrd="1" destOrd="0" presId="urn:microsoft.com/office/officeart/2018/2/layout/IconLabelList"/>
    <dgm:cxn modelId="{073679CC-0C62-4A8F-97E7-2BC904D5B23A}" type="presParOf" srcId="{54631C94-EE5C-464B-9F20-B2157DA0F2F9}" destId="{181BEFDE-6DB2-487B-B3BF-2E23F469C5B6}" srcOrd="2" destOrd="0" presId="urn:microsoft.com/office/officeart/2018/2/layout/IconLabelList"/>
    <dgm:cxn modelId="{9F7C95F5-D89D-4AF8-BF84-231172989CDB}" type="presParOf" srcId="{CFFA755F-31FD-48CF-A913-DF696C67BC63}" destId="{99A65DCA-63B5-4E65-91B6-489DC9C9A3D7}" srcOrd="1" destOrd="0" presId="urn:microsoft.com/office/officeart/2018/2/layout/IconLabelList"/>
    <dgm:cxn modelId="{31016E18-A60B-4F4A-8750-2C78C085C6F8}" type="presParOf" srcId="{CFFA755F-31FD-48CF-A913-DF696C67BC63}" destId="{B12AD711-30D9-49A7-B99E-AB314FD382E8}" srcOrd="2" destOrd="0" presId="urn:microsoft.com/office/officeart/2018/2/layout/IconLabelList"/>
    <dgm:cxn modelId="{CB6BDBC2-5B4B-41BB-A82F-F40E676BCC87}" type="presParOf" srcId="{B12AD711-30D9-49A7-B99E-AB314FD382E8}" destId="{B4CEBA7A-037D-4704-8B4A-D9F355DB682C}" srcOrd="0" destOrd="0" presId="urn:microsoft.com/office/officeart/2018/2/layout/IconLabelList"/>
    <dgm:cxn modelId="{045F75C2-CB7E-47DD-9CDD-D1EEC19B164C}" type="presParOf" srcId="{B12AD711-30D9-49A7-B99E-AB314FD382E8}" destId="{04BD0B38-4148-4069-A00E-17C794819195}" srcOrd="1" destOrd="0" presId="urn:microsoft.com/office/officeart/2018/2/layout/IconLabelList"/>
    <dgm:cxn modelId="{4E654E95-4847-4D63-8D6C-0F498902C15B}" type="presParOf" srcId="{B12AD711-30D9-49A7-B99E-AB314FD382E8}" destId="{849C5BE9-D4E3-4EE1-BC8B-765AF044C324}" srcOrd="2" destOrd="0" presId="urn:microsoft.com/office/officeart/2018/2/layout/IconLabelList"/>
    <dgm:cxn modelId="{C1D36912-9253-45C1-872A-16709C99280B}" type="presParOf" srcId="{CFFA755F-31FD-48CF-A913-DF696C67BC63}" destId="{60A26BBC-AC75-41FA-AE14-38E762A15773}" srcOrd="3" destOrd="0" presId="urn:microsoft.com/office/officeart/2018/2/layout/IconLabelList"/>
    <dgm:cxn modelId="{956223DE-9390-47EC-A01C-961016D79603}" type="presParOf" srcId="{CFFA755F-31FD-48CF-A913-DF696C67BC63}" destId="{87C04CE7-0C39-48E2-BF28-2D9153BD216C}" srcOrd="4" destOrd="0" presId="urn:microsoft.com/office/officeart/2018/2/layout/IconLabelList"/>
    <dgm:cxn modelId="{72D84581-3AB8-4815-9C10-49169B642640}" type="presParOf" srcId="{87C04CE7-0C39-48E2-BF28-2D9153BD216C}" destId="{2354C605-B098-40F5-B174-467620B9435E}" srcOrd="0" destOrd="0" presId="urn:microsoft.com/office/officeart/2018/2/layout/IconLabelList"/>
    <dgm:cxn modelId="{1445E27C-98AB-4949-819C-68D10A670603}" type="presParOf" srcId="{87C04CE7-0C39-48E2-BF28-2D9153BD216C}" destId="{8778715C-77EE-406D-96E2-C53919AE83FB}" srcOrd="1" destOrd="0" presId="urn:microsoft.com/office/officeart/2018/2/layout/IconLabelList"/>
    <dgm:cxn modelId="{6BB3C043-A510-49CE-987E-849EB3BC1932}" type="presParOf" srcId="{87C04CE7-0C39-48E2-BF28-2D9153BD216C}" destId="{8A6F40AB-EAD1-48F8-A669-03055F0BD1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462E1C8-F91F-4FE7-8B56-B3DA23D04838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DB619E-0B09-45F5-B98A-C914BA72A5D1}">
      <dgm:prSet/>
      <dgm:spPr/>
      <dgm:t>
        <a:bodyPr/>
        <a:lstStyle/>
        <a:p>
          <a:r>
            <a:rPr lang="en-US"/>
            <a:t>• Forense de disco – almacenamiento local.</a:t>
          </a:r>
        </a:p>
      </dgm:t>
    </dgm:pt>
    <dgm:pt modelId="{B1E45AE2-DC8D-4AFE-9E00-15FFF7768A74}" type="parTrans" cxnId="{FCCBB3F9-2138-41AA-927E-8E35B12D88B2}">
      <dgm:prSet/>
      <dgm:spPr/>
      <dgm:t>
        <a:bodyPr/>
        <a:lstStyle/>
        <a:p>
          <a:endParaRPr lang="en-US"/>
        </a:p>
      </dgm:t>
    </dgm:pt>
    <dgm:pt modelId="{6FC2A4DB-E112-417C-9335-1EE3B82A6232}" type="sibTrans" cxnId="{FCCBB3F9-2138-41AA-927E-8E35B12D88B2}">
      <dgm:prSet/>
      <dgm:spPr/>
      <dgm:t>
        <a:bodyPr/>
        <a:lstStyle/>
        <a:p>
          <a:endParaRPr lang="en-US"/>
        </a:p>
      </dgm:t>
    </dgm:pt>
    <dgm:pt modelId="{2AB5D158-88A1-4F35-A69E-533C10BB88AD}">
      <dgm:prSet/>
      <dgm:spPr/>
      <dgm:t>
        <a:bodyPr/>
        <a:lstStyle/>
        <a:p>
          <a:r>
            <a:rPr lang="en-US"/>
            <a:t>• Forense de memoria RAM – procesos y contraseñas.</a:t>
          </a:r>
        </a:p>
      </dgm:t>
    </dgm:pt>
    <dgm:pt modelId="{AB620C2E-65B0-434D-8EC4-B28F5437C86A}" type="parTrans" cxnId="{D102559C-1B99-4118-84C1-E3C4A6E7C7A3}">
      <dgm:prSet/>
      <dgm:spPr/>
      <dgm:t>
        <a:bodyPr/>
        <a:lstStyle/>
        <a:p>
          <a:endParaRPr lang="en-US"/>
        </a:p>
      </dgm:t>
    </dgm:pt>
    <dgm:pt modelId="{AC91AF1A-55C9-4788-BC5B-FB0209E15D62}" type="sibTrans" cxnId="{D102559C-1B99-4118-84C1-E3C4A6E7C7A3}">
      <dgm:prSet/>
      <dgm:spPr/>
      <dgm:t>
        <a:bodyPr/>
        <a:lstStyle/>
        <a:p>
          <a:endParaRPr lang="en-US"/>
        </a:p>
      </dgm:t>
    </dgm:pt>
    <dgm:pt modelId="{10A09833-1C24-49F5-BA93-EB88ADCDF4C0}">
      <dgm:prSet/>
      <dgm:spPr/>
      <dgm:t>
        <a:bodyPr/>
        <a:lstStyle/>
        <a:p>
          <a:r>
            <a:rPr lang="en-US"/>
            <a:t>• Forense de red – tráfico y conexiones.</a:t>
          </a:r>
        </a:p>
      </dgm:t>
    </dgm:pt>
    <dgm:pt modelId="{5E0CA7F1-DD57-45C9-A811-367ABF2AE95E}" type="parTrans" cxnId="{250ED07B-3CDD-47E1-AC18-FC77D32C4A50}">
      <dgm:prSet/>
      <dgm:spPr/>
      <dgm:t>
        <a:bodyPr/>
        <a:lstStyle/>
        <a:p>
          <a:endParaRPr lang="en-US"/>
        </a:p>
      </dgm:t>
    </dgm:pt>
    <dgm:pt modelId="{9D8C3424-D439-4114-A54C-43817CAE17D6}" type="sibTrans" cxnId="{250ED07B-3CDD-47E1-AC18-FC77D32C4A50}">
      <dgm:prSet/>
      <dgm:spPr/>
      <dgm:t>
        <a:bodyPr/>
        <a:lstStyle/>
        <a:p>
          <a:endParaRPr lang="en-US"/>
        </a:p>
      </dgm:t>
    </dgm:pt>
    <dgm:pt modelId="{F20B5570-D505-4702-A829-565D061BCE6E}">
      <dgm:prSet/>
      <dgm:spPr/>
      <dgm:t>
        <a:bodyPr/>
        <a:lstStyle/>
        <a:p>
          <a:r>
            <a:rPr lang="en-US"/>
            <a:t>• Forense en la nube – servicios externos.</a:t>
          </a:r>
        </a:p>
      </dgm:t>
    </dgm:pt>
    <dgm:pt modelId="{0D194F40-CD67-4499-87A7-12787625B37B}" type="parTrans" cxnId="{CB0168C1-64C2-4B3A-ABA3-12CE07F303CC}">
      <dgm:prSet/>
      <dgm:spPr/>
      <dgm:t>
        <a:bodyPr/>
        <a:lstStyle/>
        <a:p>
          <a:endParaRPr lang="en-US"/>
        </a:p>
      </dgm:t>
    </dgm:pt>
    <dgm:pt modelId="{A3026893-06D0-4CA4-B641-28C941FBA71F}" type="sibTrans" cxnId="{CB0168C1-64C2-4B3A-ABA3-12CE07F303CC}">
      <dgm:prSet/>
      <dgm:spPr/>
      <dgm:t>
        <a:bodyPr/>
        <a:lstStyle/>
        <a:p>
          <a:endParaRPr lang="en-US"/>
        </a:p>
      </dgm:t>
    </dgm:pt>
    <dgm:pt modelId="{199551AF-C9CB-4AB0-AD82-F160EA3AEFF5}" type="pres">
      <dgm:prSet presAssocID="{F462E1C8-F91F-4FE7-8B56-B3DA23D04838}" presName="diagram" presStyleCnt="0">
        <dgm:presLayoutVars>
          <dgm:dir/>
          <dgm:resizeHandles val="exact"/>
        </dgm:presLayoutVars>
      </dgm:prSet>
      <dgm:spPr/>
    </dgm:pt>
    <dgm:pt modelId="{89257503-08C3-452F-8219-36F30D9298EA}" type="pres">
      <dgm:prSet presAssocID="{F7DB619E-0B09-45F5-B98A-C914BA72A5D1}" presName="node" presStyleLbl="node1" presStyleIdx="0" presStyleCnt="4">
        <dgm:presLayoutVars>
          <dgm:bulletEnabled val="1"/>
        </dgm:presLayoutVars>
      </dgm:prSet>
      <dgm:spPr/>
    </dgm:pt>
    <dgm:pt modelId="{B0821DBD-EBDF-4938-9BC3-9CCA458CB52F}" type="pres">
      <dgm:prSet presAssocID="{6FC2A4DB-E112-417C-9335-1EE3B82A6232}" presName="sibTrans" presStyleCnt="0"/>
      <dgm:spPr/>
    </dgm:pt>
    <dgm:pt modelId="{1AB10CD5-44B7-4723-9417-F709F626DBCA}" type="pres">
      <dgm:prSet presAssocID="{2AB5D158-88A1-4F35-A69E-533C10BB88AD}" presName="node" presStyleLbl="node1" presStyleIdx="1" presStyleCnt="4">
        <dgm:presLayoutVars>
          <dgm:bulletEnabled val="1"/>
        </dgm:presLayoutVars>
      </dgm:prSet>
      <dgm:spPr/>
    </dgm:pt>
    <dgm:pt modelId="{60C094ED-FD9A-49A8-88B3-78A8240D7939}" type="pres">
      <dgm:prSet presAssocID="{AC91AF1A-55C9-4788-BC5B-FB0209E15D62}" presName="sibTrans" presStyleCnt="0"/>
      <dgm:spPr/>
    </dgm:pt>
    <dgm:pt modelId="{C9FD4F26-5BB2-4902-A30E-B84AF15D8D74}" type="pres">
      <dgm:prSet presAssocID="{10A09833-1C24-49F5-BA93-EB88ADCDF4C0}" presName="node" presStyleLbl="node1" presStyleIdx="2" presStyleCnt="4">
        <dgm:presLayoutVars>
          <dgm:bulletEnabled val="1"/>
        </dgm:presLayoutVars>
      </dgm:prSet>
      <dgm:spPr/>
    </dgm:pt>
    <dgm:pt modelId="{EA7D0005-7D85-4589-B85B-51F77B2FB802}" type="pres">
      <dgm:prSet presAssocID="{9D8C3424-D439-4114-A54C-43817CAE17D6}" presName="sibTrans" presStyleCnt="0"/>
      <dgm:spPr/>
    </dgm:pt>
    <dgm:pt modelId="{E846EC79-41B8-4EF3-AC0B-2518FC6AC7C2}" type="pres">
      <dgm:prSet presAssocID="{F20B5570-D505-4702-A829-565D061BCE6E}" presName="node" presStyleLbl="node1" presStyleIdx="3" presStyleCnt="4">
        <dgm:presLayoutVars>
          <dgm:bulletEnabled val="1"/>
        </dgm:presLayoutVars>
      </dgm:prSet>
      <dgm:spPr/>
    </dgm:pt>
  </dgm:ptLst>
  <dgm:cxnLst>
    <dgm:cxn modelId="{FA6F8E2D-DCB8-49D8-827F-4BC1B789AD40}" type="presOf" srcId="{F462E1C8-F91F-4FE7-8B56-B3DA23D04838}" destId="{199551AF-C9CB-4AB0-AD82-F160EA3AEFF5}" srcOrd="0" destOrd="0" presId="urn:microsoft.com/office/officeart/2005/8/layout/default"/>
    <dgm:cxn modelId="{B5C36141-D5F4-4700-B36A-56D1D2F26928}" type="presOf" srcId="{2AB5D158-88A1-4F35-A69E-533C10BB88AD}" destId="{1AB10CD5-44B7-4723-9417-F709F626DBCA}" srcOrd="0" destOrd="0" presId="urn:microsoft.com/office/officeart/2005/8/layout/default"/>
    <dgm:cxn modelId="{250ED07B-3CDD-47E1-AC18-FC77D32C4A50}" srcId="{F462E1C8-F91F-4FE7-8B56-B3DA23D04838}" destId="{10A09833-1C24-49F5-BA93-EB88ADCDF4C0}" srcOrd="2" destOrd="0" parTransId="{5E0CA7F1-DD57-45C9-A811-367ABF2AE95E}" sibTransId="{9D8C3424-D439-4114-A54C-43817CAE17D6}"/>
    <dgm:cxn modelId="{D102559C-1B99-4118-84C1-E3C4A6E7C7A3}" srcId="{F462E1C8-F91F-4FE7-8B56-B3DA23D04838}" destId="{2AB5D158-88A1-4F35-A69E-533C10BB88AD}" srcOrd="1" destOrd="0" parTransId="{AB620C2E-65B0-434D-8EC4-B28F5437C86A}" sibTransId="{AC91AF1A-55C9-4788-BC5B-FB0209E15D62}"/>
    <dgm:cxn modelId="{0C7FAEAE-7F16-4675-99B1-CCEC9079EA30}" type="presOf" srcId="{F20B5570-D505-4702-A829-565D061BCE6E}" destId="{E846EC79-41B8-4EF3-AC0B-2518FC6AC7C2}" srcOrd="0" destOrd="0" presId="urn:microsoft.com/office/officeart/2005/8/layout/default"/>
    <dgm:cxn modelId="{CB0168C1-64C2-4B3A-ABA3-12CE07F303CC}" srcId="{F462E1C8-F91F-4FE7-8B56-B3DA23D04838}" destId="{F20B5570-D505-4702-A829-565D061BCE6E}" srcOrd="3" destOrd="0" parTransId="{0D194F40-CD67-4499-87A7-12787625B37B}" sibTransId="{A3026893-06D0-4CA4-B641-28C941FBA71F}"/>
    <dgm:cxn modelId="{76ADDECA-0777-4074-9918-2E7CBB2A78DA}" type="presOf" srcId="{F7DB619E-0B09-45F5-B98A-C914BA72A5D1}" destId="{89257503-08C3-452F-8219-36F30D9298EA}" srcOrd="0" destOrd="0" presId="urn:microsoft.com/office/officeart/2005/8/layout/default"/>
    <dgm:cxn modelId="{3F7EFCF6-F144-4443-B101-3F20F81CCF92}" type="presOf" srcId="{10A09833-1C24-49F5-BA93-EB88ADCDF4C0}" destId="{C9FD4F26-5BB2-4902-A30E-B84AF15D8D74}" srcOrd="0" destOrd="0" presId="urn:microsoft.com/office/officeart/2005/8/layout/default"/>
    <dgm:cxn modelId="{FCCBB3F9-2138-41AA-927E-8E35B12D88B2}" srcId="{F462E1C8-F91F-4FE7-8B56-B3DA23D04838}" destId="{F7DB619E-0B09-45F5-B98A-C914BA72A5D1}" srcOrd="0" destOrd="0" parTransId="{B1E45AE2-DC8D-4AFE-9E00-15FFF7768A74}" sibTransId="{6FC2A4DB-E112-417C-9335-1EE3B82A6232}"/>
    <dgm:cxn modelId="{7EFDD9C8-1E39-4870-8652-1B8115DE14F4}" type="presParOf" srcId="{199551AF-C9CB-4AB0-AD82-F160EA3AEFF5}" destId="{89257503-08C3-452F-8219-36F30D9298EA}" srcOrd="0" destOrd="0" presId="urn:microsoft.com/office/officeart/2005/8/layout/default"/>
    <dgm:cxn modelId="{0CF8D6FC-DAF0-4C36-9EDD-3382EFBE939E}" type="presParOf" srcId="{199551AF-C9CB-4AB0-AD82-F160EA3AEFF5}" destId="{B0821DBD-EBDF-4938-9BC3-9CCA458CB52F}" srcOrd="1" destOrd="0" presId="urn:microsoft.com/office/officeart/2005/8/layout/default"/>
    <dgm:cxn modelId="{66815B55-BB38-4651-91EF-23B0802EA505}" type="presParOf" srcId="{199551AF-C9CB-4AB0-AD82-F160EA3AEFF5}" destId="{1AB10CD5-44B7-4723-9417-F709F626DBCA}" srcOrd="2" destOrd="0" presId="urn:microsoft.com/office/officeart/2005/8/layout/default"/>
    <dgm:cxn modelId="{B14F1F95-67A8-421D-A71C-54186F66A437}" type="presParOf" srcId="{199551AF-C9CB-4AB0-AD82-F160EA3AEFF5}" destId="{60C094ED-FD9A-49A8-88B3-78A8240D7939}" srcOrd="3" destOrd="0" presId="urn:microsoft.com/office/officeart/2005/8/layout/default"/>
    <dgm:cxn modelId="{B4FA22F5-419B-4CEE-AC46-FAD52FD78AD8}" type="presParOf" srcId="{199551AF-C9CB-4AB0-AD82-F160EA3AEFF5}" destId="{C9FD4F26-5BB2-4902-A30E-B84AF15D8D74}" srcOrd="4" destOrd="0" presId="urn:microsoft.com/office/officeart/2005/8/layout/default"/>
    <dgm:cxn modelId="{39A0AF26-AFD8-4ED1-BFC5-BB5E27B6B2AC}" type="presParOf" srcId="{199551AF-C9CB-4AB0-AD82-F160EA3AEFF5}" destId="{EA7D0005-7D85-4589-B85B-51F77B2FB802}" srcOrd="5" destOrd="0" presId="urn:microsoft.com/office/officeart/2005/8/layout/default"/>
    <dgm:cxn modelId="{FEEFFD70-5908-46B2-99AC-FDAA95134FD6}" type="presParOf" srcId="{199551AF-C9CB-4AB0-AD82-F160EA3AEFF5}" destId="{E846EC79-41B8-4EF3-AC0B-2518FC6AC7C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7BE5E4D-EFAB-452F-9552-839A172E593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A715063-B9C7-4D7F-8D20-7A0D5C84C2E2}">
      <dgm:prSet/>
      <dgm:spPr/>
      <dgm:t>
        <a:bodyPr/>
        <a:lstStyle/>
        <a:p>
          <a:r>
            <a:rPr lang="en-US"/>
            <a:t>• Revisar autor, fechas, software usado.</a:t>
          </a:r>
        </a:p>
      </dgm:t>
    </dgm:pt>
    <dgm:pt modelId="{79A48898-6EA2-439B-87E7-F9E2494F8E62}" type="parTrans" cxnId="{60DE05C9-50ED-4D36-9732-907B6D39A3DB}">
      <dgm:prSet/>
      <dgm:spPr/>
      <dgm:t>
        <a:bodyPr/>
        <a:lstStyle/>
        <a:p>
          <a:endParaRPr lang="en-US"/>
        </a:p>
      </dgm:t>
    </dgm:pt>
    <dgm:pt modelId="{D1D1F402-A08B-4E8B-988B-999C9E90053C}" type="sibTrans" cxnId="{60DE05C9-50ED-4D36-9732-907B6D39A3DB}">
      <dgm:prSet/>
      <dgm:spPr/>
      <dgm:t>
        <a:bodyPr/>
        <a:lstStyle/>
        <a:p>
          <a:endParaRPr lang="en-US"/>
        </a:p>
      </dgm:t>
    </dgm:pt>
    <dgm:pt modelId="{4582ACBE-3256-4BCF-BE15-5C411BBA2502}">
      <dgm:prSet/>
      <dgm:spPr/>
      <dgm:t>
        <a:bodyPr/>
        <a:lstStyle/>
        <a:p>
          <a:r>
            <a:rPr lang="en-US"/>
            <a:t>• Localizar archivos ocultos o temporales.</a:t>
          </a:r>
        </a:p>
      </dgm:t>
    </dgm:pt>
    <dgm:pt modelId="{EE3B2A7B-3F57-4AB4-AA5F-1FAC2924EF64}" type="parTrans" cxnId="{7FFA576D-9B8D-4CCD-83F9-30D3308B6ADA}">
      <dgm:prSet/>
      <dgm:spPr/>
      <dgm:t>
        <a:bodyPr/>
        <a:lstStyle/>
        <a:p>
          <a:endParaRPr lang="en-US"/>
        </a:p>
      </dgm:t>
    </dgm:pt>
    <dgm:pt modelId="{97A07DF4-7855-4214-A83E-603F8B19ADA1}" type="sibTrans" cxnId="{7FFA576D-9B8D-4CCD-83F9-30D3308B6ADA}">
      <dgm:prSet/>
      <dgm:spPr/>
      <dgm:t>
        <a:bodyPr/>
        <a:lstStyle/>
        <a:p>
          <a:endParaRPr lang="en-US"/>
        </a:p>
      </dgm:t>
    </dgm:pt>
    <dgm:pt modelId="{534EBB36-C582-4054-8B4A-B74B70B72A1E}">
      <dgm:prSet/>
      <dgm:spPr/>
      <dgm:t>
        <a:bodyPr/>
        <a:lstStyle/>
        <a:p>
          <a:r>
            <a:rPr lang="en-US"/>
            <a:t>• Comparar hashes con bases de datos.</a:t>
          </a:r>
        </a:p>
      </dgm:t>
    </dgm:pt>
    <dgm:pt modelId="{22B8A9C8-CF7C-473E-91ED-05EBEE96E94A}" type="parTrans" cxnId="{86DE64B6-6522-45E2-8067-9324A749BBB7}">
      <dgm:prSet/>
      <dgm:spPr/>
      <dgm:t>
        <a:bodyPr/>
        <a:lstStyle/>
        <a:p>
          <a:endParaRPr lang="en-US"/>
        </a:p>
      </dgm:t>
    </dgm:pt>
    <dgm:pt modelId="{C9E92694-10DC-431B-8F50-E219E9FC350D}" type="sibTrans" cxnId="{86DE64B6-6522-45E2-8067-9324A749BBB7}">
      <dgm:prSet/>
      <dgm:spPr/>
      <dgm:t>
        <a:bodyPr/>
        <a:lstStyle/>
        <a:p>
          <a:endParaRPr lang="en-US"/>
        </a:p>
      </dgm:t>
    </dgm:pt>
    <dgm:pt modelId="{195F361F-EC3D-4931-8BEF-5C1AE64F7113}">
      <dgm:prSet/>
      <dgm:spPr/>
      <dgm:t>
        <a:bodyPr/>
        <a:lstStyle/>
        <a:p>
          <a:r>
            <a:rPr lang="en-US"/>
            <a:t>• Detectar scripts o macros sospechosas.</a:t>
          </a:r>
        </a:p>
      </dgm:t>
    </dgm:pt>
    <dgm:pt modelId="{CC06A615-01A7-43FB-9968-5BDBACC427B9}" type="parTrans" cxnId="{E642CF69-439C-47F7-882C-C248941A9DAD}">
      <dgm:prSet/>
      <dgm:spPr/>
      <dgm:t>
        <a:bodyPr/>
        <a:lstStyle/>
        <a:p>
          <a:endParaRPr lang="en-US"/>
        </a:p>
      </dgm:t>
    </dgm:pt>
    <dgm:pt modelId="{5C2D007C-A758-4409-A453-6DA4AB6EE822}" type="sibTrans" cxnId="{E642CF69-439C-47F7-882C-C248941A9DAD}">
      <dgm:prSet/>
      <dgm:spPr/>
      <dgm:t>
        <a:bodyPr/>
        <a:lstStyle/>
        <a:p>
          <a:endParaRPr lang="en-US"/>
        </a:p>
      </dgm:t>
    </dgm:pt>
    <dgm:pt modelId="{42478F2A-19A9-4C1A-8E8B-82BE8702B787}" type="pres">
      <dgm:prSet presAssocID="{67BE5E4D-EFAB-452F-9552-839A172E5935}" presName="vert0" presStyleCnt="0">
        <dgm:presLayoutVars>
          <dgm:dir/>
          <dgm:animOne val="branch"/>
          <dgm:animLvl val="lvl"/>
        </dgm:presLayoutVars>
      </dgm:prSet>
      <dgm:spPr/>
    </dgm:pt>
    <dgm:pt modelId="{E965879C-9D89-4498-8339-3E2B7FADE435}" type="pres">
      <dgm:prSet presAssocID="{8A715063-B9C7-4D7F-8D20-7A0D5C84C2E2}" presName="thickLine" presStyleLbl="alignNode1" presStyleIdx="0" presStyleCnt="4"/>
      <dgm:spPr/>
    </dgm:pt>
    <dgm:pt modelId="{02F5BFCC-6D94-4BBE-A1E4-2CF743BE5171}" type="pres">
      <dgm:prSet presAssocID="{8A715063-B9C7-4D7F-8D20-7A0D5C84C2E2}" presName="horz1" presStyleCnt="0"/>
      <dgm:spPr/>
    </dgm:pt>
    <dgm:pt modelId="{7AAEC818-AF73-4449-868A-B544905BA513}" type="pres">
      <dgm:prSet presAssocID="{8A715063-B9C7-4D7F-8D20-7A0D5C84C2E2}" presName="tx1" presStyleLbl="revTx" presStyleIdx="0" presStyleCnt="4"/>
      <dgm:spPr/>
    </dgm:pt>
    <dgm:pt modelId="{2F4C2F80-4120-4C51-912A-BFDFE9F3CE96}" type="pres">
      <dgm:prSet presAssocID="{8A715063-B9C7-4D7F-8D20-7A0D5C84C2E2}" presName="vert1" presStyleCnt="0"/>
      <dgm:spPr/>
    </dgm:pt>
    <dgm:pt modelId="{6075D6D1-9F73-4138-BBAF-57E8E8CFF8E6}" type="pres">
      <dgm:prSet presAssocID="{4582ACBE-3256-4BCF-BE15-5C411BBA2502}" presName="thickLine" presStyleLbl="alignNode1" presStyleIdx="1" presStyleCnt="4"/>
      <dgm:spPr/>
    </dgm:pt>
    <dgm:pt modelId="{B846F986-D49D-4CF8-B7CC-9CF4A53F6E1D}" type="pres">
      <dgm:prSet presAssocID="{4582ACBE-3256-4BCF-BE15-5C411BBA2502}" presName="horz1" presStyleCnt="0"/>
      <dgm:spPr/>
    </dgm:pt>
    <dgm:pt modelId="{ABF77659-A72D-40C7-B781-12A7832094A0}" type="pres">
      <dgm:prSet presAssocID="{4582ACBE-3256-4BCF-BE15-5C411BBA2502}" presName="tx1" presStyleLbl="revTx" presStyleIdx="1" presStyleCnt="4"/>
      <dgm:spPr/>
    </dgm:pt>
    <dgm:pt modelId="{A99918CE-8F4A-41CE-A09E-07DE4FD7C954}" type="pres">
      <dgm:prSet presAssocID="{4582ACBE-3256-4BCF-BE15-5C411BBA2502}" presName="vert1" presStyleCnt="0"/>
      <dgm:spPr/>
    </dgm:pt>
    <dgm:pt modelId="{95B8DF36-A17E-4FC1-B7DF-B7C9E5B27495}" type="pres">
      <dgm:prSet presAssocID="{534EBB36-C582-4054-8B4A-B74B70B72A1E}" presName="thickLine" presStyleLbl="alignNode1" presStyleIdx="2" presStyleCnt="4"/>
      <dgm:spPr/>
    </dgm:pt>
    <dgm:pt modelId="{5F7B60E9-7772-4E73-A166-A14296A23459}" type="pres">
      <dgm:prSet presAssocID="{534EBB36-C582-4054-8B4A-B74B70B72A1E}" presName="horz1" presStyleCnt="0"/>
      <dgm:spPr/>
    </dgm:pt>
    <dgm:pt modelId="{99A5C3E2-8E65-4CF8-AEBC-FEFDF6D74C4C}" type="pres">
      <dgm:prSet presAssocID="{534EBB36-C582-4054-8B4A-B74B70B72A1E}" presName="tx1" presStyleLbl="revTx" presStyleIdx="2" presStyleCnt="4"/>
      <dgm:spPr/>
    </dgm:pt>
    <dgm:pt modelId="{865EB788-8021-49F4-9EB3-7DBA2F25C942}" type="pres">
      <dgm:prSet presAssocID="{534EBB36-C582-4054-8B4A-B74B70B72A1E}" presName="vert1" presStyleCnt="0"/>
      <dgm:spPr/>
    </dgm:pt>
    <dgm:pt modelId="{D090BAB8-386C-42D6-98AC-831460AE374A}" type="pres">
      <dgm:prSet presAssocID="{195F361F-EC3D-4931-8BEF-5C1AE64F7113}" presName="thickLine" presStyleLbl="alignNode1" presStyleIdx="3" presStyleCnt="4"/>
      <dgm:spPr/>
    </dgm:pt>
    <dgm:pt modelId="{534CB0D8-5D65-45EA-95DD-3A0A63EDF0A4}" type="pres">
      <dgm:prSet presAssocID="{195F361F-EC3D-4931-8BEF-5C1AE64F7113}" presName="horz1" presStyleCnt="0"/>
      <dgm:spPr/>
    </dgm:pt>
    <dgm:pt modelId="{B690F839-7C7E-4020-B04D-7959BEF018EA}" type="pres">
      <dgm:prSet presAssocID="{195F361F-EC3D-4931-8BEF-5C1AE64F7113}" presName="tx1" presStyleLbl="revTx" presStyleIdx="3" presStyleCnt="4"/>
      <dgm:spPr/>
    </dgm:pt>
    <dgm:pt modelId="{79E4FE0A-CAB1-4D10-BDC4-7A99985694D1}" type="pres">
      <dgm:prSet presAssocID="{195F361F-EC3D-4931-8BEF-5C1AE64F7113}" presName="vert1" presStyleCnt="0"/>
      <dgm:spPr/>
    </dgm:pt>
  </dgm:ptLst>
  <dgm:cxnLst>
    <dgm:cxn modelId="{7AFD073B-E52F-4481-9765-2A9F8824F0FB}" type="presOf" srcId="{8A715063-B9C7-4D7F-8D20-7A0D5C84C2E2}" destId="{7AAEC818-AF73-4449-868A-B544905BA513}" srcOrd="0" destOrd="0" presId="urn:microsoft.com/office/officeart/2008/layout/LinedList"/>
    <dgm:cxn modelId="{323D7B3E-72D8-4085-9144-6D48344E38AA}" type="presOf" srcId="{534EBB36-C582-4054-8B4A-B74B70B72A1E}" destId="{99A5C3E2-8E65-4CF8-AEBC-FEFDF6D74C4C}" srcOrd="0" destOrd="0" presId="urn:microsoft.com/office/officeart/2008/layout/LinedList"/>
    <dgm:cxn modelId="{E642CF69-439C-47F7-882C-C248941A9DAD}" srcId="{67BE5E4D-EFAB-452F-9552-839A172E5935}" destId="{195F361F-EC3D-4931-8BEF-5C1AE64F7113}" srcOrd="3" destOrd="0" parTransId="{CC06A615-01A7-43FB-9968-5BDBACC427B9}" sibTransId="{5C2D007C-A758-4409-A453-6DA4AB6EE822}"/>
    <dgm:cxn modelId="{7FFA576D-9B8D-4CCD-83F9-30D3308B6ADA}" srcId="{67BE5E4D-EFAB-452F-9552-839A172E5935}" destId="{4582ACBE-3256-4BCF-BE15-5C411BBA2502}" srcOrd="1" destOrd="0" parTransId="{EE3B2A7B-3F57-4AB4-AA5F-1FAC2924EF64}" sibTransId="{97A07DF4-7855-4214-A83E-603F8B19ADA1}"/>
    <dgm:cxn modelId="{0A2FC74E-8B44-46AB-BF55-A3442708703C}" type="presOf" srcId="{4582ACBE-3256-4BCF-BE15-5C411BBA2502}" destId="{ABF77659-A72D-40C7-B781-12A7832094A0}" srcOrd="0" destOrd="0" presId="urn:microsoft.com/office/officeart/2008/layout/LinedList"/>
    <dgm:cxn modelId="{C5B42287-45E9-4C38-BA85-5D884C762081}" type="presOf" srcId="{67BE5E4D-EFAB-452F-9552-839A172E5935}" destId="{42478F2A-19A9-4C1A-8E8B-82BE8702B787}" srcOrd="0" destOrd="0" presId="urn:microsoft.com/office/officeart/2008/layout/LinedList"/>
    <dgm:cxn modelId="{86DE64B6-6522-45E2-8067-9324A749BBB7}" srcId="{67BE5E4D-EFAB-452F-9552-839A172E5935}" destId="{534EBB36-C582-4054-8B4A-B74B70B72A1E}" srcOrd="2" destOrd="0" parTransId="{22B8A9C8-CF7C-473E-91ED-05EBEE96E94A}" sibTransId="{C9E92694-10DC-431B-8F50-E219E9FC350D}"/>
    <dgm:cxn modelId="{60DE05C9-50ED-4D36-9732-907B6D39A3DB}" srcId="{67BE5E4D-EFAB-452F-9552-839A172E5935}" destId="{8A715063-B9C7-4D7F-8D20-7A0D5C84C2E2}" srcOrd="0" destOrd="0" parTransId="{79A48898-6EA2-439B-87E7-F9E2494F8E62}" sibTransId="{D1D1F402-A08B-4E8B-988B-999C9E90053C}"/>
    <dgm:cxn modelId="{1AB73EDB-821B-4F3A-B4AB-7817E9D9845E}" type="presOf" srcId="{195F361F-EC3D-4931-8BEF-5C1AE64F7113}" destId="{B690F839-7C7E-4020-B04D-7959BEF018EA}" srcOrd="0" destOrd="0" presId="urn:microsoft.com/office/officeart/2008/layout/LinedList"/>
    <dgm:cxn modelId="{1D19712D-09B1-44C4-BA88-50DD0EB860E1}" type="presParOf" srcId="{42478F2A-19A9-4C1A-8E8B-82BE8702B787}" destId="{E965879C-9D89-4498-8339-3E2B7FADE435}" srcOrd="0" destOrd="0" presId="urn:microsoft.com/office/officeart/2008/layout/LinedList"/>
    <dgm:cxn modelId="{11B218CD-02B1-4BE4-9A91-212036363637}" type="presParOf" srcId="{42478F2A-19A9-4C1A-8E8B-82BE8702B787}" destId="{02F5BFCC-6D94-4BBE-A1E4-2CF743BE5171}" srcOrd="1" destOrd="0" presId="urn:microsoft.com/office/officeart/2008/layout/LinedList"/>
    <dgm:cxn modelId="{2625E02D-3CA0-4420-8B6A-584C311AE340}" type="presParOf" srcId="{02F5BFCC-6D94-4BBE-A1E4-2CF743BE5171}" destId="{7AAEC818-AF73-4449-868A-B544905BA513}" srcOrd="0" destOrd="0" presId="urn:microsoft.com/office/officeart/2008/layout/LinedList"/>
    <dgm:cxn modelId="{B14F739F-B87A-41B6-A21C-C46ABA222680}" type="presParOf" srcId="{02F5BFCC-6D94-4BBE-A1E4-2CF743BE5171}" destId="{2F4C2F80-4120-4C51-912A-BFDFE9F3CE96}" srcOrd="1" destOrd="0" presId="urn:microsoft.com/office/officeart/2008/layout/LinedList"/>
    <dgm:cxn modelId="{B79748A3-2ACD-49D9-8FE6-475BFBB2126A}" type="presParOf" srcId="{42478F2A-19A9-4C1A-8E8B-82BE8702B787}" destId="{6075D6D1-9F73-4138-BBAF-57E8E8CFF8E6}" srcOrd="2" destOrd="0" presId="urn:microsoft.com/office/officeart/2008/layout/LinedList"/>
    <dgm:cxn modelId="{0D00E232-B88F-4E31-A12E-530C51265C58}" type="presParOf" srcId="{42478F2A-19A9-4C1A-8E8B-82BE8702B787}" destId="{B846F986-D49D-4CF8-B7CC-9CF4A53F6E1D}" srcOrd="3" destOrd="0" presId="urn:microsoft.com/office/officeart/2008/layout/LinedList"/>
    <dgm:cxn modelId="{2FE61624-3D52-4308-9139-32231F3D6F67}" type="presParOf" srcId="{B846F986-D49D-4CF8-B7CC-9CF4A53F6E1D}" destId="{ABF77659-A72D-40C7-B781-12A7832094A0}" srcOrd="0" destOrd="0" presId="urn:microsoft.com/office/officeart/2008/layout/LinedList"/>
    <dgm:cxn modelId="{139A4877-2F65-4F1E-BB11-002EB8525A0B}" type="presParOf" srcId="{B846F986-D49D-4CF8-B7CC-9CF4A53F6E1D}" destId="{A99918CE-8F4A-41CE-A09E-07DE4FD7C954}" srcOrd="1" destOrd="0" presId="urn:microsoft.com/office/officeart/2008/layout/LinedList"/>
    <dgm:cxn modelId="{3A62D2E9-B45F-4BFD-A4FD-8559E7C85ABD}" type="presParOf" srcId="{42478F2A-19A9-4C1A-8E8B-82BE8702B787}" destId="{95B8DF36-A17E-4FC1-B7DF-B7C9E5B27495}" srcOrd="4" destOrd="0" presId="urn:microsoft.com/office/officeart/2008/layout/LinedList"/>
    <dgm:cxn modelId="{EBA5A89E-3E22-4D44-8B54-52BD1B860CE0}" type="presParOf" srcId="{42478F2A-19A9-4C1A-8E8B-82BE8702B787}" destId="{5F7B60E9-7772-4E73-A166-A14296A23459}" srcOrd="5" destOrd="0" presId="urn:microsoft.com/office/officeart/2008/layout/LinedList"/>
    <dgm:cxn modelId="{4471FD82-0107-4874-8358-38FF52593E09}" type="presParOf" srcId="{5F7B60E9-7772-4E73-A166-A14296A23459}" destId="{99A5C3E2-8E65-4CF8-AEBC-FEFDF6D74C4C}" srcOrd="0" destOrd="0" presId="urn:microsoft.com/office/officeart/2008/layout/LinedList"/>
    <dgm:cxn modelId="{F684803D-BCDF-4EBD-A742-3F3F203A939D}" type="presParOf" srcId="{5F7B60E9-7772-4E73-A166-A14296A23459}" destId="{865EB788-8021-49F4-9EB3-7DBA2F25C942}" srcOrd="1" destOrd="0" presId="urn:microsoft.com/office/officeart/2008/layout/LinedList"/>
    <dgm:cxn modelId="{D6C8D8E8-E10D-4E43-A075-9AFD09836DC5}" type="presParOf" srcId="{42478F2A-19A9-4C1A-8E8B-82BE8702B787}" destId="{D090BAB8-386C-42D6-98AC-831460AE374A}" srcOrd="6" destOrd="0" presId="urn:microsoft.com/office/officeart/2008/layout/LinedList"/>
    <dgm:cxn modelId="{BF7B99B8-A10C-400F-A291-A5DA60319639}" type="presParOf" srcId="{42478F2A-19A9-4C1A-8E8B-82BE8702B787}" destId="{534CB0D8-5D65-45EA-95DD-3A0A63EDF0A4}" srcOrd="7" destOrd="0" presId="urn:microsoft.com/office/officeart/2008/layout/LinedList"/>
    <dgm:cxn modelId="{6D67B983-A896-4A83-A1DE-5D23012E77FA}" type="presParOf" srcId="{534CB0D8-5D65-45EA-95DD-3A0A63EDF0A4}" destId="{B690F839-7C7E-4020-B04D-7959BEF018EA}" srcOrd="0" destOrd="0" presId="urn:microsoft.com/office/officeart/2008/layout/LinedList"/>
    <dgm:cxn modelId="{D6CA9DB5-9ACE-4CF0-99C8-88597FEB8893}" type="presParOf" srcId="{534CB0D8-5D65-45EA-95DD-3A0A63EDF0A4}" destId="{79E4FE0A-CAB1-4D10-BDC4-7A99985694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2A0A758-EEB5-454D-842D-8423B7B10111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60E98C6-AB38-4247-B37E-DC0CCFDC4DBC}">
      <dgm:prSet/>
      <dgm:spPr/>
      <dgm:t>
        <a:bodyPr/>
        <a:lstStyle/>
        <a:p>
          <a:r>
            <a:rPr lang="en-US"/>
            <a:t>• Identificación del caso y analista.</a:t>
          </a:r>
        </a:p>
      </dgm:t>
    </dgm:pt>
    <dgm:pt modelId="{831D2166-8109-4AB8-9448-27D236E2B561}" type="parTrans" cxnId="{4DE66879-0359-4A0D-BAB4-FAB4916DAA51}">
      <dgm:prSet/>
      <dgm:spPr/>
      <dgm:t>
        <a:bodyPr/>
        <a:lstStyle/>
        <a:p>
          <a:endParaRPr lang="en-US"/>
        </a:p>
      </dgm:t>
    </dgm:pt>
    <dgm:pt modelId="{49114D9D-154B-4785-A44C-C09FD8EE9DEA}" type="sibTrans" cxnId="{4DE66879-0359-4A0D-BAB4-FAB4916DAA51}">
      <dgm:prSet/>
      <dgm:spPr/>
      <dgm:t>
        <a:bodyPr/>
        <a:lstStyle/>
        <a:p>
          <a:endParaRPr lang="en-US"/>
        </a:p>
      </dgm:t>
    </dgm:pt>
    <dgm:pt modelId="{51756C26-A8D9-48C1-BEF5-DE595E43C1EA}">
      <dgm:prSet/>
      <dgm:spPr/>
      <dgm:t>
        <a:bodyPr/>
        <a:lstStyle/>
        <a:p>
          <a:r>
            <a:rPr lang="en-US"/>
            <a:t>• Herramientas empleadas.</a:t>
          </a:r>
        </a:p>
      </dgm:t>
    </dgm:pt>
    <dgm:pt modelId="{30533311-2065-4AB7-85B6-2233BAF6A97B}" type="parTrans" cxnId="{5D156A1A-105D-4070-BE0A-34A986C0B59C}">
      <dgm:prSet/>
      <dgm:spPr/>
      <dgm:t>
        <a:bodyPr/>
        <a:lstStyle/>
        <a:p>
          <a:endParaRPr lang="en-US"/>
        </a:p>
      </dgm:t>
    </dgm:pt>
    <dgm:pt modelId="{05EB859D-7B01-4829-9C02-535B462C5F74}" type="sibTrans" cxnId="{5D156A1A-105D-4070-BE0A-34A986C0B59C}">
      <dgm:prSet/>
      <dgm:spPr/>
      <dgm:t>
        <a:bodyPr/>
        <a:lstStyle/>
        <a:p>
          <a:endParaRPr lang="en-US"/>
        </a:p>
      </dgm:t>
    </dgm:pt>
    <dgm:pt modelId="{97D2FD0C-6290-4035-9FCB-F32FA8A9EAF8}">
      <dgm:prSet/>
      <dgm:spPr/>
      <dgm:t>
        <a:bodyPr/>
        <a:lstStyle/>
        <a:p>
          <a:r>
            <a:rPr lang="en-US"/>
            <a:t>• Procedimiento seguido.</a:t>
          </a:r>
        </a:p>
      </dgm:t>
    </dgm:pt>
    <dgm:pt modelId="{3F52AEE2-55E0-4E6A-A957-4C345909642E}" type="parTrans" cxnId="{442446DD-D0CA-485B-9779-44E99E335433}">
      <dgm:prSet/>
      <dgm:spPr/>
      <dgm:t>
        <a:bodyPr/>
        <a:lstStyle/>
        <a:p>
          <a:endParaRPr lang="en-US"/>
        </a:p>
      </dgm:t>
    </dgm:pt>
    <dgm:pt modelId="{457ADF57-15CD-4FD6-AE12-7A4E47ECAF3D}" type="sibTrans" cxnId="{442446DD-D0CA-485B-9779-44E99E335433}">
      <dgm:prSet/>
      <dgm:spPr/>
      <dgm:t>
        <a:bodyPr/>
        <a:lstStyle/>
        <a:p>
          <a:endParaRPr lang="en-US"/>
        </a:p>
      </dgm:t>
    </dgm:pt>
    <dgm:pt modelId="{299EB9C9-3844-4528-A39D-273346DDFA6C}">
      <dgm:prSet/>
      <dgm:spPr/>
      <dgm:t>
        <a:bodyPr/>
        <a:lstStyle/>
        <a:p>
          <a:r>
            <a:rPr lang="en-US"/>
            <a:t>• Resultados, conclusiones y anexos.</a:t>
          </a:r>
        </a:p>
      </dgm:t>
    </dgm:pt>
    <dgm:pt modelId="{4CDC913D-54AC-4B35-91E7-510E27CDB86F}" type="parTrans" cxnId="{04F13E30-7E0C-477D-BACF-2D37DAF353D1}">
      <dgm:prSet/>
      <dgm:spPr/>
      <dgm:t>
        <a:bodyPr/>
        <a:lstStyle/>
        <a:p>
          <a:endParaRPr lang="en-US"/>
        </a:p>
      </dgm:t>
    </dgm:pt>
    <dgm:pt modelId="{9D7E5A25-A437-47AE-96AB-0BC595A716AB}" type="sibTrans" cxnId="{04F13E30-7E0C-477D-BACF-2D37DAF353D1}">
      <dgm:prSet/>
      <dgm:spPr/>
      <dgm:t>
        <a:bodyPr/>
        <a:lstStyle/>
        <a:p>
          <a:endParaRPr lang="en-US"/>
        </a:p>
      </dgm:t>
    </dgm:pt>
    <dgm:pt modelId="{771A9147-DE8E-4BFE-A0AF-7F579D61C201}">
      <dgm:prSet/>
      <dgm:spPr/>
      <dgm:t>
        <a:bodyPr/>
        <a:lstStyle/>
        <a:p>
          <a:r>
            <a:rPr lang="en-US"/>
            <a:t>• Lenguaje técnico y verificable.</a:t>
          </a:r>
        </a:p>
      </dgm:t>
    </dgm:pt>
    <dgm:pt modelId="{A8C8161C-EF68-4A6B-ABFC-674680D35225}" type="parTrans" cxnId="{20AD9C5D-F06E-4B80-94EB-2FF8D27F09C1}">
      <dgm:prSet/>
      <dgm:spPr/>
      <dgm:t>
        <a:bodyPr/>
        <a:lstStyle/>
        <a:p>
          <a:endParaRPr lang="en-US"/>
        </a:p>
      </dgm:t>
    </dgm:pt>
    <dgm:pt modelId="{2D3DEAE0-75FD-4E71-9E76-0C5C92E212FD}" type="sibTrans" cxnId="{20AD9C5D-F06E-4B80-94EB-2FF8D27F09C1}">
      <dgm:prSet/>
      <dgm:spPr/>
      <dgm:t>
        <a:bodyPr/>
        <a:lstStyle/>
        <a:p>
          <a:endParaRPr lang="en-US"/>
        </a:p>
      </dgm:t>
    </dgm:pt>
    <dgm:pt modelId="{A3F3076F-EF9C-4D2B-AF08-32C4728E114A}" type="pres">
      <dgm:prSet presAssocID="{52A0A758-EEB5-454D-842D-8423B7B10111}" presName="vert0" presStyleCnt="0">
        <dgm:presLayoutVars>
          <dgm:dir/>
          <dgm:animOne val="branch"/>
          <dgm:animLvl val="lvl"/>
        </dgm:presLayoutVars>
      </dgm:prSet>
      <dgm:spPr/>
    </dgm:pt>
    <dgm:pt modelId="{8BF0B449-750F-4E5C-B874-8A0B1227D4D3}" type="pres">
      <dgm:prSet presAssocID="{F60E98C6-AB38-4247-B37E-DC0CCFDC4DBC}" presName="thickLine" presStyleLbl="alignNode1" presStyleIdx="0" presStyleCnt="5"/>
      <dgm:spPr/>
    </dgm:pt>
    <dgm:pt modelId="{555BCA68-C468-4533-A972-F5FEB9D11597}" type="pres">
      <dgm:prSet presAssocID="{F60E98C6-AB38-4247-B37E-DC0CCFDC4DBC}" presName="horz1" presStyleCnt="0"/>
      <dgm:spPr/>
    </dgm:pt>
    <dgm:pt modelId="{EC78E7A2-7CCE-4FFD-95A3-DC83F4B4AA98}" type="pres">
      <dgm:prSet presAssocID="{F60E98C6-AB38-4247-B37E-DC0CCFDC4DBC}" presName="tx1" presStyleLbl="revTx" presStyleIdx="0" presStyleCnt="5"/>
      <dgm:spPr/>
    </dgm:pt>
    <dgm:pt modelId="{E4657145-F2E1-4A78-B2AF-25F05F64DDD1}" type="pres">
      <dgm:prSet presAssocID="{F60E98C6-AB38-4247-B37E-DC0CCFDC4DBC}" presName="vert1" presStyleCnt="0"/>
      <dgm:spPr/>
    </dgm:pt>
    <dgm:pt modelId="{6241F154-DAC6-43FE-8677-96390D3E39D8}" type="pres">
      <dgm:prSet presAssocID="{51756C26-A8D9-48C1-BEF5-DE595E43C1EA}" presName="thickLine" presStyleLbl="alignNode1" presStyleIdx="1" presStyleCnt="5"/>
      <dgm:spPr/>
    </dgm:pt>
    <dgm:pt modelId="{29800B68-8734-421C-9B53-0FF0DABBA6BF}" type="pres">
      <dgm:prSet presAssocID="{51756C26-A8D9-48C1-BEF5-DE595E43C1EA}" presName="horz1" presStyleCnt="0"/>
      <dgm:spPr/>
    </dgm:pt>
    <dgm:pt modelId="{D5359032-852C-4649-98B0-FC61D0277EF2}" type="pres">
      <dgm:prSet presAssocID="{51756C26-A8D9-48C1-BEF5-DE595E43C1EA}" presName="tx1" presStyleLbl="revTx" presStyleIdx="1" presStyleCnt="5"/>
      <dgm:spPr/>
    </dgm:pt>
    <dgm:pt modelId="{664D2A04-0E22-4606-9DA1-D3502F0A0B00}" type="pres">
      <dgm:prSet presAssocID="{51756C26-A8D9-48C1-BEF5-DE595E43C1EA}" presName="vert1" presStyleCnt="0"/>
      <dgm:spPr/>
    </dgm:pt>
    <dgm:pt modelId="{282A82E5-53C1-4F38-87EF-115E9B098208}" type="pres">
      <dgm:prSet presAssocID="{97D2FD0C-6290-4035-9FCB-F32FA8A9EAF8}" presName="thickLine" presStyleLbl="alignNode1" presStyleIdx="2" presStyleCnt="5"/>
      <dgm:spPr/>
    </dgm:pt>
    <dgm:pt modelId="{29EDD7C6-EB50-4F0E-B572-EC65FD61EF2C}" type="pres">
      <dgm:prSet presAssocID="{97D2FD0C-6290-4035-9FCB-F32FA8A9EAF8}" presName="horz1" presStyleCnt="0"/>
      <dgm:spPr/>
    </dgm:pt>
    <dgm:pt modelId="{36954A6A-7713-47E8-B764-5ED692D2E4B5}" type="pres">
      <dgm:prSet presAssocID="{97D2FD0C-6290-4035-9FCB-F32FA8A9EAF8}" presName="tx1" presStyleLbl="revTx" presStyleIdx="2" presStyleCnt="5"/>
      <dgm:spPr/>
    </dgm:pt>
    <dgm:pt modelId="{A4889E73-B2A3-426C-A72F-0E00F1DE1F67}" type="pres">
      <dgm:prSet presAssocID="{97D2FD0C-6290-4035-9FCB-F32FA8A9EAF8}" presName="vert1" presStyleCnt="0"/>
      <dgm:spPr/>
    </dgm:pt>
    <dgm:pt modelId="{88BC91FA-B9CD-41AD-BF94-BEE4046BF40F}" type="pres">
      <dgm:prSet presAssocID="{299EB9C9-3844-4528-A39D-273346DDFA6C}" presName="thickLine" presStyleLbl="alignNode1" presStyleIdx="3" presStyleCnt="5"/>
      <dgm:spPr/>
    </dgm:pt>
    <dgm:pt modelId="{2C2F9CE6-7B70-465C-9CEE-E3239AFB1A07}" type="pres">
      <dgm:prSet presAssocID="{299EB9C9-3844-4528-A39D-273346DDFA6C}" presName="horz1" presStyleCnt="0"/>
      <dgm:spPr/>
    </dgm:pt>
    <dgm:pt modelId="{1C888382-4A52-4CCA-B609-8272907B3B00}" type="pres">
      <dgm:prSet presAssocID="{299EB9C9-3844-4528-A39D-273346DDFA6C}" presName="tx1" presStyleLbl="revTx" presStyleIdx="3" presStyleCnt="5"/>
      <dgm:spPr/>
    </dgm:pt>
    <dgm:pt modelId="{1C5D6F1C-EA2A-43FE-A207-3F5AB0D597C6}" type="pres">
      <dgm:prSet presAssocID="{299EB9C9-3844-4528-A39D-273346DDFA6C}" presName="vert1" presStyleCnt="0"/>
      <dgm:spPr/>
    </dgm:pt>
    <dgm:pt modelId="{AD62B760-3643-4952-BC4D-9517DFEFB369}" type="pres">
      <dgm:prSet presAssocID="{771A9147-DE8E-4BFE-A0AF-7F579D61C201}" presName="thickLine" presStyleLbl="alignNode1" presStyleIdx="4" presStyleCnt="5"/>
      <dgm:spPr/>
    </dgm:pt>
    <dgm:pt modelId="{7E450D52-4566-4F29-99F8-898EBC8B99FE}" type="pres">
      <dgm:prSet presAssocID="{771A9147-DE8E-4BFE-A0AF-7F579D61C201}" presName="horz1" presStyleCnt="0"/>
      <dgm:spPr/>
    </dgm:pt>
    <dgm:pt modelId="{111295E0-F584-4E47-95FC-B28C82153478}" type="pres">
      <dgm:prSet presAssocID="{771A9147-DE8E-4BFE-A0AF-7F579D61C201}" presName="tx1" presStyleLbl="revTx" presStyleIdx="4" presStyleCnt="5"/>
      <dgm:spPr/>
    </dgm:pt>
    <dgm:pt modelId="{428F6D81-ED73-434D-B36C-D9C47C38D1A9}" type="pres">
      <dgm:prSet presAssocID="{771A9147-DE8E-4BFE-A0AF-7F579D61C201}" presName="vert1" presStyleCnt="0"/>
      <dgm:spPr/>
    </dgm:pt>
  </dgm:ptLst>
  <dgm:cxnLst>
    <dgm:cxn modelId="{5D156A1A-105D-4070-BE0A-34A986C0B59C}" srcId="{52A0A758-EEB5-454D-842D-8423B7B10111}" destId="{51756C26-A8D9-48C1-BEF5-DE595E43C1EA}" srcOrd="1" destOrd="0" parTransId="{30533311-2065-4AB7-85B6-2233BAF6A97B}" sibTransId="{05EB859D-7B01-4829-9C02-535B462C5F74}"/>
    <dgm:cxn modelId="{04F13E30-7E0C-477D-BACF-2D37DAF353D1}" srcId="{52A0A758-EEB5-454D-842D-8423B7B10111}" destId="{299EB9C9-3844-4528-A39D-273346DDFA6C}" srcOrd="3" destOrd="0" parTransId="{4CDC913D-54AC-4B35-91E7-510E27CDB86F}" sibTransId="{9D7E5A25-A437-47AE-96AB-0BC595A716AB}"/>
    <dgm:cxn modelId="{CBBEFE3C-39D8-4E40-928A-F0C2119A0071}" type="presOf" srcId="{F60E98C6-AB38-4247-B37E-DC0CCFDC4DBC}" destId="{EC78E7A2-7CCE-4FFD-95A3-DC83F4B4AA98}" srcOrd="0" destOrd="0" presId="urn:microsoft.com/office/officeart/2008/layout/LinedList"/>
    <dgm:cxn modelId="{20AD9C5D-F06E-4B80-94EB-2FF8D27F09C1}" srcId="{52A0A758-EEB5-454D-842D-8423B7B10111}" destId="{771A9147-DE8E-4BFE-A0AF-7F579D61C201}" srcOrd="4" destOrd="0" parTransId="{A8C8161C-EF68-4A6B-ABFC-674680D35225}" sibTransId="{2D3DEAE0-75FD-4E71-9E76-0C5C92E212FD}"/>
    <dgm:cxn modelId="{7D4D9065-5EBE-4E4D-B9CA-4C11BC1293FF}" type="presOf" srcId="{97D2FD0C-6290-4035-9FCB-F32FA8A9EAF8}" destId="{36954A6A-7713-47E8-B764-5ED692D2E4B5}" srcOrd="0" destOrd="0" presId="urn:microsoft.com/office/officeart/2008/layout/LinedList"/>
    <dgm:cxn modelId="{EF215748-6311-4CF9-B063-896893A7333F}" type="presOf" srcId="{771A9147-DE8E-4BFE-A0AF-7F579D61C201}" destId="{111295E0-F584-4E47-95FC-B28C82153478}" srcOrd="0" destOrd="0" presId="urn:microsoft.com/office/officeart/2008/layout/LinedList"/>
    <dgm:cxn modelId="{4DE66879-0359-4A0D-BAB4-FAB4916DAA51}" srcId="{52A0A758-EEB5-454D-842D-8423B7B10111}" destId="{F60E98C6-AB38-4247-B37E-DC0CCFDC4DBC}" srcOrd="0" destOrd="0" parTransId="{831D2166-8109-4AB8-9448-27D236E2B561}" sibTransId="{49114D9D-154B-4785-A44C-C09FD8EE9DEA}"/>
    <dgm:cxn modelId="{292865C4-7907-4EFA-AA64-71B7B4ADF046}" type="presOf" srcId="{52A0A758-EEB5-454D-842D-8423B7B10111}" destId="{A3F3076F-EF9C-4D2B-AF08-32C4728E114A}" srcOrd="0" destOrd="0" presId="urn:microsoft.com/office/officeart/2008/layout/LinedList"/>
    <dgm:cxn modelId="{D35733C6-8543-424C-9379-4C285563A1A9}" type="presOf" srcId="{299EB9C9-3844-4528-A39D-273346DDFA6C}" destId="{1C888382-4A52-4CCA-B609-8272907B3B00}" srcOrd="0" destOrd="0" presId="urn:microsoft.com/office/officeart/2008/layout/LinedList"/>
    <dgm:cxn modelId="{442446DD-D0CA-485B-9779-44E99E335433}" srcId="{52A0A758-EEB5-454D-842D-8423B7B10111}" destId="{97D2FD0C-6290-4035-9FCB-F32FA8A9EAF8}" srcOrd="2" destOrd="0" parTransId="{3F52AEE2-55E0-4E6A-A957-4C345909642E}" sibTransId="{457ADF57-15CD-4FD6-AE12-7A4E47ECAF3D}"/>
    <dgm:cxn modelId="{5D9EBBE1-9E25-4955-BE98-82EEEAC15E70}" type="presOf" srcId="{51756C26-A8D9-48C1-BEF5-DE595E43C1EA}" destId="{D5359032-852C-4649-98B0-FC61D0277EF2}" srcOrd="0" destOrd="0" presId="urn:microsoft.com/office/officeart/2008/layout/LinedList"/>
    <dgm:cxn modelId="{928BC167-2552-4CC5-BE75-8641C64ABDB6}" type="presParOf" srcId="{A3F3076F-EF9C-4D2B-AF08-32C4728E114A}" destId="{8BF0B449-750F-4E5C-B874-8A0B1227D4D3}" srcOrd="0" destOrd="0" presId="urn:microsoft.com/office/officeart/2008/layout/LinedList"/>
    <dgm:cxn modelId="{EE9F9351-8BA9-4EBD-B66E-94A2FE904169}" type="presParOf" srcId="{A3F3076F-EF9C-4D2B-AF08-32C4728E114A}" destId="{555BCA68-C468-4533-A972-F5FEB9D11597}" srcOrd="1" destOrd="0" presId="urn:microsoft.com/office/officeart/2008/layout/LinedList"/>
    <dgm:cxn modelId="{C0B2C3B1-D6CE-4F72-8FEC-26749EF42629}" type="presParOf" srcId="{555BCA68-C468-4533-A972-F5FEB9D11597}" destId="{EC78E7A2-7CCE-4FFD-95A3-DC83F4B4AA98}" srcOrd="0" destOrd="0" presId="urn:microsoft.com/office/officeart/2008/layout/LinedList"/>
    <dgm:cxn modelId="{93F3777F-66D1-468F-816D-74C6878AFE06}" type="presParOf" srcId="{555BCA68-C468-4533-A972-F5FEB9D11597}" destId="{E4657145-F2E1-4A78-B2AF-25F05F64DDD1}" srcOrd="1" destOrd="0" presId="urn:microsoft.com/office/officeart/2008/layout/LinedList"/>
    <dgm:cxn modelId="{D5B214EA-D3C3-4494-AA88-B30E77A01844}" type="presParOf" srcId="{A3F3076F-EF9C-4D2B-AF08-32C4728E114A}" destId="{6241F154-DAC6-43FE-8677-96390D3E39D8}" srcOrd="2" destOrd="0" presId="urn:microsoft.com/office/officeart/2008/layout/LinedList"/>
    <dgm:cxn modelId="{4272F568-B3C6-4312-8191-FC991DCA60EE}" type="presParOf" srcId="{A3F3076F-EF9C-4D2B-AF08-32C4728E114A}" destId="{29800B68-8734-421C-9B53-0FF0DABBA6BF}" srcOrd="3" destOrd="0" presId="urn:microsoft.com/office/officeart/2008/layout/LinedList"/>
    <dgm:cxn modelId="{CC55249A-C666-4783-953E-A5D51AB3E196}" type="presParOf" srcId="{29800B68-8734-421C-9B53-0FF0DABBA6BF}" destId="{D5359032-852C-4649-98B0-FC61D0277EF2}" srcOrd="0" destOrd="0" presId="urn:microsoft.com/office/officeart/2008/layout/LinedList"/>
    <dgm:cxn modelId="{09355730-C06D-48CE-AB9D-02E40B8F2DE2}" type="presParOf" srcId="{29800B68-8734-421C-9B53-0FF0DABBA6BF}" destId="{664D2A04-0E22-4606-9DA1-D3502F0A0B00}" srcOrd="1" destOrd="0" presId="urn:microsoft.com/office/officeart/2008/layout/LinedList"/>
    <dgm:cxn modelId="{BBD10094-B5EE-40B8-806E-06F917A05FB7}" type="presParOf" srcId="{A3F3076F-EF9C-4D2B-AF08-32C4728E114A}" destId="{282A82E5-53C1-4F38-87EF-115E9B098208}" srcOrd="4" destOrd="0" presId="urn:microsoft.com/office/officeart/2008/layout/LinedList"/>
    <dgm:cxn modelId="{E53F80E4-EA10-4610-8181-EAD82AEDBDAD}" type="presParOf" srcId="{A3F3076F-EF9C-4D2B-AF08-32C4728E114A}" destId="{29EDD7C6-EB50-4F0E-B572-EC65FD61EF2C}" srcOrd="5" destOrd="0" presId="urn:microsoft.com/office/officeart/2008/layout/LinedList"/>
    <dgm:cxn modelId="{582B03B1-EEC9-4637-8265-C5DADE42F2FF}" type="presParOf" srcId="{29EDD7C6-EB50-4F0E-B572-EC65FD61EF2C}" destId="{36954A6A-7713-47E8-B764-5ED692D2E4B5}" srcOrd="0" destOrd="0" presId="urn:microsoft.com/office/officeart/2008/layout/LinedList"/>
    <dgm:cxn modelId="{AFE0D9B7-8E16-4A29-BFF8-0F5CB032A371}" type="presParOf" srcId="{29EDD7C6-EB50-4F0E-B572-EC65FD61EF2C}" destId="{A4889E73-B2A3-426C-A72F-0E00F1DE1F67}" srcOrd="1" destOrd="0" presId="urn:microsoft.com/office/officeart/2008/layout/LinedList"/>
    <dgm:cxn modelId="{0ACA3A5E-F01C-4531-924F-441F07492965}" type="presParOf" srcId="{A3F3076F-EF9C-4D2B-AF08-32C4728E114A}" destId="{88BC91FA-B9CD-41AD-BF94-BEE4046BF40F}" srcOrd="6" destOrd="0" presId="urn:microsoft.com/office/officeart/2008/layout/LinedList"/>
    <dgm:cxn modelId="{826DEC2E-5FB5-4642-9883-57FADE263766}" type="presParOf" srcId="{A3F3076F-EF9C-4D2B-AF08-32C4728E114A}" destId="{2C2F9CE6-7B70-465C-9CEE-E3239AFB1A07}" srcOrd="7" destOrd="0" presId="urn:microsoft.com/office/officeart/2008/layout/LinedList"/>
    <dgm:cxn modelId="{9E810FFB-E354-4889-B011-FCE860A288E9}" type="presParOf" srcId="{2C2F9CE6-7B70-465C-9CEE-E3239AFB1A07}" destId="{1C888382-4A52-4CCA-B609-8272907B3B00}" srcOrd="0" destOrd="0" presId="urn:microsoft.com/office/officeart/2008/layout/LinedList"/>
    <dgm:cxn modelId="{6A015F07-3452-4225-87D1-DCE78659EC4F}" type="presParOf" srcId="{2C2F9CE6-7B70-465C-9CEE-E3239AFB1A07}" destId="{1C5D6F1C-EA2A-43FE-A207-3F5AB0D597C6}" srcOrd="1" destOrd="0" presId="urn:microsoft.com/office/officeart/2008/layout/LinedList"/>
    <dgm:cxn modelId="{7573B698-F967-4727-A304-78718D5A2BB8}" type="presParOf" srcId="{A3F3076F-EF9C-4D2B-AF08-32C4728E114A}" destId="{AD62B760-3643-4952-BC4D-9517DFEFB369}" srcOrd="8" destOrd="0" presId="urn:microsoft.com/office/officeart/2008/layout/LinedList"/>
    <dgm:cxn modelId="{FAA5BA2A-30DE-44B5-9EE1-3DE325DF42DE}" type="presParOf" srcId="{A3F3076F-EF9C-4D2B-AF08-32C4728E114A}" destId="{7E450D52-4566-4F29-99F8-898EBC8B99FE}" srcOrd="9" destOrd="0" presId="urn:microsoft.com/office/officeart/2008/layout/LinedList"/>
    <dgm:cxn modelId="{9EF10391-B638-4112-8915-2C303CA90038}" type="presParOf" srcId="{7E450D52-4566-4F29-99F8-898EBC8B99FE}" destId="{111295E0-F584-4E47-95FC-B28C82153478}" srcOrd="0" destOrd="0" presId="urn:microsoft.com/office/officeart/2008/layout/LinedList"/>
    <dgm:cxn modelId="{9E39A53A-9A56-47E1-8F6F-75C701E68035}" type="presParOf" srcId="{7E450D52-4566-4F29-99F8-898EBC8B99FE}" destId="{428F6D81-ED73-434D-B36C-D9C47C38D1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8CCA0FB-2D22-45A4-A581-E05EA83E773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F655AFE-00DB-4817-8156-8EE23921EB43}">
      <dgm:prSet/>
      <dgm:spPr/>
      <dgm:t>
        <a:bodyPr/>
        <a:lstStyle/>
        <a:p>
          <a:r>
            <a:rPr lang="en-US"/>
            <a:t>✅ Buenas prácticas:</a:t>
          </a:r>
        </a:p>
      </dgm:t>
    </dgm:pt>
    <dgm:pt modelId="{D50D0404-E3CF-489B-ABB9-B285C1FE5E3D}" type="parTrans" cxnId="{B443FFE6-471C-491A-8C24-B792415DF399}">
      <dgm:prSet/>
      <dgm:spPr/>
      <dgm:t>
        <a:bodyPr/>
        <a:lstStyle/>
        <a:p>
          <a:endParaRPr lang="en-US"/>
        </a:p>
      </dgm:t>
    </dgm:pt>
    <dgm:pt modelId="{EA628B7F-12EA-4725-ADE2-C73A7B48D1B4}" type="sibTrans" cxnId="{B443FFE6-471C-491A-8C24-B792415DF399}">
      <dgm:prSet/>
      <dgm:spPr/>
      <dgm:t>
        <a:bodyPr/>
        <a:lstStyle/>
        <a:p>
          <a:endParaRPr lang="en-US"/>
        </a:p>
      </dgm:t>
    </dgm:pt>
    <dgm:pt modelId="{9204EDEB-ADDE-4CE1-BA94-28EE49C9E888}">
      <dgm:prSet/>
      <dgm:spPr/>
      <dgm:t>
        <a:bodyPr/>
        <a:lstStyle/>
        <a:p>
          <a:r>
            <a:rPr lang="en-US"/>
            <a:t>• Documentar cada paso.</a:t>
          </a:r>
        </a:p>
      </dgm:t>
    </dgm:pt>
    <dgm:pt modelId="{C856F19C-2BE1-4B2F-ACBA-33237A54255D}" type="parTrans" cxnId="{3D0A7606-BD30-42ED-8BE8-738EFC765929}">
      <dgm:prSet/>
      <dgm:spPr/>
      <dgm:t>
        <a:bodyPr/>
        <a:lstStyle/>
        <a:p>
          <a:endParaRPr lang="en-US"/>
        </a:p>
      </dgm:t>
    </dgm:pt>
    <dgm:pt modelId="{6CA6A8AB-62CE-4DAA-882F-9D83027D7C52}" type="sibTrans" cxnId="{3D0A7606-BD30-42ED-8BE8-738EFC765929}">
      <dgm:prSet/>
      <dgm:spPr/>
      <dgm:t>
        <a:bodyPr/>
        <a:lstStyle/>
        <a:p>
          <a:endParaRPr lang="en-US"/>
        </a:p>
      </dgm:t>
    </dgm:pt>
    <dgm:pt modelId="{9F93C1C1-5E20-4616-9218-0476A4B6C507}">
      <dgm:prSet/>
      <dgm:spPr/>
      <dgm:t>
        <a:bodyPr/>
        <a:lstStyle/>
        <a:p>
          <a:r>
            <a:rPr lang="en-US"/>
            <a:t>• Mantener copias inalteradas.</a:t>
          </a:r>
        </a:p>
      </dgm:t>
    </dgm:pt>
    <dgm:pt modelId="{E5F6E70B-AACE-4C91-AC5F-B54779E14986}" type="parTrans" cxnId="{D27FF588-348A-4838-A36A-265F4ABC4191}">
      <dgm:prSet/>
      <dgm:spPr/>
      <dgm:t>
        <a:bodyPr/>
        <a:lstStyle/>
        <a:p>
          <a:endParaRPr lang="en-US"/>
        </a:p>
      </dgm:t>
    </dgm:pt>
    <dgm:pt modelId="{EFB9B664-35E3-4FA5-BD73-7BF9BC3D578E}" type="sibTrans" cxnId="{D27FF588-348A-4838-A36A-265F4ABC4191}">
      <dgm:prSet/>
      <dgm:spPr/>
      <dgm:t>
        <a:bodyPr/>
        <a:lstStyle/>
        <a:p>
          <a:endParaRPr lang="en-US"/>
        </a:p>
      </dgm:t>
    </dgm:pt>
    <dgm:pt modelId="{B04C113B-602A-4C52-96FA-BEBCE86E2E03}">
      <dgm:prSet/>
      <dgm:spPr/>
      <dgm:t>
        <a:bodyPr/>
        <a:lstStyle/>
        <a:p>
          <a:r>
            <a:rPr lang="en-US"/>
            <a:t>• Usar software reconocido.</a:t>
          </a:r>
        </a:p>
      </dgm:t>
    </dgm:pt>
    <dgm:pt modelId="{6491CE14-B0CA-4477-BDAD-1B0B6DBFAD12}" type="parTrans" cxnId="{7B82CB8A-4AB2-420B-9D02-0BF054A80A75}">
      <dgm:prSet/>
      <dgm:spPr/>
      <dgm:t>
        <a:bodyPr/>
        <a:lstStyle/>
        <a:p>
          <a:endParaRPr lang="en-US"/>
        </a:p>
      </dgm:t>
    </dgm:pt>
    <dgm:pt modelId="{7697C743-4631-418F-BE62-4CC1371BA7D9}" type="sibTrans" cxnId="{7B82CB8A-4AB2-420B-9D02-0BF054A80A75}">
      <dgm:prSet/>
      <dgm:spPr/>
      <dgm:t>
        <a:bodyPr/>
        <a:lstStyle/>
        <a:p>
          <a:endParaRPr lang="en-US"/>
        </a:p>
      </dgm:t>
    </dgm:pt>
    <dgm:pt modelId="{5382F5D5-B6CF-41FE-AFD6-EFFFAF4EE89C}">
      <dgm:prSet/>
      <dgm:spPr/>
      <dgm:t>
        <a:bodyPr/>
        <a:lstStyle/>
        <a:p>
          <a:r>
            <a:rPr lang="en-US"/>
            <a:t>❌ Errores comunes:</a:t>
          </a:r>
        </a:p>
      </dgm:t>
    </dgm:pt>
    <dgm:pt modelId="{31300D85-0E30-4377-B408-AB05084071FD}" type="parTrans" cxnId="{90C1DE75-EB89-4D3B-B547-D6320E8860FF}">
      <dgm:prSet/>
      <dgm:spPr/>
      <dgm:t>
        <a:bodyPr/>
        <a:lstStyle/>
        <a:p>
          <a:endParaRPr lang="en-US"/>
        </a:p>
      </dgm:t>
    </dgm:pt>
    <dgm:pt modelId="{0E7D1C1C-74B3-4C59-A020-0264A90F9598}" type="sibTrans" cxnId="{90C1DE75-EB89-4D3B-B547-D6320E8860FF}">
      <dgm:prSet/>
      <dgm:spPr/>
      <dgm:t>
        <a:bodyPr/>
        <a:lstStyle/>
        <a:p>
          <a:endParaRPr lang="en-US"/>
        </a:p>
      </dgm:t>
    </dgm:pt>
    <dgm:pt modelId="{5622956C-8CF2-4485-84CC-BB505958D2D1}">
      <dgm:prSet/>
      <dgm:spPr/>
      <dgm:t>
        <a:bodyPr/>
        <a:lstStyle/>
        <a:p>
          <a:r>
            <a:rPr lang="en-US"/>
            <a:t>• Analizar el sistema original.</a:t>
          </a:r>
        </a:p>
      </dgm:t>
    </dgm:pt>
    <dgm:pt modelId="{B87E5190-69D8-4866-9E69-536317E2109F}" type="parTrans" cxnId="{8FCFF565-E252-48F4-A4A9-BC2B4229FAD1}">
      <dgm:prSet/>
      <dgm:spPr/>
      <dgm:t>
        <a:bodyPr/>
        <a:lstStyle/>
        <a:p>
          <a:endParaRPr lang="en-US"/>
        </a:p>
      </dgm:t>
    </dgm:pt>
    <dgm:pt modelId="{0C968705-3F2E-4244-9D74-44562D818AC7}" type="sibTrans" cxnId="{8FCFF565-E252-48F4-A4A9-BC2B4229FAD1}">
      <dgm:prSet/>
      <dgm:spPr/>
      <dgm:t>
        <a:bodyPr/>
        <a:lstStyle/>
        <a:p>
          <a:endParaRPr lang="en-US"/>
        </a:p>
      </dgm:t>
    </dgm:pt>
    <dgm:pt modelId="{C9D26503-4D14-49D2-BED0-50639672E6AB}">
      <dgm:prSet/>
      <dgm:spPr/>
      <dgm:t>
        <a:bodyPr/>
        <a:lstStyle/>
        <a:p>
          <a:r>
            <a:rPr lang="en-US"/>
            <a:t>• No registrar cambios.</a:t>
          </a:r>
        </a:p>
      </dgm:t>
    </dgm:pt>
    <dgm:pt modelId="{6D50E068-9026-48FD-B195-71090632D697}" type="parTrans" cxnId="{73AEFA1D-2393-4E73-B538-97D5F137FA94}">
      <dgm:prSet/>
      <dgm:spPr/>
      <dgm:t>
        <a:bodyPr/>
        <a:lstStyle/>
        <a:p>
          <a:endParaRPr lang="en-US"/>
        </a:p>
      </dgm:t>
    </dgm:pt>
    <dgm:pt modelId="{18776347-7641-4B10-92ED-A4DD177CC951}" type="sibTrans" cxnId="{73AEFA1D-2393-4E73-B538-97D5F137FA94}">
      <dgm:prSet/>
      <dgm:spPr/>
      <dgm:t>
        <a:bodyPr/>
        <a:lstStyle/>
        <a:p>
          <a:endParaRPr lang="en-US"/>
        </a:p>
      </dgm:t>
    </dgm:pt>
    <dgm:pt modelId="{190CEE96-C052-43E6-A103-180CB72D8224}">
      <dgm:prSet/>
      <dgm:spPr/>
      <dgm:t>
        <a:bodyPr/>
        <a:lstStyle/>
        <a:p>
          <a:r>
            <a:rPr lang="en-US"/>
            <a:t>• Alterar fechas u hora.</a:t>
          </a:r>
        </a:p>
      </dgm:t>
    </dgm:pt>
    <dgm:pt modelId="{A77C36C5-F65E-47B5-B131-CAFD06135EAC}" type="parTrans" cxnId="{2BA7A6DC-B362-4CC2-B44F-CA44CB2E0C83}">
      <dgm:prSet/>
      <dgm:spPr/>
      <dgm:t>
        <a:bodyPr/>
        <a:lstStyle/>
        <a:p>
          <a:endParaRPr lang="en-US"/>
        </a:p>
      </dgm:t>
    </dgm:pt>
    <dgm:pt modelId="{827E371D-CF21-4C6B-AB15-1B970A094482}" type="sibTrans" cxnId="{2BA7A6DC-B362-4CC2-B44F-CA44CB2E0C83}">
      <dgm:prSet/>
      <dgm:spPr/>
      <dgm:t>
        <a:bodyPr/>
        <a:lstStyle/>
        <a:p>
          <a:endParaRPr lang="en-US"/>
        </a:p>
      </dgm:t>
    </dgm:pt>
    <dgm:pt modelId="{85CE2247-D290-467C-B1EF-3DA92297E4C9}" type="pres">
      <dgm:prSet presAssocID="{28CCA0FB-2D22-45A4-A581-E05EA83E7733}" presName="vert0" presStyleCnt="0">
        <dgm:presLayoutVars>
          <dgm:dir/>
          <dgm:animOne val="branch"/>
          <dgm:animLvl val="lvl"/>
        </dgm:presLayoutVars>
      </dgm:prSet>
      <dgm:spPr/>
    </dgm:pt>
    <dgm:pt modelId="{84EF388D-A7D5-4B4B-B234-E7E7AABA4A12}" type="pres">
      <dgm:prSet presAssocID="{AF655AFE-00DB-4817-8156-8EE23921EB43}" presName="thickLine" presStyleLbl="alignNode1" presStyleIdx="0" presStyleCnt="8"/>
      <dgm:spPr/>
    </dgm:pt>
    <dgm:pt modelId="{E8190896-9356-4359-B973-E767E083DB82}" type="pres">
      <dgm:prSet presAssocID="{AF655AFE-00DB-4817-8156-8EE23921EB43}" presName="horz1" presStyleCnt="0"/>
      <dgm:spPr/>
    </dgm:pt>
    <dgm:pt modelId="{302EBFA9-CC2C-4015-A925-F5F553E5EAD0}" type="pres">
      <dgm:prSet presAssocID="{AF655AFE-00DB-4817-8156-8EE23921EB43}" presName="tx1" presStyleLbl="revTx" presStyleIdx="0" presStyleCnt="8"/>
      <dgm:spPr/>
    </dgm:pt>
    <dgm:pt modelId="{40DED4E3-1859-4853-AFDF-AA9D31CDEDA4}" type="pres">
      <dgm:prSet presAssocID="{AF655AFE-00DB-4817-8156-8EE23921EB43}" presName="vert1" presStyleCnt="0"/>
      <dgm:spPr/>
    </dgm:pt>
    <dgm:pt modelId="{143A8CF3-E4A3-4E36-AA0B-869B45E8F917}" type="pres">
      <dgm:prSet presAssocID="{9204EDEB-ADDE-4CE1-BA94-28EE49C9E888}" presName="thickLine" presStyleLbl="alignNode1" presStyleIdx="1" presStyleCnt="8"/>
      <dgm:spPr/>
    </dgm:pt>
    <dgm:pt modelId="{69062F77-832B-482B-87DC-09F880486C50}" type="pres">
      <dgm:prSet presAssocID="{9204EDEB-ADDE-4CE1-BA94-28EE49C9E888}" presName="horz1" presStyleCnt="0"/>
      <dgm:spPr/>
    </dgm:pt>
    <dgm:pt modelId="{5659C306-EA13-444C-8035-61DE4238CB37}" type="pres">
      <dgm:prSet presAssocID="{9204EDEB-ADDE-4CE1-BA94-28EE49C9E888}" presName="tx1" presStyleLbl="revTx" presStyleIdx="1" presStyleCnt="8"/>
      <dgm:spPr/>
    </dgm:pt>
    <dgm:pt modelId="{0D8A401B-9E52-4B69-A687-78EAD0E35727}" type="pres">
      <dgm:prSet presAssocID="{9204EDEB-ADDE-4CE1-BA94-28EE49C9E888}" presName="vert1" presStyleCnt="0"/>
      <dgm:spPr/>
    </dgm:pt>
    <dgm:pt modelId="{08709DAF-399E-40B2-A76A-38C873E5783A}" type="pres">
      <dgm:prSet presAssocID="{9F93C1C1-5E20-4616-9218-0476A4B6C507}" presName="thickLine" presStyleLbl="alignNode1" presStyleIdx="2" presStyleCnt="8"/>
      <dgm:spPr/>
    </dgm:pt>
    <dgm:pt modelId="{4A3E85C0-3863-455C-9A35-CF382D0465B2}" type="pres">
      <dgm:prSet presAssocID="{9F93C1C1-5E20-4616-9218-0476A4B6C507}" presName="horz1" presStyleCnt="0"/>
      <dgm:spPr/>
    </dgm:pt>
    <dgm:pt modelId="{62546A6C-5488-4127-97AF-C3C8EE7EFD9A}" type="pres">
      <dgm:prSet presAssocID="{9F93C1C1-5E20-4616-9218-0476A4B6C507}" presName="tx1" presStyleLbl="revTx" presStyleIdx="2" presStyleCnt="8"/>
      <dgm:spPr/>
    </dgm:pt>
    <dgm:pt modelId="{28994257-8277-471A-AD41-A63E50FD05BF}" type="pres">
      <dgm:prSet presAssocID="{9F93C1C1-5E20-4616-9218-0476A4B6C507}" presName="vert1" presStyleCnt="0"/>
      <dgm:spPr/>
    </dgm:pt>
    <dgm:pt modelId="{C8659E9B-2394-41D1-A876-2FE98778A9CE}" type="pres">
      <dgm:prSet presAssocID="{B04C113B-602A-4C52-96FA-BEBCE86E2E03}" presName="thickLine" presStyleLbl="alignNode1" presStyleIdx="3" presStyleCnt="8"/>
      <dgm:spPr/>
    </dgm:pt>
    <dgm:pt modelId="{3E833BA3-4AA8-4761-B2CC-929A395C7767}" type="pres">
      <dgm:prSet presAssocID="{B04C113B-602A-4C52-96FA-BEBCE86E2E03}" presName="horz1" presStyleCnt="0"/>
      <dgm:spPr/>
    </dgm:pt>
    <dgm:pt modelId="{80B70459-0DE6-454D-BF3A-17851C3A6FA1}" type="pres">
      <dgm:prSet presAssocID="{B04C113B-602A-4C52-96FA-BEBCE86E2E03}" presName="tx1" presStyleLbl="revTx" presStyleIdx="3" presStyleCnt="8"/>
      <dgm:spPr/>
    </dgm:pt>
    <dgm:pt modelId="{955CC0FA-80D1-4120-9EBD-9C9C5DFC1711}" type="pres">
      <dgm:prSet presAssocID="{B04C113B-602A-4C52-96FA-BEBCE86E2E03}" presName="vert1" presStyleCnt="0"/>
      <dgm:spPr/>
    </dgm:pt>
    <dgm:pt modelId="{21DCD6BA-4B42-4AF2-B6E6-559E8ED39D59}" type="pres">
      <dgm:prSet presAssocID="{5382F5D5-B6CF-41FE-AFD6-EFFFAF4EE89C}" presName="thickLine" presStyleLbl="alignNode1" presStyleIdx="4" presStyleCnt="8"/>
      <dgm:spPr/>
    </dgm:pt>
    <dgm:pt modelId="{EA884906-EDD4-465C-95DC-C7F7E832384D}" type="pres">
      <dgm:prSet presAssocID="{5382F5D5-B6CF-41FE-AFD6-EFFFAF4EE89C}" presName="horz1" presStyleCnt="0"/>
      <dgm:spPr/>
    </dgm:pt>
    <dgm:pt modelId="{08546E83-0E88-4634-AEF1-B1EF54CE445C}" type="pres">
      <dgm:prSet presAssocID="{5382F5D5-B6CF-41FE-AFD6-EFFFAF4EE89C}" presName="tx1" presStyleLbl="revTx" presStyleIdx="4" presStyleCnt="8"/>
      <dgm:spPr/>
    </dgm:pt>
    <dgm:pt modelId="{6B90C616-EB98-4814-99A9-E2DE8FBB56E5}" type="pres">
      <dgm:prSet presAssocID="{5382F5D5-B6CF-41FE-AFD6-EFFFAF4EE89C}" presName="vert1" presStyleCnt="0"/>
      <dgm:spPr/>
    </dgm:pt>
    <dgm:pt modelId="{EC12CCD7-8C35-4B71-8CA6-9166A816D104}" type="pres">
      <dgm:prSet presAssocID="{5622956C-8CF2-4485-84CC-BB505958D2D1}" presName="thickLine" presStyleLbl="alignNode1" presStyleIdx="5" presStyleCnt="8"/>
      <dgm:spPr/>
    </dgm:pt>
    <dgm:pt modelId="{CEFAD93D-B965-49FC-9D7A-EA793D5D862B}" type="pres">
      <dgm:prSet presAssocID="{5622956C-8CF2-4485-84CC-BB505958D2D1}" presName="horz1" presStyleCnt="0"/>
      <dgm:spPr/>
    </dgm:pt>
    <dgm:pt modelId="{E45D004F-815C-47A7-BA1C-29A81AB06805}" type="pres">
      <dgm:prSet presAssocID="{5622956C-8CF2-4485-84CC-BB505958D2D1}" presName="tx1" presStyleLbl="revTx" presStyleIdx="5" presStyleCnt="8"/>
      <dgm:spPr/>
    </dgm:pt>
    <dgm:pt modelId="{2C7327F8-A9AA-4A09-8AE2-F0CB0964D8D2}" type="pres">
      <dgm:prSet presAssocID="{5622956C-8CF2-4485-84CC-BB505958D2D1}" presName="vert1" presStyleCnt="0"/>
      <dgm:spPr/>
    </dgm:pt>
    <dgm:pt modelId="{BA5F98DB-07D3-4B11-9809-4BB3C0394073}" type="pres">
      <dgm:prSet presAssocID="{C9D26503-4D14-49D2-BED0-50639672E6AB}" presName="thickLine" presStyleLbl="alignNode1" presStyleIdx="6" presStyleCnt="8"/>
      <dgm:spPr/>
    </dgm:pt>
    <dgm:pt modelId="{261BDBB3-E12D-447C-8AC8-63B4FE18B729}" type="pres">
      <dgm:prSet presAssocID="{C9D26503-4D14-49D2-BED0-50639672E6AB}" presName="horz1" presStyleCnt="0"/>
      <dgm:spPr/>
    </dgm:pt>
    <dgm:pt modelId="{95712656-A2CF-4E8D-95CD-66AAEF820E96}" type="pres">
      <dgm:prSet presAssocID="{C9D26503-4D14-49D2-BED0-50639672E6AB}" presName="tx1" presStyleLbl="revTx" presStyleIdx="6" presStyleCnt="8"/>
      <dgm:spPr/>
    </dgm:pt>
    <dgm:pt modelId="{B86D112E-A2C4-4848-82F3-4C56E66A6991}" type="pres">
      <dgm:prSet presAssocID="{C9D26503-4D14-49D2-BED0-50639672E6AB}" presName="vert1" presStyleCnt="0"/>
      <dgm:spPr/>
    </dgm:pt>
    <dgm:pt modelId="{071F6120-ADEA-4EA9-A555-15610A9A620D}" type="pres">
      <dgm:prSet presAssocID="{190CEE96-C052-43E6-A103-180CB72D8224}" presName="thickLine" presStyleLbl="alignNode1" presStyleIdx="7" presStyleCnt="8"/>
      <dgm:spPr/>
    </dgm:pt>
    <dgm:pt modelId="{812D4169-CE93-4005-AE93-EE92F14E8F06}" type="pres">
      <dgm:prSet presAssocID="{190CEE96-C052-43E6-A103-180CB72D8224}" presName="horz1" presStyleCnt="0"/>
      <dgm:spPr/>
    </dgm:pt>
    <dgm:pt modelId="{E4DE7AA6-F2C1-4AD8-8A07-F12B6FD56355}" type="pres">
      <dgm:prSet presAssocID="{190CEE96-C052-43E6-A103-180CB72D8224}" presName="tx1" presStyleLbl="revTx" presStyleIdx="7" presStyleCnt="8"/>
      <dgm:spPr/>
    </dgm:pt>
    <dgm:pt modelId="{CBE62EC0-DD48-4B41-8F6D-17FD08AE9CC5}" type="pres">
      <dgm:prSet presAssocID="{190CEE96-C052-43E6-A103-180CB72D8224}" presName="vert1" presStyleCnt="0"/>
      <dgm:spPr/>
    </dgm:pt>
  </dgm:ptLst>
  <dgm:cxnLst>
    <dgm:cxn modelId="{3D0A7606-BD30-42ED-8BE8-738EFC765929}" srcId="{28CCA0FB-2D22-45A4-A581-E05EA83E7733}" destId="{9204EDEB-ADDE-4CE1-BA94-28EE49C9E888}" srcOrd="1" destOrd="0" parTransId="{C856F19C-2BE1-4B2F-ACBA-33237A54255D}" sibTransId="{6CA6A8AB-62CE-4DAA-882F-9D83027D7C52}"/>
    <dgm:cxn modelId="{65F0F40B-FD43-4D87-9B60-103CC44721B8}" type="presOf" srcId="{5382F5D5-B6CF-41FE-AFD6-EFFFAF4EE89C}" destId="{08546E83-0E88-4634-AEF1-B1EF54CE445C}" srcOrd="0" destOrd="0" presId="urn:microsoft.com/office/officeart/2008/layout/LinedList"/>
    <dgm:cxn modelId="{73AEFA1D-2393-4E73-B538-97D5F137FA94}" srcId="{28CCA0FB-2D22-45A4-A581-E05EA83E7733}" destId="{C9D26503-4D14-49D2-BED0-50639672E6AB}" srcOrd="6" destOrd="0" parTransId="{6D50E068-9026-48FD-B195-71090632D697}" sibTransId="{18776347-7641-4B10-92ED-A4DD177CC951}"/>
    <dgm:cxn modelId="{B16CFE5E-EBA4-46AE-8DAA-E2E96D95E925}" type="presOf" srcId="{9204EDEB-ADDE-4CE1-BA94-28EE49C9E888}" destId="{5659C306-EA13-444C-8035-61DE4238CB37}" srcOrd="0" destOrd="0" presId="urn:microsoft.com/office/officeart/2008/layout/LinedList"/>
    <dgm:cxn modelId="{83899342-4257-40AF-BB89-8E93796A7085}" type="presOf" srcId="{190CEE96-C052-43E6-A103-180CB72D8224}" destId="{E4DE7AA6-F2C1-4AD8-8A07-F12B6FD56355}" srcOrd="0" destOrd="0" presId="urn:microsoft.com/office/officeart/2008/layout/LinedList"/>
    <dgm:cxn modelId="{8FCFF565-E252-48F4-A4A9-BC2B4229FAD1}" srcId="{28CCA0FB-2D22-45A4-A581-E05EA83E7733}" destId="{5622956C-8CF2-4485-84CC-BB505958D2D1}" srcOrd="5" destOrd="0" parTransId="{B87E5190-69D8-4866-9E69-536317E2109F}" sibTransId="{0C968705-3F2E-4244-9D74-44562D818AC7}"/>
    <dgm:cxn modelId="{EEC77066-3697-4F37-9AE6-03042DC530BB}" type="presOf" srcId="{AF655AFE-00DB-4817-8156-8EE23921EB43}" destId="{302EBFA9-CC2C-4015-A925-F5F553E5EAD0}" srcOrd="0" destOrd="0" presId="urn:microsoft.com/office/officeart/2008/layout/LinedList"/>
    <dgm:cxn modelId="{24589F46-31DD-49A7-83F7-88A7A6FF9E43}" type="presOf" srcId="{C9D26503-4D14-49D2-BED0-50639672E6AB}" destId="{95712656-A2CF-4E8D-95CD-66AAEF820E96}" srcOrd="0" destOrd="0" presId="urn:microsoft.com/office/officeart/2008/layout/LinedList"/>
    <dgm:cxn modelId="{90C1DE75-EB89-4D3B-B547-D6320E8860FF}" srcId="{28CCA0FB-2D22-45A4-A581-E05EA83E7733}" destId="{5382F5D5-B6CF-41FE-AFD6-EFFFAF4EE89C}" srcOrd="4" destOrd="0" parTransId="{31300D85-0E30-4377-B408-AB05084071FD}" sibTransId="{0E7D1C1C-74B3-4C59-A020-0264A90F9598}"/>
    <dgm:cxn modelId="{D27FF588-348A-4838-A36A-265F4ABC4191}" srcId="{28CCA0FB-2D22-45A4-A581-E05EA83E7733}" destId="{9F93C1C1-5E20-4616-9218-0476A4B6C507}" srcOrd="2" destOrd="0" parTransId="{E5F6E70B-AACE-4C91-AC5F-B54779E14986}" sibTransId="{EFB9B664-35E3-4FA5-BD73-7BF9BC3D578E}"/>
    <dgm:cxn modelId="{7B82CB8A-4AB2-420B-9D02-0BF054A80A75}" srcId="{28CCA0FB-2D22-45A4-A581-E05EA83E7733}" destId="{B04C113B-602A-4C52-96FA-BEBCE86E2E03}" srcOrd="3" destOrd="0" parTransId="{6491CE14-B0CA-4477-BDAD-1B0B6DBFAD12}" sibTransId="{7697C743-4631-418F-BE62-4CC1371BA7D9}"/>
    <dgm:cxn modelId="{902B85CE-344A-4F9E-ADB7-9476429C722F}" type="presOf" srcId="{9F93C1C1-5E20-4616-9218-0476A4B6C507}" destId="{62546A6C-5488-4127-97AF-C3C8EE7EFD9A}" srcOrd="0" destOrd="0" presId="urn:microsoft.com/office/officeart/2008/layout/LinedList"/>
    <dgm:cxn modelId="{03B0DECE-37A0-47E0-9D56-52AA4D362ED5}" type="presOf" srcId="{28CCA0FB-2D22-45A4-A581-E05EA83E7733}" destId="{85CE2247-D290-467C-B1EF-3DA92297E4C9}" srcOrd="0" destOrd="0" presId="urn:microsoft.com/office/officeart/2008/layout/LinedList"/>
    <dgm:cxn modelId="{2BA7A6DC-B362-4CC2-B44F-CA44CB2E0C83}" srcId="{28CCA0FB-2D22-45A4-A581-E05EA83E7733}" destId="{190CEE96-C052-43E6-A103-180CB72D8224}" srcOrd="7" destOrd="0" parTransId="{A77C36C5-F65E-47B5-B131-CAFD06135EAC}" sibTransId="{827E371D-CF21-4C6B-AB15-1B970A094482}"/>
    <dgm:cxn modelId="{06A1F8DC-BD5C-4024-8F3E-2C3A563D6E20}" type="presOf" srcId="{B04C113B-602A-4C52-96FA-BEBCE86E2E03}" destId="{80B70459-0DE6-454D-BF3A-17851C3A6FA1}" srcOrd="0" destOrd="0" presId="urn:microsoft.com/office/officeart/2008/layout/LinedList"/>
    <dgm:cxn modelId="{B443FFE6-471C-491A-8C24-B792415DF399}" srcId="{28CCA0FB-2D22-45A4-A581-E05EA83E7733}" destId="{AF655AFE-00DB-4817-8156-8EE23921EB43}" srcOrd="0" destOrd="0" parTransId="{D50D0404-E3CF-489B-ABB9-B285C1FE5E3D}" sibTransId="{EA628B7F-12EA-4725-ADE2-C73A7B48D1B4}"/>
    <dgm:cxn modelId="{64BB5FEE-B71A-408F-9F91-E9420C05681B}" type="presOf" srcId="{5622956C-8CF2-4485-84CC-BB505958D2D1}" destId="{E45D004F-815C-47A7-BA1C-29A81AB06805}" srcOrd="0" destOrd="0" presId="urn:microsoft.com/office/officeart/2008/layout/LinedList"/>
    <dgm:cxn modelId="{543907FB-9586-4CBA-A21A-867194A532AE}" type="presParOf" srcId="{85CE2247-D290-467C-B1EF-3DA92297E4C9}" destId="{84EF388D-A7D5-4B4B-B234-E7E7AABA4A12}" srcOrd="0" destOrd="0" presId="urn:microsoft.com/office/officeart/2008/layout/LinedList"/>
    <dgm:cxn modelId="{08B4F37E-81C8-4CAA-98E0-5C5E48AA0D44}" type="presParOf" srcId="{85CE2247-D290-467C-B1EF-3DA92297E4C9}" destId="{E8190896-9356-4359-B973-E767E083DB82}" srcOrd="1" destOrd="0" presId="urn:microsoft.com/office/officeart/2008/layout/LinedList"/>
    <dgm:cxn modelId="{8D382121-E57F-4FD0-AAF7-036D1021CEAF}" type="presParOf" srcId="{E8190896-9356-4359-B973-E767E083DB82}" destId="{302EBFA9-CC2C-4015-A925-F5F553E5EAD0}" srcOrd="0" destOrd="0" presId="urn:microsoft.com/office/officeart/2008/layout/LinedList"/>
    <dgm:cxn modelId="{081B09AE-197C-4B2E-BD2B-275D252DD230}" type="presParOf" srcId="{E8190896-9356-4359-B973-E767E083DB82}" destId="{40DED4E3-1859-4853-AFDF-AA9D31CDEDA4}" srcOrd="1" destOrd="0" presId="urn:microsoft.com/office/officeart/2008/layout/LinedList"/>
    <dgm:cxn modelId="{95E2667D-555F-4451-9A80-5E55241761BE}" type="presParOf" srcId="{85CE2247-D290-467C-B1EF-3DA92297E4C9}" destId="{143A8CF3-E4A3-4E36-AA0B-869B45E8F917}" srcOrd="2" destOrd="0" presId="urn:microsoft.com/office/officeart/2008/layout/LinedList"/>
    <dgm:cxn modelId="{E33332C5-E8DC-4A12-A4E1-2DC886F83632}" type="presParOf" srcId="{85CE2247-D290-467C-B1EF-3DA92297E4C9}" destId="{69062F77-832B-482B-87DC-09F880486C50}" srcOrd="3" destOrd="0" presId="urn:microsoft.com/office/officeart/2008/layout/LinedList"/>
    <dgm:cxn modelId="{A62277A9-3AB1-488A-A200-C4C7248DC150}" type="presParOf" srcId="{69062F77-832B-482B-87DC-09F880486C50}" destId="{5659C306-EA13-444C-8035-61DE4238CB37}" srcOrd="0" destOrd="0" presId="urn:microsoft.com/office/officeart/2008/layout/LinedList"/>
    <dgm:cxn modelId="{7F1293DC-F4DD-4001-BAB9-A7D6A004F126}" type="presParOf" srcId="{69062F77-832B-482B-87DC-09F880486C50}" destId="{0D8A401B-9E52-4B69-A687-78EAD0E35727}" srcOrd="1" destOrd="0" presId="urn:microsoft.com/office/officeart/2008/layout/LinedList"/>
    <dgm:cxn modelId="{20E7CA49-80A9-4A94-993D-F9BB86CAE11E}" type="presParOf" srcId="{85CE2247-D290-467C-B1EF-3DA92297E4C9}" destId="{08709DAF-399E-40B2-A76A-38C873E5783A}" srcOrd="4" destOrd="0" presId="urn:microsoft.com/office/officeart/2008/layout/LinedList"/>
    <dgm:cxn modelId="{BD02FA18-A2D4-4B23-B671-3F22C3F950A9}" type="presParOf" srcId="{85CE2247-D290-467C-B1EF-3DA92297E4C9}" destId="{4A3E85C0-3863-455C-9A35-CF382D0465B2}" srcOrd="5" destOrd="0" presId="urn:microsoft.com/office/officeart/2008/layout/LinedList"/>
    <dgm:cxn modelId="{4287CDBF-0EFD-4EDD-8B4E-261563EAB140}" type="presParOf" srcId="{4A3E85C0-3863-455C-9A35-CF382D0465B2}" destId="{62546A6C-5488-4127-97AF-C3C8EE7EFD9A}" srcOrd="0" destOrd="0" presId="urn:microsoft.com/office/officeart/2008/layout/LinedList"/>
    <dgm:cxn modelId="{0F5C079C-ACC8-4520-88B7-EA20A7EBE817}" type="presParOf" srcId="{4A3E85C0-3863-455C-9A35-CF382D0465B2}" destId="{28994257-8277-471A-AD41-A63E50FD05BF}" srcOrd="1" destOrd="0" presId="urn:microsoft.com/office/officeart/2008/layout/LinedList"/>
    <dgm:cxn modelId="{F5EA81CF-EEA7-41B6-A5FE-766C33EC2713}" type="presParOf" srcId="{85CE2247-D290-467C-B1EF-3DA92297E4C9}" destId="{C8659E9B-2394-41D1-A876-2FE98778A9CE}" srcOrd="6" destOrd="0" presId="urn:microsoft.com/office/officeart/2008/layout/LinedList"/>
    <dgm:cxn modelId="{02CB08F6-C7A8-44A8-A67A-1723E10D8BA2}" type="presParOf" srcId="{85CE2247-D290-467C-B1EF-3DA92297E4C9}" destId="{3E833BA3-4AA8-4761-B2CC-929A395C7767}" srcOrd="7" destOrd="0" presId="urn:microsoft.com/office/officeart/2008/layout/LinedList"/>
    <dgm:cxn modelId="{E7BD8178-E662-4788-B00F-C4380ED4AF51}" type="presParOf" srcId="{3E833BA3-4AA8-4761-B2CC-929A395C7767}" destId="{80B70459-0DE6-454D-BF3A-17851C3A6FA1}" srcOrd="0" destOrd="0" presId="urn:microsoft.com/office/officeart/2008/layout/LinedList"/>
    <dgm:cxn modelId="{2F75874F-18B6-40B7-8533-20DE96DC6F14}" type="presParOf" srcId="{3E833BA3-4AA8-4761-B2CC-929A395C7767}" destId="{955CC0FA-80D1-4120-9EBD-9C9C5DFC1711}" srcOrd="1" destOrd="0" presId="urn:microsoft.com/office/officeart/2008/layout/LinedList"/>
    <dgm:cxn modelId="{91F5B5C1-AC5A-4C1D-8E68-FB12EBA4C374}" type="presParOf" srcId="{85CE2247-D290-467C-B1EF-3DA92297E4C9}" destId="{21DCD6BA-4B42-4AF2-B6E6-559E8ED39D59}" srcOrd="8" destOrd="0" presId="urn:microsoft.com/office/officeart/2008/layout/LinedList"/>
    <dgm:cxn modelId="{DF0D9BA1-335E-4F77-869B-C832158F5C10}" type="presParOf" srcId="{85CE2247-D290-467C-B1EF-3DA92297E4C9}" destId="{EA884906-EDD4-465C-95DC-C7F7E832384D}" srcOrd="9" destOrd="0" presId="urn:microsoft.com/office/officeart/2008/layout/LinedList"/>
    <dgm:cxn modelId="{7AB7BA4D-1F33-4600-9F1B-BD853CC3ABDD}" type="presParOf" srcId="{EA884906-EDD4-465C-95DC-C7F7E832384D}" destId="{08546E83-0E88-4634-AEF1-B1EF54CE445C}" srcOrd="0" destOrd="0" presId="urn:microsoft.com/office/officeart/2008/layout/LinedList"/>
    <dgm:cxn modelId="{0716FE5E-208B-4120-92CE-A3FEEFF3F779}" type="presParOf" srcId="{EA884906-EDD4-465C-95DC-C7F7E832384D}" destId="{6B90C616-EB98-4814-99A9-E2DE8FBB56E5}" srcOrd="1" destOrd="0" presId="urn:microsoft.com/office/officeart/2008/layout/LinedList"/>
    <dgm:cxn modelId="{E072ECDE-7354-40EF-BDE7-0764E661F680}" type="presParOf" srcId="{85CE2247-D290-467C-B1EF-3DA92297E4C9}" destId="{EC12CCD7-8C35-4B71-8CA6-9166A816D104}" srcOrd="10" destOrd="0" presId="urn:microsoft.com/office/officeart/2008/layout/LinedList"/>
    <dgm:cxn modelId="{F7B3BEA0-FFDD-413F-B241-C667D58CF867}" type="presParOf" srcId="{85CE2247-D290-467C-B1EF-3DA92297E4C9}" destId="{CEFAD93D-B965-49FC-9D7A-EA793D5D862B}" srcOrd="11" destOrd="0" presId="urn:microsoft.com/office/officeart/2008/layout/LinedList"/>
    <dgm:cxn modelId="{97E47AD0-B871-454E-A0DC-123A2CFFDE32}" type="presParOf" srcId="{CEFAD93D-B965-49FC-9D7A-EA793D5D862B}" destId="{E45D004F-815C-47A7-BA1C-29A81AB06805}" srcOrd="0" destOrd="0" presId="urn:microsoft.com/office/officeart/2008/layout/LinedList"/>
    <dgm:cxn modelId="{EA45F917-EF34-43EE-BC78-036A1D888A2E}" type="presParOf" srcId="{CEFAD93D-B965-49FC-9D7A-EA793D5D862B}" destId="{2C7327F8-A9AA-4A09-8AE2-F0CB0964D8D2}" srcOrd="1" destOrd="0" presId="urn:microsoft.com/office/officeart/2008/layout/LinedList"/>
    <dgm:cxn modelId="{18D2165D-E745-4230-BCA7-3C7FCA8F7E50}" type="presParOf" srcId="{85CE2247-D290-467C-B1EF-3DA92297E4C9}" destId="{BA5F98DB-07D3-4B11-9809-4BB3C0394073}" srcOrd="12" destOrd="0" presId="urn:microsoft.com/office/officeart/2008/layout/LinedList"/>
    <dgm:cxn modelId="{57B8509F-2D72-4814-A1C8-9D88CA76D034}" type="presParOf" srcId="{85CE2247-D290-467C-B1EF-3DA92297E4C9}" destId="{261BDBB3-E12D-447C-8AC8-63B4FE18B729}" srcOrd="13" destOrd="0" presId="urn:microsoft.com/office/officeart/2008/layout/LinedList"/>
    <dgm:cxn modelId="{2F7D6117-78F5-46B2-AA5B-DD3C9923B89C}" type="presParOf" srcId="{261BDBB3-E12D-447C-8AC8-63B4FE18B729}" destId="{95712656-A2CF-4E8D-95CD-66AAEF820E96}" srcOrd="0" destOrd="0" presId="urn:microsoft.com/office/officeart/2008/layout/LinedList"/>
    <dgm:cxn modelId="{7D162B9C-4402-4176-9F5B-C9CDA3DC13B4}" type="presParOf" srcId="{261BDBB3-E12D-447C-8AC8-63B4FE18B729}" destId="{B86D112E-A2C4-4848-82F3-4C56E66A6991}" srcOrd="1" destOrd="0" presId="urn:microsoft.com/office/officeart/2008/layout/LinedList"/>
    <dgm:cxn modelId="{D0FEED86-5A9B-4BCD-A663-97B183EB05BA}" type="presParOf" srcId="{85CE2247-D290-467C-B1EF-3DA92297E4C9}" destId="{071F6120-ADEA-4EA9-A555-15610A9A620D}" srcOrd="14" destOrd="0" presId="urn:microsoft.com/office/officeart/2008/layout/LinedList"/>
    <dgm:cxn modelId="{8D099346-FBDF-40B3-A2FA-FCCB4968CF12}" type="presParOf" srcId="{85CE2247-D290-467C-B1EF-3DA92297E4C9}" destId="{812D4169-CE93-4005-AE93-EE92F14E8F06}" srcOrd="15" destOrd="0" presId="urn:microsoft.com/office/officeart/2008/layout/LinedList"/>
    <dgm:cxn modelId="{41E95792-9933-482D-885B-214307816A92}" type="presParOf" srcId="{812D4169-CE93-4005-AE93-EE92F14E8F06}" destId="{E4DE7AA6-F2C1-4AD8-8A07-F12B6FD56355}" srcOrd="0" destOrd="0" presId="urn:microsoft.com/office/officeart/2008/layout/LinedList"/>
    <dgm:cxn modelId="{C2502572-92A8-4449-BF3F-31E98D8F2673}" type="presParOf" srcId="{812D4169-CE93-4005-AE93-EE92F14E8F06}" destId="{CBE62EC0-DD48-4B41-8F6D-17FD08AE9C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CC2B8AE-639D-4F02-869D-6CA8EF93935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17854D8-8603-4B2B-B4FD-E8756321C028}">
      <dgm:prSet/>
      <dgm:spPr/>
      <dgm:t>
        <a:bodyPr/>
        <a:lstStyle/>
        <a:p>
          <a:r>
            <a:rPr lang="en-US"/>
            <a:t>Escenario: ordenador infectado con ransomware.</a:t>
          </a:r>
        </a:p>
      </dgm:t>
    </dgm:pt>
    <dgm:pt modelId="{91627DAC-14B0-4C2B-A0A2-2CE359A3B463}" type="parTrans" cxnId="{482106BA-8B82-4C00-9818-EAEF8CC5BBF5}">
      <dgm:prSet/>
      <dgm:spPr/>
      <dgm:t>
        <a:bodyPr/>
        <a:lstStyle/>
        <a:p>
          <a:endParaRPr lang="en-US"/>
        </a:p>
      </dgm:t>
    </dgm:pt>
    <dgm:pt modelId="{B290BBC9-D83B-4620-99F7-5F1F9399FAEB}" type="sibTrans" cxnId="{482106BA-8B82-4C00-9818-EAEF8CC5BBF5}">
      <dgm:prSet/>
      <dgm:spPr/>
      <dgm:t>
        <a:bodyPr/>
        <a:lstStyle/>
        <a:p>
          <a:endParaRPr lang="en-US"/>
        </a:p>
      </dgm:t>
    </dgm:pt>
    <dgm:pt modelId="{8D39A8AB-6F92-450D-BC8B-C86570345F16}">
      <dgm:prSet/>
      <dgm:spPr/>
      <dgm:t>
        <a:bodyPr/>
        <a:lstStyle/>
        <a:p>
          <a:r>
            <a:rPr lang="en-US"/>
            <a:t>1. Clonar disco.</a:t>
          </a:r>
        </a:p>
      </dgm:t>
    </dgm:pt>
    <dgm:pt modelId="{EC2511C0-577F-4BF8-9B76-01F476C868B6}" type="parTrans" cxnId="{BD0C5F80-5FA1-4BAA-8AB5-4A92B3255F62}">
      <dgm:prSet/>
      <dgm:spPr/>
      <dgm:t>
        <a:bodyPr/>
        <a:lstStyle/>
        <a:p>
          <a:endParaRPr lang="en-US"/>
        </a:p>
      </dgm:t>
    </dgm:pt>
    <dgm:pt modelId="{C585A503-22AC-415D-9AFC-355F3821D895}" type="sibTrans" cxnId="{BD0C5F80-5FA1-4BAA-8AB5-4A92B3255F62}">
      <dgm:prSet/>
      <dgm:spPr/>
      <dgm:t>
        <a:bodyPr/>
        <a:lstStyle/>
        <a:p>
          <a:endParaRPr lang="en-US"/>
        </a:p>
      </dgm:t>
    </dgm:pt>
    <dgm:pt modelId="{76E570C8-07D9-4E9D-92FC-7A7AD646372B}">
      <dgm:prSet/>
      <dgm:spPr/>
      <dgm:t>
        <a:bodyPr/>
        <a:lstStyle/>
        <a:p>
          <a:r>
            <a:rPr lang="en-US"/>
            <a:t>2. Calcular hashes.</a:t>
          </a:r>
        </a:p>
      </dgm:t>
    </dgm:pt>
    <dgm:pt modelId="{B0DA6F05-477B-44CE-9509-BC7107879249}" type="parTrans" cxnId="{304F1FAC-D993-45A3-8078-518836F82C59}">
      <dgm:prSet/>
      <dgm:spPr/>
      <dgm:t>
        <a:bodyPr/>
        <a:lstStyle/>
        <a:p>
          <a:endParaRPr lang="en-US"/>
        </a:p>
      </dgm:t>
    </dgm:pt>
    <dgm:pt modelId="{DC84CA6A-990D-46A2-A489-008497E20338}" type="sibTrans" cxnId="{304F1FAC-D993-45A3-8078-518836F82C59}">
      <dgm:prSet/>
      <dgm:spPr/>
      <dgm:t>
        <a:bodyPr/>
        <a:lstStyle/>
        <a:p>
          <a:endParaRPr lang="en-US"/>
        </a:p>
      </dgm:t>
    </dgm:pt>
    <dgm:pt modelId="{B6D8DBD8-9BC4-4B5B-8704-AE8E7AC31BA6}">
      <dgm:prSet/>
      <dgm:spPr/>
      <dgm:t>
        <a:bodyPr/>
        <a:lstStyle/>
        <a:p>
          <a:r>
            <a:rPr lang="en-US"/>
            <a:t>3. Analizar logs y tráfico.</a:t>
          </a:r>
        </a:p>
      </dgm:t>
    </dgm:pt>
    <dgm:pt modelId="{6A6A4633-0137-4CDA-937A-08C8173295DB}" type="parTrans" cxnId="{B96EF301-07DC-4CDA-8391-3E137FB554F7}">
      <dgm:prSet/>
      <dgm:spPr/>
      <dgm:t>
        <a:bodyPr/>
        <a:lstStyle/>
        <a:p>
          <a:endParaRPr lang="en-US"/>
        </a:p>
      </dgm:t>
    </dgm:pt>
    <dgm:pt modelId="{B923B032-04DD-4526-B2C1-E2ABEDF9A282}" type="sibTrans" cxnId="{B96EF301-07DC-4CDA-8391-3E137FB554F7}">
      <dgm:prSet/>
      <dgm:spPr/>
      <dgm:t>
        <a:bodyPr/>
        <a:lstStyle/>
        <a:p>
          <a:endParaRPr lang="en-US"/>
        </a:p>
      </dgm:t>
    </dgm:pt>
    <dgm:pt modelId="{EC134729-DD0D-40C2-ADC5-6B2DB5881045}">
      <dgm:prSet/>
      <dgm:spPr/>
      <dgm:t>
        <a:bodyPr/>
        <a:lstStyle/>
        <a:p>
          <a:r>
            <a:rPr lang="en-US"/>
            <a:t>4. Detectar ejecutable sospechoso.</a:t>
          </a:r>
        </a:p>
      </dgm:t>
    </dgm:pt>
    <dgm:pt modelId="{16B9A735-7DF3-4299-888E-6BA9518C13BE}" type="parTrans" cxnId="{45008B91-8FA3-4DBF-B92A-88916C78A9E5}">
      <dgm:prSet/>
      <dgm:spPr/>
      <dgm:t>
        <a:bodyPr/>
        <a:lstStyle/>
        <a:p>
          <a:endParaRPr lang="en-US"/>
        </a:p>
      </dgm:t>
    </dgm:pt>
    <dgm:pt modelId="{6E7D5921-BC33-49C6-B57F-76E8C1BAF5A9}" type="sibTrans" cxnId="{45008B91-8FA3-4DBF-B92A-88916C78A9E5}">
      <dgm:prSet/>
      <dgm:spPr/>
      <dgm:t>
        <a:bodyPr/>
        <a:lstStyle/>
        <a:p>
          <a:endParaRPr lang="en-US"/>
        </a:p>
      </dgm:t>
    </dgm:pt>
    <dgm:pt modelId="{16C9055B-FFA2-49CB-A6D0-A2E3F655E9CE}">
      <dgm:prSet/>
      <dgm:spPr/>
      <dgm:t>
        <a:bodyPr/>
        <a:lstStyle/>
        <a:p>
          <a:r>
            <a:rPr lang="en-US"/>
            <a:t>5. Documentar y proponer medidas preventivas.</a:t>
          </a:r>
        </a:p>
      </dgm:t>
    </dgm:pt>
    <dgm:pt modelId="{09D7FDE3-46C9-440A-B337-CDC08DED7DF1}" type="parTrans" cxnId="{E805F870-4ADD-4673-80F9-975A58E9C9D2}">
      <dgm:prSet/>
      <dgm:spPr/>
      <dgm:t>
        <a:bodyPr/>
        <a:lstStyle/>
        <a:p>
          <a:endParaRPr lang="en-US"/>
        </a:p>
      </dgm:t>
    </dgm:pt>
    <dgm:pt modelId="{2303E0C2-1A97-4EFF-8A92-A79CEFBD5986}" type="sibTrans" cxnId="{E805F870-4ADD-4673-80F9-975A58E9C9D2}">
      <dgm:prSet/>
      <dgm:spPr/>
      <dgm:t>
        <a:bodyPr/>
        <a:lstStyle/>
        <a:p>
          <a:endParaRPr lang="en-US"/>
        </a:p>
      </dgm:t>
    </dgm:pt>
    <dgm:pt modelId="{B61D1C39-D75E-4E6D-A812-D9F22A9F52BD}" type="pres">
      <dgm:prSet presAssocID="{3CC2B8AE-639D-4F02-869D-6CA8EF93935A}" presName="vert0" presStyleCnt="0">
        <dgm:presLayoutVars>
          <dgm:dir/>
          <dgm:animOne val="branch"/>
          <dgm:animLvl val="lvl"/>
        </dgm:presLayoutVars>
      </dgm:prSet>
      <dgm:spPr/>
    </dgm:pt>
    <dgm:pt modelId="{A9294EC2-B078-419B-981D-216760B36418}" type="pres">
      <dgm:prSet presAssocID="{617854D8-8603-4B2B-B4FD-E8756321C028}" presName="thickLine" presStyleLbl="alignNode1" presStyleIdx="0" presStyleCnt="6"/>
      <dgm:spPr/>
    </dgm:pt>
    <dgm:pt modelId="{4C9CFFD9-191D-4689-9D5B-AEDD980890DD}" type="pres">
      <dgm:prSet presAssocID="{617854D8-8603-4B2B-B4FD-E8756321C028}" presName="horz1" presStyleCnt="0"/>
      <dgm:spPr/>
    </dgm:pt>
    <dgm:pt modelId="{1A477635-41BD-4B00-BCA8-186F949E8DF9}" type="pres">
      <dgm:prSet presAssocID="{617854D8-8603-4B2B-B4FD-E8756321C028}" presName="tx1" presStyleLbl="revTx" presStyleIdx="0" presStyleCnt="6"/>
      <dgm:spPr/>
    </dgm:pt>
    <dgm:pt modelId="{7356951D-98F9-48E0-A222-55607CA4A9A3}" type="pres">
      <dgm:prSet presAssocID="{617854D8-8603-4B2B-B4FD-E8756321C028}" presName="vert1" presStyleCnt="0"/>
      <dgm:spPr/>
    </dgm:pt>
    <dgm:pt modelId="{73B196F1-E3A6-4453-B92A-480E58C54E32}" type="pres">
      <dgm:prSet presAssocID="{8D39A8AB-6F92-450D-BC8B-C86570345F16}" presName="thickLine" presStyleLbl="alignNode1" presStyleIdx="1" presStyleCnt="6"/>
      <dgm:spPr/>
    </dgm:pt>
    <dgm:pt modelId="{673F8E80-DE14-44C1-AD1D-4C45AF062432}" type="pres">
      <dgm:prSet presAssocID="{8D39A8AB-6F92-450D-BC8B-C86570345F16}" presName="horz1" presStyleCnt="0"/>
      <dgm:spPr/>
    </dgm:pt>
    <dgm:pt modelId="{D37F74FE-FC7F-4599-B238-0F069871035A}" type="pres">
      <dgm:prSet presAssocID="{8D39A8AB-6F92-450D-BC8B-C86570345F16}" presName="tx1" presStyleLbl="revTx" presStyleIdx="1" presStyleCnt="6"/>
      <dgm:spPr/>
    </dgm:pt>
    <dgm:pt modelId="{4CED42FA-C500-44D1-AE4C-F42A0FB26E30}" type="pres">
      <dgm:prSet presAssocID="{8D39A8AB-6F92-450D-BC8B-C86570345F16}" presName="vert1" presStyleCnt="0"/>
      <dgm:spPr/>
    </dgm:pt>
    <dgm:pt modelId="{DAD29620-1BFF-415E-A8BE-CA08179C261E}" type="pres">
      <dgm:prSet presAssocID="{76E570C8-07D9-4E9D-92FC-7A7AD646372B}" presName="thickLine" presStyleLbl="alignNode1" presStyleIdx="2" presStyleCnt="6"/>
      <dgm:spPr/>
    </dgm:pt>
    <dgm:pt modelId="{008697E4-FA8E-4694-A633-6E37927CEE84}" type="pres">
      <dgm:prSet presAssocID="{76E570C8-07D9-4E9D-92FC-7A7AD646372B}" presName="horz1" presStyleCnt="0"/>
      <dgm:spPr/>
    </dgm:pt>
    <dgm:pt modelId="{4F8E5D75-2903-4FF5-8D52-F14FC4633636}" type="pres">
      <dgm:prSet presAssocID="{76E570C8-07D9-4E9D-92FC-7A7AD646372B}" presName="tx1" presStyleLbl="revTx" presStyleIdx="2" presStyleCnt="6"/>
      <dgm:spPr/>
    </dgm:pt>
    <dgm:pt modelId="{443F7BE3-B8CF-43DC-A2DB-E7B1EFE19994}" type="pres">
      <dgm:prSet presAssocID="{76E570C8-07D9-4E9D-92FC-7A7AD646372B}" presName="vert1" presStyleCnt="0"/>
      <dgm:spPr/>
    </dgm:pt>
    <dgm:pt modelId="{C1B14DA3-D265-41E9-8DB3-7292E4A85F86}" type="pres">
      <dgm:prSet presAssocID="{B6D8DBD8-9BC4-4B5B-8704-AE8E7AC31BA6}" presName="thickLine" presStyleLbl="alignNode1" presStyleIdx="3" presStyleCnt="6"/>
      <dgm:spPr/>
    </dgm:pt>
    <dgm:pt modelId="{6508A65F-0ED8-413A-B683-3527DE58D868}" type="pres">
      <dgm:prSet presAssocID="{B6D8DBD8-9BC4-4B5B-8704-AE8E7AC31BA6}" presName="horz1" presStyleCnt="0"/>
      <dgm:spPr/>
    </dgm:pt>
    <dgm:pt modelId="{BB3F367D-ED38-4FA9-8661-145181153D8E}" type="pres">
      <dgm:prSet presAssocID="{B6D8DBD8-9BC4-4B5B-8704-AE8E7AC31BA6}" presName="tx1" presStyleLbl="revTx" presStyleIdx="3" presStyleCnt="6"/>
      <dgm:spPr/>
    </dgm:pt>
    <dgm:pt modelId="{0C51F51A-2075-4889-A87B-4DADEEF8AA40}" type="pres">
      <dgm:prSet presAssocID="{B6D8DBD8-9BC4-4B5B-8704-AE8E7AC31BA6}" presName="vert1" presStyleCnt="0"/>
      <dgm:spPr/>
    </dgm:pt>
    <dgm:pt modelId="{512CB938-F12A-4731-81AA-53A4D43E36F1}" type="pres">
      <dgm:prSet presAssocID="{EC134729-DD0D-40C2-ADC5-6B2DB5881045}" presName="thickLine" presStyleLbl="alignNode1" presStyleIdx="4" presStyleCnt="6"/>
      <dgm:spPr/>
    </dgm:pt>
    <dgm:pt modelId="{3E17BB55-C770-4A9B-9997-3A74DDDFBE2B}" type="pres">
      <dgm:prSet presAssocID="{EC134729-DD0D-40C2-ADC5-6B2DB5881045}" presName="horz1" presStyleCnt="0"/>
      <dgm:spPr/>
    </dgm:pt>
    <dgm:pt modelId="{B2FEB267-BF29-4CF3-B7FB-21E3C5F431F2}" type="pres">
      <dgm:prSet presAssocID="{EC134729-DD0D-40C2-ADC5-6B2DB5881045}" presName="tx1" presStyleLbl="revTx" presStyleIdx="4" presStyleCnt="6"/>
      <dgm:spPr/>
    </dgm:pt>
    <dgm:pt modelId="{6DCE187A-DCE5-4D75-A2BA-34AC023DC1F6}" type="pres">
      <dgm:prSet presAssocID="{EC134729-DD0D-40C2-ADC5-6B2DB5881045}" presName="vert1" presStyleCnt="0"/>
      <dgm:spPr/>
    </dgm:pt>
    <dgm:pt modelId="{18AA99D0-7390-4E40-B9AF-E9716C1B2359}" type="pres">
      <dgm:prSet presAssocID="{16C9055B-FFA2-49CB-A6D0-A2E3F655E9CE}" presName="thickLine" presStyleLbl="alignNode1" presStyleIdx="5" presStyleCnt="6"/>
      <dgm:spPr/>
    </dgm:pt>
    <dgm:pt modelId="{CE6883B9-3AED-40D7-B392-8A0B28247721}" type="pres">
      <dgm:prSet presAssocID="{16C9055B-FFA2-49CB-A6D0-A2E3F655E9CE}" presName="horz1" presStyleCnt="0"/>
      <dgm:spPr/>
    </dgm:pt>
    <dgm:pt modelId="{F512D456-D8AA-4395-87B5-1F8AD2E09057}" type="pres">
      <dgm:prSet presAssocID="{16C9055B-FFA2-49CB-A6D0-A2E3F655E9CE}" presName="tx1" presStyleLbl="revTx" presStyleIdx="5" presStyleCnt="6"/>
      <dgm:spPr/>
    </dgm:pt>
    <dgm:pt modelId="{89F54219-9908-4E12-9DA3-D5A6D7DD6D96}" type="pres">
      <dgm:prSet presAssocID="{16C9055B-FFA2-49CB-A6D0-A2E3F655E9CE}" presName="vert1" presStyleCnt="0"/>
      <dgm:spPr/>
    </dgm:pt>
  </dgm:ptLst>
  <dgm:cxnLst>
    <dgm:cxn modelId="{B96EF301-07DC-4CDA-8391-3E137FB554F7}" srcId="{3CC2B8AE-639D-4F02-869D-6CA8EF93935A}" destId="{B6D8DBD8-9BC4-4B5B-8704-AE8E7AC31BA6}" srcOrd="3" destOrd="0" parTransId="{6A6A4633-0137-4CDA-937A-08C8173295DB}" sibTransId="{B923B032-04DD-4526-B2C1-E2ABEDF9A282}"/>
    <dgm:cxn modelId="{D713441C-1E0F-43CA-A40A-F4FD71D74542}" type="presOf" srcId="{B6D8DBD8-9BC4-4B5B-8704-AE8E7AC31BA6}" destId="{BB3F367D-ED38-4FA9-8661-145181153D8E}" srcOrd="0" destOrd="0" presId="urn:microsoft.com/office/officeart/2008/layout/LinedList"/>
    <dgm:cxn modelId="{97AC455E-8A96-45C4-AED2-10C02CFDB743}" type="presOf" srcId="{3CC2B8AE-639D-4F02-869D-6CA8EF93935A}" destId="{B61D1C39-D75E-4E6D-A812-D9F22A9F52BD}" srcOrd="0" destOrd="0" presId="urn:microsoft.com/office/officeart/2008/layout/LinedList"/>
    <dgm:cxn modelId="{59CAEB6A-D6C2-4F73-86CD-0FB94D02F16B}" type="presOf" srcId="{76E570C8-07D9-4E9D-92FC-7A7AD646372B}" destId="{4F8E5D75-2903-4FF5-8D52-F14FC4633636}" srcOrd="0" destOrd="0" presId="urn:microsoft.com/office/officeart/2008/layout/LinedList"/>
    <dgm:cxn modelId="{E805F870-4ADD-4673-80F9-975A58E9C9D2}" srcId="{3CC2B8AE-639D-4F02-869D-6CA8EF93935A}" destId="{16C9055B-FFA2-49CB-A6D0-A2E3F655E9CE}" srcOrd="5" destOrd="0" parTransId="{09D7FDE3-46C9-440A-B337-CDC08DED7DF1}" sibTransId="{2303E0C2-1A97-4EFF-8A92-A79CEFBD5986}"/>
    <dgm:cxn modelId="{BD0C5F80-5FA1-4BAA-8AB5-4A92B3255F62}" srcId="{3CC2B8AE-639D-4F02-869D-6CA8EF93935A}" destId="{8D39A8AB-6F92-450D-BC8B-C86570345F16}" srcOrd="1" destOrd="0" parTransId="{EC2511C0-577F-4BF8-9B76-01F476C868B6}" sibTransId="{C585A503-22AC-415D-9AFC-355F3821D895}"/>
    <dgm:cxn modelId="{FA394F83-A5CF-484A-963C-3DBF431AC58A}" type="presOf" srcId="{617854D8-8603-4B2B-B4FD-E8756321C028}" destId="{1A477635-41BD-4B00-BCA8-186F949E8DF9}" srcOrd="0" destOrd="0" presId="urn:microsoft.com/office/officeart/2008/layout/LinedList"/>
    <dgm:cxn modelId="{45008B91-8FA3-4DBF-B92A-88916C78A9E5}" srcId="{3CC2B8AE-639D-4F02-869D-6CA8EF93935A}" destId="{EC134729-DD0D-40C2-ADC5-6B2DB5881045}" srcOrd="4" destOrd="0" parTransId="{16B9A735-7DF3-4299-888E-6BA9518C13BE}" sibTransId="{6E7D5921-BC33-49C6-B57F-76E8C1BAF5A9}"/>
    <dgm:cxn modelId="{CEFDCEA2-1AC7-4110-9A93-7585C41F0059}" type="presOf" srcId="{EC134729-DD0D-40C2-ADC5-6B2DB5881045}" destId="{B2FEB267-BF29-4CF3-B7FB-21E3C5F431F2}" srcOrd="0" destOrd="0" presId="urn:microsoft.com/office/officeart/2008/layout/LinedList"/>
    <dgm:cxn modelId="{304F1FAC-D993-45A3-8078-518836F82C59}" srcId="{3CC2B8AE-639D-4F02-869D-6CA8EF93935A}" destId="{76E570C8-07D9-4E9D-92FC-7A7AD646372B}" srcOrd="2" destOrd="0" parTransId="{B0DA6F05-477B-44CE-9509-BC7107879249}" sibTransId="{DC84CA6A-990D-46A2-A489-008497E20338}"/>
    <dgm:cxn modelId="{A0B74EB3-1F6D-41C0-A3ED-EC3012B242ED}" type="presOf" srcId="{16C9055B-FFA2-49CB-A6D0-A2E3F655E9CE}" destId="{F512D456-D8AA-4395-87B5-1F8AD2E09057}" srcOrd="0" destOrd="0" presId="urn:microsoft.com/office/officeart/2008/layout/LinedList"/>
    <dgm:cxn modelId="{482106BA-8B82-4C00-9818-EAEF8CC5BBF5}" srcId="{3CC2B8AE-639D-4F02-869D-6CA8EF93935A}" destId="{617854D8-8603-4B2B-B4FD-E8756321C028}" srcOrd="0" destOrd="0" parTransId="{91627DAC-14B0-4C2B-A0A2-2CE359A3B463}" sibTransId="{B290BBC9-D83B-4620-99F7-5F1F9399FAEB}"/>
    <dgm:cxn modelId="{6E680ACD-8F64-41FC-B12C-4AC061A375C2}" type="presOf" srcId="{8D39A8AB-6F92-450D-BC8B-C86570345F16}" destId="{D37F74FE-FC7F-4599-B238-0F069871035A}" srcOrd="0" destOrd="0" presId="urn:microsoft.com/office/officeart/2008/layout/LinedList"/>
    <dgm:cxn modelId="{4A13A296-F664-4B88-ADFC-BE40132C08B3}" type="presParOf" srcId="{B61D1C39-D75E-4E6D-A812-D9F22A9F52BD}" destId="{A9294EC2-B078-419B-981D-216760B36418}" srcOrd="0" destOrd="0" presId="urn:microsoft.com/office/officeart/2008/layout/LinedList"/>
    <dgm:cxn modelId="{59013D69-2578-4CDE-9450-F741B21A6B4E}" type="presParOf" srcId="{B61D1C39-D75E-4E6D-A812-D9F22A9F52BD}" destId="{4C9CFFD9-191D-4689-9D5B-AEDD980890DD}" srcOrd="1" destOrd="0" presId="urn:microsoft.com/office/officeart/2008/layout/LinedList"/>
    <dgm:cxn modelId="{37DEB428-2B8E-4911-9041-9CD64FB103E4}" type="presParOf" srcId="{4C9CFFD9-191D-4689-9D5B-AEDD980890DD}" destId="{1A477635-41BD-4B00-BCA8-186F949E8DF9}" srcOrd="0" destOrd="0" presId="urn:microsoft.com/office/officeart/2008/layout/LinedList"/>
    <dgm:cxn modelId="{9BE3A002-CE5F-4D02-892C-F7E1CDAC3A88}" type="presParOf" srcId="{4C9CFFD9-191D-4689-9D5B-AEDD980890DD}" destId="{7356951D-98F9-48E0-A222-55607CA4A9A3}" srcOrd="1" destOrd="0" presId="urn:microsoft.com/office/officeart/2008/layout/LinedList"/>
    <dgm:cxn modelId="{E9F11877-7552-428F-BEDD-6BA38CC8868D}" type="presParOf" srcId="{B61D1C39-D75E-4E6D-A812-D9F22A9F52BD}" destId="{73B196F1-E3A6-4453-B92A-480E58C54E32}" srcOrd="2" destOrd="0" presId="urn:microsoft.com/office/officeart/2008/layout/LinedList"/>
    <dgm:cxn modelId="{4794F505-54F5-4650-BE87-8A4AB6AD245C}" type="presParOf" srcId="{B61D1C39-D75E-4E6D-A812-D9F22A9F52BD}" destId="{673F8E80-DE14-44C1-AD1D-4C45AF062432}" srcOrd="3" destOrd="0" presId="urn:microsoft.com/office/officeart/2008/layout/LinedList"/>
    <dgm:cxn modelId="{511EAF80-232A-4DC4-AE0F-E1A9D80E5E10}" type="presParOf" srcId="{673F8E80-DE14-44C1-AD1D-4C45AF062432}" destId="{D37F74FE-FC7F-4599-B238-0F069871035A}" srcOrd="0" destOrd="0" presId="urn:microsoft.com/office/officeart/2008/layout/LinedList"/>
    <dgm:cxn modelId="{C7B73B4C-4E48-4861-B62E-0713BE2C8FF0}" type="presParOf" srcId="{673F8E80-DE14-44C1-AD1D-4C45AF062432}" destId="{4CED42FA-C500-44D1-AE4C-F42A0FB26E30}" srcOrd="1" destOrd="0" presId="urn:microsoft.com/office/officeart/2008/layout/LinedList"/>
    <dgm:cxn modelId="{CA767E29-828D-4CBE-A58E-B7E9C2562B55}" type="presParOf" srcId="{B61D1C39-D75E-4E6D-A812-D9F22A9F52BD}" destId="{DAD29620-1BFF-415E-A8BE-CA08179C261E}" srcOrd="4" destOrd="0" presId="urn:microsoft.com/office/officeart/2008/layout/LinedList"/>
    <dgm:cxn modelId="{CE2DC576-6A58-4AE8-9DE6-DBCCD96CC27F}" type="presParOf" srcId="{B61D1C39-D75E-4E6D-A812-D9F22A9F52BD}" destId="{008697E4-FA8E-4694-A633-6E37927CEE84}" srcOrd="5" destOrd="0" presId="urn:microsoft.com/office/officeart/2008/layout/LinedList"/>
    <dgm:cxn modelId="{5D3F3230-9605-4A4F-8F24-FF259FBC7679}" type="presParOf" srcId="{008697E4-FA8E-4694-A633-6E37927CEE84}" destId="{4F8E5D75-2903-4FF5-8D52-F14FC4633636}" srcOrd="0" destOrd="0" presId="urn:microsoft.com/office/officeart/2008/layout/LinedList"/>
    <dgm:cxn modelId="{1428C3E4-8DEC-44F7-98FF-D67FB935AFD6}" type="presParOf" srcId="{008697E4-FA8E-4694-A633-6E37927CEE84}" destId="{443F7BE3-B8CF-43DC-A2DB-E7B1EFE19994}" srcOrd="1" destOrd="0" presId="urn:microsoft.com/office/officeart/2008/layout/LinedList"/>
    <dgm:cxn modelId="{D2CE4046-3446-4EB8-944C-9E9AE5C57BB1}" type="presParOf" srcId="{B61D1C39-D75E-4E6D-A812-D9F22A9F52BD}" destId="{C1B14DA3-D265-41E9-8DB3-7292E4A85F86}" srcOrd="6" destOrd="0" presId="urn:microsoft.com/office/officeart/2008/layout/LinedList"/>
    <dgm:cxn modelId="{15D503E1-44A2-437D-8B3C-E348A2630713}" type="presParOf" srcId="{B61D1C39-D75E-4E6D-A812-D9F22A9F52BD}" destId="{6508A65F-0ED8-413A-B683-3527DE58D868}" srcOrd="7" destOrd="0" presId="urn:microsoft.com/office/officeart/2008/layout/LinedList"/>
    <dgm:cxn modelId="{F55FAC26-148F-499C-AADA-9607CF90AFD8}" type="presParOf" srcId="{6508A65F-0ED8-413A-B683-3527DE58D868}" destId="{BB3F367D-ED38-4FA9-8661-145181153D8E}" srcOrd="0" destOrd="0" presId="urn:microsoft.com/office/officeart/2008/layout/LinedList"/>
    <dgm:cxn modelId="{BB05FCEF-6957-442C-821A-C35DC36D8196}" type="presParOf" srcId="{6508A65F-0ED8-413A-B683-3527DE58D868}" destId="{0C51F51A-2075-4889-A87B-4DADEEF8AA40}" srcOrd="1" destOrd="0" presId="urn:microsoft.com/office/officeart/2008/layout/LinedList"/>
    <dgm:cxn modelId="{D1A54D85-C00F-4202-9A97-045DD77C71BF}" type="presParOf" srcId="{B61D1C39-D75E-4E6D-A812-D9F22A9F52BD}" destId="{512CB938-F12A-4731-81AA-53A4D43E36F1}" srcOrd="8" destOrd="0" presId="urn:microsoft.com/office/officeart/2008/layout/LinedList"/>
    <dgm:cxn modelId="{6203B267-3138-44D5-86E6-8054E9739AB8}" type="presParOf" srcId="{B61D1C39-D75E-4E6D-A812-D9F22A9F52BD}" destId="{3E17BB55-C770-4A9B-9997-3A74DDDFBE2B}" srcOrd="9" destOrd="0" presId="urn:microsoft.com/office/officeart/2008/layout/LinedList"/>
    <dgm:cxn modelId="{C8791E19-2F56-43F7-BFE6-2993F166D1E6}" type="presParOf" srcId="{3E17BB55-C770-4A9B-9997-3A74DDDFBE2B}" destId="{B2FEB267-BF29-4CF3-B7FB-21E3C5F431F2}" srcOrd="0" destOrd="0" presId="urn:microsoft.com/office/officeart/2008/layout/LinedList"/>
    <dgm:cxn modelId="{75EE8C16-2395-4B4B-BC61-9F4CAD6EA647}" type="presParOf" srcId="{3E17BB55-C770-4A9B-9997-3A74DDDFBE2B}" destId="{6DCE187A-DCE5-4D75-A2BA-34AC023DC1F6}" srcOrd="1" destOrd="0" presId="urn:microsoft.com/office/officeart/2008/layout/LinedList"/>
    <dgm:cxn modelId="{253E4CF7-7A03-4AFC-AA26-C334B4670315}" type="presParOf" srcId="{B61D1C39-D75E-4E6D-A812-D9F22A9F52BD}" destId="{18AA99D0-7390-4E40-B9AF-E9716C1B2359}" srcOrd="10" destOrd="0" presId="urn:microsoft.com/office/officeart/2008/layout/LinedList"/>
    <dgm:cxn modelId="{67923650-0EDF-4B1E-AA0E-63861CC7DB0E}" type="presParOf" srcId="{B61D1C39-D75E-4E6D-A812-D9F22A9F52BD}" destId="{CE6883B9-3AED-40D7-B392-8A0B28247721}" srcOrd="11" destOrd="0" presId="urn:microsoft.com/office/officeart/2008/layout/LinedList"/>
    <dgm:cxn modelId="{60DAFC43-11AA-4BD5-AB79-22DDDCD32027}" type="presParOf" srcId="{CE6883B9-3AED-40D7-B392-8A0B28247721}" destId="{F512D456-D8AA-4395-87B5-1F8AD2E09057}" srcOrd="0" destOrd="0" presId="urn:microsoft.com/office/officeart/2008/layout/LinedList"/>
    <dgm:cxn modelId="{5AB61A5A-E7B7-462C-B16E-130A8E290938}" type="presParOf" srcId="{CE6883B9-3AED-40D7-B392-8A0B28247721}" destId="{89F54219-9908-4E12-9DA3-D5A6D7DD6D9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77BE6BE-211A-451D-9CC3-99EC0519D62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FB2DB2E-8FE5-4338-90EC-83CAD9F06C94}">
      <dgm:prSet/>
      <dgm:spPr/>
      <dgm:t>
        <a:bodyPr/>
        <a:lstStyle/>
        <a:p>
          <a:r>
            <a:rPr lang="en-US"/>
            <a:t>• El análisis forense es clave para entender incidentes.</a:t>
          </a:r>
        </a:p>
      </dgm:t>
    </dgm:pt>
    <dgm:pt modelId="{85E14C6F-6D10-49F8-9712-41F0CEA94EFE}" type="parTrans" cxnId="{6523C803-6684-4E72-A5A8-3D3B641ABA37}">
      <dgm:prSet/>
      <dgm:spPr/>
      <dgm:t>
        <a:bodyPr/>
        <a:lstStyle/>
        <a:p>
          <a:endParaRPr lang="en-US"/>
        </a:p>
      </dgm:t>
    </dgm:pt>
    <dgm:pt modelId="{3300F768-DCF4-4B12-AF95-90001ECCDFED}" type="sibTrans" cxnId="{6523C803-6684-4E72-A5A8-3D3B641ABA37}">
      <dgm:prSet/>
      <dgm:spPr/>
      <dgm:t>
        <a:bodyPr/>
        <a:lstStyle/>
        <a:p>
          <a:endParaRPr lang="en-US"/>
        </a:p>
      </dgm:t>
    </dgm:pt>
    <dgm:pt modelId="{52183F17-F3D7-4604-8EAE-CB8D7AC3E7BB}">
      <dgm:prSet/>
      <dgm:spPr/>
      <dgm:t>
        <a:bodyPr/>
        <a:lstStyle/>
        <a:p>
          <a:r>
            <a:rPr lang="en-US"/>
            <a:t>• Permite probar hechos y mejorar la defensa.</a:t>
          </a:r>
        </a:p>
      </dgm:t>
    </dgm:pt>
    <dgm:pt modelId="{ECCB55E8-F626-48E6-9BFF-807A34CBCBA0}" type="parTrans" cxnId="{5FAD8760-547A-4523-A9DF-459E1AD822B7}">
      <dgm:prSet/>
      <dgm:spPr/>
      <dgm:t>
        <a:bodyPr/>
        <a:lstStyle/>
        <a:p>
          <a:endParaRPr lang="en-US"/>
        </a:p>
      </dgm:t>
    </dgm:pt>
    <dgm:pt modelId="{61A76019-F81E-4E5C-A7E6-2D57ECC24E7C}" type="sibTrans" cxnId="{5FAD8760-547A-4523-A9DF-459E1AD822B7}">
      <dgm:prSet/>
      <dgm:spPr/>
      <dgm:t>
        <a:bodyPr/>
        <a:lstStyle/>
        <a:p>
          <a:endParaRPr lang="en-US"/>
        </a:p>
      </dgm:t>
    </dgm:pt>
    <dgm:pt modelId="{C6BF6527-7F92-4EF4-966C-93A2C15B9F74}">
      <dgm:prSet/>
      <dgm:spPr/>
      <dgm:t>
        <a:bodyPr/>
        <a:lstStyle/>
        <a:p>
          <a:r>
            <a:rPr lang="en-US"/>
            <a:t>• Requiere técnica, método y rigor documental.</a:t>
          </a:r>
        </a:p>
      </dgm:t>
    </dgm:pt>
    <dgm:pt modelId="{A5A1F988-3FC1-4AF1-B74C-55C933BD3BD8}" type="parTrans" cxnId="{08B97188-4102-423A-9080-C341E9D53640}">
      <dgm:prSet/>
      <dgm:spPr/>
      <dgm:t>
        <a:bodyPr/>
        <a:lstStyle/>
        <a:p>
          <a:endParaRPr lang="en-US"/>
        </a:p>
      </dgm:t>
    </dgm:pt>
    <dgm:pt modelId="{B0DFBF47-8C3B-4ACB-8FDE-3101B470E8A8}" type="sibTrans" cxnId="{08B97188-4102-423A-9080-C341E9D53640}">
      <dgm:prSet/>
      <dgm:spPr/>
      <dgm:t>
        <a:bodyPr/>
        <a:lstStyle/>
        <a:p>
          <a:endParaRPr lang="en-US"/>
        </a:p>
      </dgm:t>
    </dgm:pt>
    <dgm:pt modelId="{02D9B00B-97A0-497A-A8CC-C8DD7CCEB413}" type="pres">
      <dgm:prSet presAssocID="{077BE6BE-211A-451D-9CC3-99EC0519D623}" presName="vert0" presStyleCnt="0">
        <dgm:presLayoutVars>
          <dgm:dir/>
          <dgm:animOne val="branch"/>
          <dgm:animLvl val="lvl"/>
        </dgm:presLayoutVars>
      </dgm:prSet>
      <dgm:spPr/>
    </dgm:pt>
    <dgm:pt modelId="{C67869EA-3976-4963-93A8-9736F274E57C}" type="pres">
      <dgm:prSet presAssocID="{2FB2DB2E-8FE5-4338-90EC-83CAD9F06C94}" presName="thickLine" presStyleLbl="alignNode1" presStyleIdx="0" presStyleCnt="3"/>
      <dgm:spPr/>
    </dgm:pt>
    <dgm:pt modelId="{1E7BF826-DA83-4A17-8EFB-1E679F9B1992}" type="pres">
      <dgm:prSet presAssocID="{2FB2DB2E-8FE5-4338-90EC-83CAD9F06C94}" presName="horz1" presStyleCnt="0"/>
      <dgm:spPr/>
    </dgm:pt>
    <dgm:pt modelId="{706FBE4C-722F-47FA-B3BB-6E2541ECCEF7}" type="pres">
      <dgm:prSet presAssocID="{2FB2DB2E-8FE5-4338-90EC-83CAD9F06C94}" presName="tx1" presStyleLbl="revTx" presStyleIdx="0" presStyleCnt="3"/>
      <dgm:spPr/>
    </dgm:pt>
    <dgm:pt modelId="{180FF146-A94B-42D9-B512-29F686A1705A}" type="pres">
      <dgm:prSet presAssocID="{2FB2DB2E-8FE5-4338-90EC-83CAD9F06C94}" presName="vert1" presStyleCnt="0"/>
      <dgm:spPr/>
    </dgm:pt>
    <dgm:pt modelId="{59F1ADAB-B437-4D6C-800D-20DEDEFBDBB3}" type="pres">
      <dgm:prSet presAssocID="{52183F17-F3D7-4604-8EAE-CB8D7AC3E7BB}" presName="thickLine" presStyleLbl="alignNode1" presStyleIdx="1" presStyleCnt="3"/>
      <dgm:spPr/>
    </dgm:pt>
    <dgm:pt modelId="{DAA8EA80-5952-4577-B774-9549E3E44CA0}" type="pres">
      <dgm:prSet presAssocID="{52183F17-F3D7-4604-8EAE-CB8D7AC3E7BB}" presName="horz1" presStyleCnt="0"/>
      <dgm:spPr/>
    </dgm:pt>
    <dgm:pt modelId="{A3A14FC4-8D70-4B46-8B34-FC9022F02AB6}" type="pres">
      <dgm:prSet presAssocID="{52183F17-F3D7-4604-8EAE-CB8D7AC3E7BB}" presName="tx1" presStyleLbl="revTx" presStyleIdx="1" presStyleCnt="3"/>
      <dgm:spPr/>
    </dgm:pt>
    <dgm:pt modelId="{4A7C6F14-C2E8-4313-BFA5-7302E627A6D2}" type="pres">
      <dgm:prSet presAssocID="{52183F17-F3D7-4604-8EAE-CB8D7AC3E7BB}" presName="vert1" presStyleCnt="0"/>
      <dgm:spPr/>
    </dgm:pt>
    <dgm:pt modelId="{A0CA9CEC-3063-4401-BC85-B8AB475BE001}" type="pres">
      <dgm:prSet presAssocID="{C6BF6527-7F92-4EF4-966C-93A2C15B9F74}" presName="thickLine" presStyleLbl="alignNode1" presStyleIdx="2" presStyleCnt="3"/>
      <dgm:spPr/>
    </dgm:pt>
    <dgm:pt modelId="{EF97C0A3-E0AC-4616-8F63-C1B26AB4BE0C}" type="pres">
      <dgm:prSet presAssocID="{C6BF6527-7F92-4EF4-966C-93A2C15B9F74}" presName="horz1" presStyleCnt="0"/>
      <dgm:spPr/>
    </dgm:pt>
    <dgm:pt modelId="{1E2AD386-CFC8-45B0-9E3E-5AF5E3692F36}" type="pres">
      <dgm:prSet presAssocID="{C6BF6527-7F92-4EF4-966C-93A2C15B9F74}" presName="tx1" presStyleLbl="revTx" presStyleIdx="2" presStyleCnt="3"/>
      <dgm:spPr/>
    </dgm:pt>
    <dgm:pt modelId="{A3AC9F4B-6E8A-43B1-BF3D-B6CC8981CB6D}" type="pres">
      <dgm:prSet presAssocID="{C6BF6527-7F92-4EF4-966C-93A2C15B9F74}" presName="vert1" presStyleCnt="0"/>
      <dgm:spPr/>
    </dgm:pt>
  </dgm:ptLst>
  <dgm:cxnLst>
    <dgm:cxn modelId="{6523C803-6684-4E72-A5A8-3D3B641ABA37}" srcId="{077BE6BE-211A-451D-9CC3-99EC0519D623}" destId="{2FB2DB2E-8FE5-4338-90EC-83CAD9F06C94}" srcOrd="0" destOrd="0" parTransId="{85E14C6F-6D10-49F8-9712-41F0CEA94EFE}" sibTransId="{3300F768-DCF4-4B12-AF95-90001ECCDFED}"/>
    <dgm:cxn modelId="{A3EDCB09-288B-4C34-86CC-60BDE1A1CCA7}" type="presOf" srcId="{2FB2DB2E-8FE5-4338-90EC-83CAD9F06C94}" destId="{706FBE4C-722F-47FA-B3BB-6E2541ECCEF7}" srcOrd="0" destOrd="0" presId="urn:microsoft.com/office/officeart/2008/layout/LinedList"/>
    <dgm:cxn modelId="{5FAD8760-547A-4523-A9DF-459E1AD822B7}" srcId="{077BE6BE-211A-451D-9CC3-99EC0519D623}" destId="{52183F17-F3D7-4604-8EAE-CB8D7AC3E7BB}" srcOrd="1" destOrd="0" parTransId="{ECCB55E8-F626-48E6-9BFF-807A34CBCBA0}" sibTransId="{61A76019-F81E-4E5C-A7E6-2D57ECC24E7C}"/>
    <dgm:cxn modelId="{3C0FE659-8EE4-4A02-B9F6-2AB6A8378F85}" type="presOf" srcId="{52183F17-F3D7-4604-8EAE-CB8D7AC3E7BB}" destId="{A3A14FC4-8D70-4B46-8B34-FC9022F02AB6}" srcOrd="0" destOrd="0" presId="urn:microsoft.com/office/officeart/2008/layout/LinedList"/>
    <dgm:cxn modelId="{08B97188-4102-423A-9080-C341E9D53640}" srcId="{077BE6BE-211A-451D-9CC3-99EC0519D623}" destId="{C6BF6527-7F92-4EF4-966C-93A2C15B9F74}" srcOrd="2" destOrd="0" parTransId="{A5A1F988-3FC1-4AF1-B74C-55C933BD3BD8}" sibTransId="{B0DFBF47-8C3B-4ACB-8FDE-3101B470E8A8}"/>
    <dgm:cxn modelId="{468A79A6-728A-490F-B74A-43339AB1966A}" type="presOf" srcId="{C6BF6527-7F92-4EF4-966C-93A2C15B9F74}" destId="{1E2AD386-CFC8-45B0-9E3E-5AF5E3692F36}" srcOrd="0" destOrd="0" presId="urn:microsoft.com/office/officeart/2008/layout/LinedList"/>
    <dgm:cxn modelId="{CB65B2D6-AB84-405A-AA70-B7A4EEEB9366}" type="presOf" srcId="{077BE6BE-211A-451D-9CC3-99EC0519D623}" destId="{02D9B00B-97A0-497A-A8CC-C8DD7CCEB413}" srcOrd="0" destOrd="0" presId="urn:microsoft.com/office/officeart/2008/layout/LinedList"/>
    <dgm:cxn modelId="{7FB94324-65B2-422B-90F3-325E8139969E}" type="presParOf" srcId="{02D9B00B-97A0-497A-A8CC-C8DD7CCEB413}" destId="{C67869EA-3976-4963-93A8-9736F274E57C}" srcOrd="0" destOrd="0" presId="urn:microsoft.com/office/officeart/2008/layout/LinedList"/>
    <dgm:cxn modelId="{A59C7D48-3EC8-4584-9887-281B657CAF08}" type="presParOf" srcId="{02D9B00B-97A0-497A-A8CC-C8DD7CCEB413}" destId="{1E7BF826-DA83-4A17-8EFB-1E679F9B1992}" srcOrd="1" destOrd="0" presId="urn:microsoft.com/office/officeart/2008/layout/LinedList"/>
    <dgm:cxn modelId="{FA2751F6-3C0B-48B2-B9B3-8FD1BF99A97D}" type="presParOf" srcId="{1E7BF826-DA83-4A17-8EFB-1E679F9B1992}" destId="{706FBE4C-722F-47FA-B3BB-6E2541ECCEF7}" srcOrd="0" destOrd="0" presId="urn:microsoft.com/office/officeart/2008/layout/LinedList"/>
    <dgm:cxn modelId="{AE20D0AD-2F6F-42C4-89DC-D3A6E5152530}" type="presParOf" srcId="{1E7BF826-DA83-4A17-8EFB-1E679F9B1992}" destId="{180FF146-A94B-42D9-B512-29F686A1705A}" srcOrd="1" destOrd="0" presId="urn:microsoft.com/office/officeart/2008/layout/LinedList"/>
    <dgm:cxn modelId="{1D66BDD1-11C7-4430-B27B-F48F224C0F54}" type="presParOf" srcId="{02D9B00B-97A0-497A-A8CC-C8DD7CCEB413}" destId="{59F1ADAB-B437-4D6C-800D-20DEDEFBDBB3}" srcOrd="2" destOrd="0" presId="urn:microsoft.com/office/officeart/2008/layout/LinedList"/>
    <dgm:cxn modelId="{383F61F0-BDA1-4DE4-81C1-8806F4CC1117}" type="presParOf" srcId="{02D9B00B-97A0-497A-A8CC-C8DD7CCEB413}" destId="{DAA8EA80-5952-4577-B774-9549E3E44CA0}" srcOrd="3" destOrd="0" presId="urn:microsoft.com/office/officeart/2008/layout/LinedList"/>
    <dgm:cxn modelId="{595C2D96-EAC9-4A22-937B-07173F402E63}" type="presParOf" srcId="{DAA8EA80-5952-4577-B774-9549E3E44CA0}" destId="{A3A14FC4-8D70-4B46-8B34-FC9022F02AB6}" srcOrd="0" destOrd="0" presId="urn:microsoft.com/office/officeart/2008/layout/LinedList"/>
    <dgm:cxn modelId="{C14F626E-B841-422D-B09B-A97D2721CD2A}" type="presParOf" srcId="{DAA8EA80-5952-4577-B774-9549E3E44CA0}" destId="{4A7C6F14-C2E8-4313-BFA5-7302E627A6D2}" srcOrd="1" destOrd="0" presId="urn:microsoft.com/office/officeart/2008/layout/LinedList"/>
    <dgm:cxn modelId="{1719E545-225C-437E-BFA2-3BF5F679DB9E}" type="presParOf" srcId="{02D9B00B-97A0-497A-A8CC-C8DD7CCEB413}" destId="{A0CA9CEC-3063-4401-BC85-B8AB475BE001}" srcOrd="4" destOrd="0" presId="urn:microsoft.com/office/officeart/2008/layout/LinedList"/>
    <dgm:cxn modelId="{B5B220F9-FB8E-45BB-8331-4E176612EA5F}" type="presParOf" srcId="{02D9B00B-97A0-497A-A8CC-C8DD7CCEB413}" destId="{EF97C0A3-E0AC-4616-8F63-C1B26AB4BE0C}" srcOrd="5" destOrd="0" presId="urn:microsoft.com/office/officeart/2008/layout/LinedList"/>
    <dgm:cxn modelId="{C1A0A6FC-57FB-42AE-9C99-6716D28A11A6}" type="presParOf" srcId="{EF97C0A3-E0AC-4616-8F63-C1B26AB4BE0C}" destId="{1E2AD386-CFC8-45B0-9E3E-5AF5E3692F36}" srcOrd="0" destOrd="0" presId="urn:microsoft.com/office/officeart/2008/layout/LinedList"/>
    <dgm:cxn modelId="{F88E2B8E-9F74-49AF-867A-7E0217EFBC36}" type="presParOf" srcId="{EF97C0A3-E0AC-4616-8F63-C1B26AB4BE0C}" destId="{A3AC9F4B-6E8A-43B1-BF3D-B6CC8981CB6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B24CA-ABF6-4AF6-9D5A-9F2B225D9C88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E2EE1A-6D56-4AFE-8C8F-D41D152C4B61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Comprender qué es el análisis forense y su papel tras un incidente.</a:t>
          </a:r>
        </a:p>
      </dsp:txBody>
      <dsp:txXfrm>
        <a:off x="590191" y="770569"/>
        <a:ext cx="1821339" cy="1821339"/>
      </dsp:txXfrm>
    </dsp:sp>
    <dsp:sp modelId="{2E5224CE-8065-42D4-854F-F725F913174D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Identificar las fases del proceso forense digital.</a:t>
          </a:r>
        </a:p>
      </dsp:txBody>
      <dsp:txXfrm>
        <a:off x="2763852" y="770569"/>
        <a:ext cx="1821339" cy="1821339"/>
      </dsp:txXfrm>
    </dsp:sp>
    <dsp:sp modelId="{9F55CB6A-B6EA-4E52-9C87-AEAEFA14A341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Conocer herramientas comunes de análisis y adquisición de evidencias.</a:t>
          </a:r>
        </a:p>
      </dsp:txBody>
      <dsp:txXfrm>
        <a:off x="590191" y="2944231"/>
        <a:ext cx="1821339" cy="1821339"/>
      </dsp:txXfrm>
    </dsp:sp>
    <dsp:sp modelId="{70FF3820-2A42-4DE3-91E0-37C4099A52E0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Aprender buenas prácticas de custodia y documentación.</a:t>
          </a:r>
        </a:p>
      </dsp:txBody>
      <dsp:txXfrm>
        <a:off x="2763852" y="2944231"/>
        <a:ext cx="1821339" cy="18213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D73561-73C8-42F3-BFF3-818AC4AD930F}">
      <dsp:nvSpPr>
        <dsp:cNvPr id="0" name=""/>
        <dsp:cNvSpPr/>
      </dsp:nvSpPr>
      <dsp:spPr>
        <a:xfrm>
          <a:off x="0" y="2101"/>
          <a:ext cx="50360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4AD2791-17DC-4370-A82E-57DEDCFAD959}">
      <dsp:nvSpPr>
        <dsp:cNvPr id="0" name=""/>
        <dsp:cNvSpPr/>
      </dsp:nvSpPr>
      <dsp:spPr>
        <a:xfrm>
          <a:off x="0" y="2101"/>
          <a:ext cx="5036058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Disciplina para investigar incidentes informáticos mediante la obtención, preservación y análisis de evidencias.</a:t>
          </a:r>
        </a:p>
      </dsp:txBody>
      <dsp:txXfrm>
        <a:off x="0" y="2101"/>
        <a:ext cx="5036058" cy="1433087"/>
      </dsp:txXfrm>
    </dsp:sp>
    <dsp:sp modelId="{03F9CE20-2211-402C-92E1-66FED8DA0122}">
      <dsp:nvSpPr>
        <dsp:cNvPr id="0" name=""/>
        <dsp:cNvSpPr/>
      </dsp:nvSpPr>
      <dsp:spPr>
        <a:xfrm>
          <a:off x="0" y="1435188"/>
          <a:ext cx="50360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5726263-2BAC-4BD3-B811-9C90D58AACE8}">
      <dsp:nvSpPr>
        <dsp:cNvPr id="0" name=""/>
        <dsp:cNvSpPr/>
      </dsp:nvSpPr>
      <dsp:spPr>
        <a:xfrm>
          <a:off x="0" y="1435188"/>
          <a:ext cx="5036058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Objetivo: reconstruir lo sucedido, determinar cómo, cuándo y quién intervino.</a:t>
          </a:r>
        </a:p>
      </dsp:txBody>
      <dsp:txXfrm>
        <a:off x="0" y="1435188"/>
        <a:ext cx="5036058" cy="1433087"/>
      </dsp:txXfrm>
    </dsp:sp>
    <dsp:sp modelId="{691220AB-5EF8-4351-A867-B8E872423212}">
      <dsp:nvSpPr>
        <dsp:cNvPr id="0" name=""/>
        <dsp:cNvSpPr/>
      </dsp:nvSpPr>
      <dsp:spPr>
        <a:xfrm>
          <a:off x="0" y="2868276"/>
          <a:ext cx="50360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A75753-DC84-49FE-A0F1-353038617EC0}">
      <dsp:nvSpPr>
        <dsp:cNvPr id="0" name=""/>
        <dsp:cNvSpPr/>
      </dsp:nvSpPr>
      <dsp:spPr>
        <a:xfrm>
          <a:off x="0" y="2868276"/>
          <a:ext cx="5036058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Aplicación: delitos, fugas de datos, fraudes, malware.</a:t>
          </a:r>
        </a:p>
      </dsp:txBody>
      <dsp:txXfrm>
        <a:off x="0" y="2868276"/>
        <a:ext cx="5036058" cy="14330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52261-0436-42FA-A595-275F5570AF5E}">
      <dsp:nvSpPr>
        <dsp:cNvPr id="0" name=""/>
        <dsp:cNvSpPr/>
      </dsp:nvSpPr>
      <dsp:spPr>
        <a:xfrm>
          <a:off x="0" y="1785"/>
          <a:ext cx="5035549" cy="9048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12D791-742C-4D91-B039-B6C7F000E5CF}">
      <dsp:nvSpPr>
        <dsp:cNvPr id="0" name=""/>
        <dsp:cNvSpPr/>
      </dsp:nvSpPr>
      <dsp:spPr>
        <a:xfrm>
          <a:off x="273706" y="205368"/>
          <a:ext cx="497647" cy="4976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F0DBE-79A7-4177-AA95-97189F295168}">
      <dsp:nvSpPr>
        <dsp:cNvPr id="0" name=""/>
        <dsp:cNvSpPr/>
      </dsp:nvSpPr>
      <dsp:spPr>
        <a:xfrm>
          <a:off x="1045060" y="1785"/>
          <a:ext cx="3990488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1. Integridad: la evidencia no debe alterarse.</a:t>
          </a:r>
        </a:p>
      </dsp:txBody>
      <dsp:txXfrm>
        <a:off x="1045060" y="1785"/>
        <a:ext cx="3990488" cy="904813"/>
      </dsp:txXfrm>
    </dsp:sp>
    <dsp:sp modelId="{62568D6E-6558-46A0-B964-F606DD269422}">
      <dsp:nvSpPr>
        <dsp:cNvPr id="0" name=""/>
        <dsp:cNvSpPr/>
      </dsp:nvSpPr>
      <dsp:spPr>
        <a:xfrm>
          <a:off x="0" y="1132802"/>
          <a:ext cx="5035549" cy="9048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FB9B5-A851-462F-A2D5-3F9250B73247}">
      <dsp:nvSpPr>
        <dsp:cNvPr id="0" name=""/>
        <dsp:cNvSpPr/>
      </dsp:nvSpPr>
      <dsp:spPr>
        <a:xfrm>
          <a:off x="273706" y="1336385"/>
          <a:ext cx="497647" cy="4976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7D6FA1-E14C-4384-846D-1C414A6AEB00}">
      <dsp:nvSpPr>
        <dsp:cNvPr id="0" name=""/>
        <dsp:cNvSpPr/>
      </dsp:nvSpPr>
      <dsp:spPr>
        <a:xfrm>
          <a:off x="1045060" y="1132802"/>
          <a:ext cx="3990488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Cadena de custodia: toda manipulación debe registrarse.</a:t>
          </a:r>
        </a:p>
      </dsp:txBody>
      <dsp:txXfrm>
        <a:off x="1045060" y="1132802"/>
        <a:ext cx="3990488" cy="904813"/>
      </dsp:txXfrm>
    </dsp:sp>
    <dsp:sp modelId="{72E21893-024D-4C73-BBFC-01C42AAB320F}">
      <dsp:nvSpPr>
        <dsp:cNvPr id="0" name=""/>
        <dsp:cNvSpPr/>
      </dsp:nvSpPr>
      <dsp:spPr>
        <a:xfrm>
          <a:off x="0" y="2263820"/>
          <a:ext cx="5035549" cy="9048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BB3B0F-77B0-40BA-8102-3A361E753D0B}">
      <dsp:nvSpPr>
        <dsp:cNvPr id="0" name=""/>
        <dsp:cNvSpPr/>
      </dsp:nvSpPr>
      <dsp:spPr>
        <a:xfrm>
          <a:off x="273706" y="2467403"/>
          <a:ext cx="497647" cy="4976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5E5DB-60C2-4AB4-B88B-C89E833359A9}">
      <dsp:nvSpPr>
        <dsp:cNvPr id="0" name=""/>
        <dsp:cNvSpPr/>
      </dsp:nvSpPr>
      <dsp:spPr>
        <a:xfrm>
          <a:off x="1045060" y="2263820"/>
          <a:ext cx="3990488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3. Repetibilidad: el análisis debe poder reproducirse.</a:t>
          </a:r>
        </a:p>
      </dsp:txBody>
      <dsp:txXfrm>
        <a:off x="1045060" y="2263820"/>
        <a:ext cx="3990488" cy="904813"/>
      </dsp:txXfrm>
    </dsp:sp>
    <dsp:sp modelId="{22FD23F6-06C8-4516-A6CC-0E285D237A34}">
      <dsp:nvSpPr>
        <dsp:cNvPr id="0" name=""/>
        <dsp:cNvSpPr/>
      </dsp:nvSpPr>
      <dsp:spPr>
        <a:xfrm>
          <a:off x="0" y="3394837"/>
          <a:ext cx="5035549" cy="9048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6679D-B73E-42D2-BF06-A8287D5936B8}">
      <dsp:nvSpPr>
        <dsp:cNvPr id="0" name=""/>
        <dsp:cNvSpPr/>
      </dsp:nvSpPr>
      <dsp:spPr>
        <a:xfrm>
          <a:off x="273706" y="3598420"/>
          <a:ext cx="497647" cy="4976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8778C-67E8-44BE-B671-BFC97AD03397}">
      <dsp:nvSpPr>
        <dsp:cNvPr id="0" name=""/>
        <dsp:cNvSpPr/>
      </dsp:nvSpPr>
      <dsp:spPr>
        <a:xfrm>
          <a:off x="1045060" y="3394837"/>
          <a:ext cx="3990488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4. Legalidad: respetar normativa vigente (LOPD, RGPD, CP).</a:t>
          </a:r>
        </a:p>
      </dsp:txBody>
      <dsp:txXfrm>
        <a:off x="1045060" y="3394837"/>
        <a:ext cx="3990488" cy="9048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0CA2E-1E8D-47FF-B872-40924A887E97}">
      <dsp:nvSpPr>
        <dsp:cNvPr id="0" name=""/>
        <dsp:cNvSpPr/>
      </dsp:nvSpPr>
      <dsp:spPr>
        <a:xfrm>
          <a:off x="43739" y="437446"/>
          <a:ext cx="655131" cy="6551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1A68A-452C-4BA1-A393-5E0780F531BA}">
      <dsp:nvSpPr>
        <dsp:cNvPr id="0" name=""/>
        <dsp:cNvSpPr/>
      </dsp:nvSpPr>
      <dsp:spPr>
        <a:xfrm>
          <a:off x="181317" y="575024"/>
          <a:ext cx="379975" cy="3799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0CCD8-D2C4-4E17-995F-0C49654515D1}">
      <dsp:nvSpPr>
        <dsp:cNvPr id="0" name=""/>
        <dsp:cNvSpPr/>
      </dsp:nvSpPr>
      <dsp:spPr>
        <a:xfrm>
          <a:off x="839255" y="437446"/>
          <a:ext cx="1544237" cy="655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1. Identificación – localizar evidencias.</a:t>
          </a:r>
        </a:p>
      </dsp:txBody>
      <dsp:txXfrm>
        <a:off x="839255" y="437446"/>
        <a:ext cx="1544237" cy="655131"/>
      </dsp:txXfrm>
    </dsp:sp>
    <dsp:sp modelId="{813CCAC2-A607-4F68-9A4A-FF9EDBA44A17}">
      <dsp:nvSpPr>
        <dsp:cNvPr id="0" name=""/>
        <dsp:cNvSpPr/>
      </dsp:nvSpPr>
      <dsp:spPr>
        <a:xfrm>
          <a:off x="2652564" y="437446"/>
          <a:ext cx="655131" cy="6551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1BD675-2B97-4329-8E60-B24B99A4C71C}">
      <dsp:nvSpPr>
        <dsp:cNvPr id="0" name=""/>
        <dsp:cNvSpPr/>
      </dsp:nvSpPr>
      <dsp:spPr>
        <a:xfrm>
          <a:off x="2790142" y="575024"/>
          <a:ext cx="379975" cy="3799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C1768-7D43-4EA3-B8AE-66DAE79B6259}">
      <dsp:nvSpPr>
        <dsp:cNvPr id="0" name=""/>
        <dsp:cNvSpPr/>
      </dsp:nvSpPr>
      <dsp:spPr>
        <a:xfrm>
          <a:off x="3448081" y="437446"/>
          <a:ext cx="1544237" cy="655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2. Adquisición – copiar datos sin modificarlos.</a:t>
          </a:r>
        </a:p>
      </dsp:txBody>
      <dsp:txXfrm>
        <a:off x="3448081" y="437446"/>
        <a:ext cx="1544237" cy="655131"/>
      </dsp:txXfrm>
    </dsp:sp>
    <dsp:sp modelId="{74B59797-A314-4896-850F-432BC34606D3}">
      <dsp:nvSpPr>
        <dsp:cNvPr id="0" name=""/>
        <dsp:cNvSpPr/>
      </dsp:nvSpPr>
      <dsp:spPr>
        <a:xfrm>
          <a:off x="43739" y="1824166"/>
          <a:ext cx="655131" cy="6551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F4E647-D383-4019-9947-7F481C5123DA}">
      <dsp:nvSpPr>
        <dsp:cNvPr id="0" name=""/>
        <dsp:cNvSpPr/>
      </dsp:nvSpPr>
      <dsp:spPr>
        <a:xfrm>
          <a:off x="181317" y="1961744"/>
          <a:ext cx="379975" cy="3799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FB7CA3-C49B-4A81-AFB4-860D012A4E78}">
      <dsp:nvSpPr>
        <dsp:cNvPr id="0" name=""/>
        <dsp:cNvSpPr/>
      </dsp:nvSpPr>
      <dsp:spPr>
        <a:xfrm>
          <a:off x="839255" y="1824166"/>
          <a:ext cx="1544237" cy="655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3. Preservación – asegurar la integridad.</a:t>
          </a:r>
        </a:p>
      </dsp:txBody>
      <dsp:txXfrm>
        <a:off x="839255" y="1824166"/>
        <a:ext cx="1544237" cy="655131"/>
      </dsp:txXfrm>
    </dsp:sp>
    <dsp:sp modelId="{BAB8D803-1BF9-41EC-A19A-EF96239750A7}">
      <dsp:nvSpPr>
        <dsp:cNvPr id="0" name=""/>
        <dsp:cNvSpPr/>
      </dsp:nvSpPr>
      <dsp:spPr>
        <a:xfrm>
          <a:off x="2652564" y="1824166"/>
          <a:ext cx="655131" cy="6551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41F99-B882-4715-98C7-3BF9FEA45630}">
      <dsp:nvSpPr>
        <dsp:cNvPr id="0" name=""/>
        <dsp:cNvSpPr/>
      </dsp:nvSpPr>
      <dsp:spPr>
        <a:xfrm>
          <a:off x="2790142" y="1961744"/>
          <a:ext cx="379975" cy="3799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2DFB4-898A-49FD-A2D0-12F78F53B35C}">
      <dsp:nvSpPr>
        <dsp:cNvPr id="0" name=""/>
        <dsp:cNvSpPr/>
      </dsp:nvSpPr>
      <dsp:spPr>
        <a:xfrm>
          <a:off x="3448081" y="1824166"/>
          <a:ext cx="1544237" cy="655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4. Análisis – examinar información relevante.</a:t>
          </a:r>
        </a:p>
      </dsp:txBody>
      <dsp:txXfrm>
        <a:off x="3448081" y="1824166"/>
        <a:ext cx="1544237" cy="655131"/>
      </dsp:txXfrm>
    </dsp:sp>
    <dsp:sp modelId="{385EFFDC-1E2A-4BA5-A142-89D50B3B867E}">
      <dsp:nvSpPr>
        <dsp:cNvPr id="0" name=""/>
        <dsp:cNvSpPr/>
      </dsp:nvSpPr>
      <dsp:spPr>
        <a:xfrm>
          <a:off x="43739" y="3210887"/>
          <a:ext cx="655131" cy="6551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D2D965-416C-41B5-A88F-5B2054AF8638}">
      <dsp:nvSpPr>
        <dsp:cNvPr id="0" name=""/>
        <dsp:cNvSpPr/>
      </dsp:nvSpPr>
      <dsp:spPr>
        <a:xfrm>
          <a:off x="181317" y="3348464"/>
          <a:ext cx="379975" cy="37997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03DBA-DF32-48B4-8716-F9F5728F482F}">
      <dsp:nvSpPr>
        <dsp:cNvPr id="0" name=""/>
        <dsp:cNvSpPr/>
      </dsp:nvSpPr>
      <dsp:spPr>
        <a:xfrm>
          <a:off x="839255" y="3210887"/>
          <a:ext cx="1544237" cy="655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5. Documentación – generar informe final.</a:t>
          </a:r>
        </a:p>
      </dsp:txBody>
      <dsp:txXfrm>
        <a:off x="839255" y="3210887"/>
        <a:ext cx="1544237" cy="6551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D5DBA-8822-4B48-9B93-AB193DFC0BD8}">
      <dsp:nvSpPr>
        <dsp:cNvPr id="0" name=""/>
        <dsp:cNvSpPr/>
      </dsp:nvSpPr>
      <dsp:spPr>
        <a:xfrm>
          <a:off x="0" y="68750"/>
          <a:ext cx="5036058" cy="13425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Fuentes: discos, USB, logs, correos, red, nube.</a:t>
          </a:r>
        </a:p>
      </dsp:txBody>
      <dsp:txXfrm>
        <a:off x="65539" y="134289"/>
        <a:ext cx="4904980" cy="1211496"/>
      </dsp:txXfrm>
    </dsp:sp>
    <dsp:sp modelId="{A8F3CF14-BE10-48CF-BDEF-FBE4EB5B8F11}">
      <dsp:nvSpPr>
        <dsp:cNvPr id="0" name=""/>
        <dsp:cNvSpPr/>
      </dsp:nvSpPr>
      <dsp:spPr>
        <a:xfrm>
          <a:off x="0" y="1480445"/>
          <a:ext cx="5036058" cy="134257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Herramientas: dd, FTK Imager, EnCase, Guymager.</a:t>
          </a:r>
        </a:p>
      </dsp:txBody>
      <dsp:txXfrm>
        <a:off x="65539" y="1545984"/>
        <a:ext cx="4904980" cy="1211496"/>
      </dsp:txXfrm>
    </dsp:sp>
    <dsp:sp modelId="{40015565-1E99-42D8-B3A5-6B4E355ACB59}">
      <dsp:nvSpPr>
        <dsp:cNvPr id="0" name=""/>
        <dsp:cNvSpPr/>
      </dsp:nvSpPr>
      <dsp:spPr>
        <a:xfrm>
          <a:off x="0" y="2892139"/>
          <a:ext cx="5036058" cy="13425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Buenas prácticas: bloqueadores de escritura, etiquetas, hashes de integridad.</a:t>
          </a:r>
        </a:p>
      </dsp:txBody>
      <dsp:txXfrm>
        <a:off x="65539" y="2957678"/>
        <a:ext cx="4904980" cy="12114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6C0D21-E791-4B43-9DF0-AC0E122D2467}">
      <dsp:nvSpPr>
        <dsp:cNvPr id="0" name=""/>
        <dsp:cNvSpPr/>
      </dsp:nvSpPr>
      <dsp:spPr>
        <a:xfrm>
          <a:off x="614" y="592476"/>
          <a:ext cx="2397295" cy="14383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Registrar cada acceso a la evidencia.</a:t>
          </a:r>
        </a:p>
      </dsp:txBody>
      <dsp:txXfrm>
        <a:off x="614" y="592476"/>
        <a:ext cx="2397295" cy="1438377"/>
      </dsp:txXfrm>
    </dsp:sp>
    <dsp:sp modelId="{2244C77E-AC6A-4B52-9690-40A50D1632CA}">
      <dsp:nvSpPr>
        <dsp:cNvPr id="0" name=""/>
        <dsp:cNvSpPr/>
      </dsp:nvSpPr>
      <dsp:spPr>
        <a:xfrm>
          <a:off x="2637639" y="592476"/>
          <a:ext cx="2397295" cy="14383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Guardar copias maestras seguras.</a:t>
          </a:r>
        </a:p>
      </dsp:txBody>
      <dsp:txXfrm>
        <a:off x="2637639" y="592476"/>
        <a:ext cx="2397295" cy="1438377"/>
      </dsp:txXfrm>
    </dsp:sp>
    <dsp:sp modelId="{F56C6333-D7CF-430F-9B67-243138A46F32}">
      <dsp:nvSpPr>
        <dsp:cNvPr id="0" name=""/>
        <dsp:cNvSpPr/>
      </dsp:nvSpPr>
      <dsp:spPr>
        <a:xfrm>
          <a:off x="614" y="2270583"/>
          <a:ext cx="2397295" cy="14383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Documentar dispositivos, personas y fechas.</a:t>
          </a:r>
        </a:p>
      </dsp:txBody>
      <dsp:txXfrm>
        <a:off x="614" y="2270583"/>
        <a:ext cx="2397295" cy="1438377"/>
      </dsp:txXfrm>
    </dsp:sp>
    <dsp:sp modelId="{3BBC415B-C2C8-45B5-9498-4BEAEB3B7F13}">
      <dsp:nvSpPr>
        <dsp:cNvPr id="0" name=""/>
        <dsp:cNvSpPr/>
      </dsp:nvSpPr>
      <dsp:spPr>
        <a:xfrm>
          <a:off x="2637639" y="2270583"/>
          <a:ext cx="2397295" cy="14383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Mantener condiciones controladas.</a:t>
          </a:r>
        </a:p>
      </dsp:txBody>
      <dsp:txXfrm>
        <a:off x="2637639" y="2270583"/>
        <a:ext cx="2397295" cy="143837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EC686-6241-453B-AB21-7B90FE88B27A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BEFDE-6DB2-487B-B3BF-2E23F469C5B6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Descubrir qué ocurrió, cómo y quién lo hizo.</a:t>
          </a:r>
        </a:p>
      </dsp:txBody>
      <dsp:txXfrm>
        <a:off x="78583" y="2435142"/>
        <a:ext cx="2399612" cy="720000"/>
      </dsp:txXfrm>
    </dsp:sp>
    <dsp:sp modelId="{B4CEBA7A-037D-4704-8B4A-D9F355DB682C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C5BE9-D4E3-4EE1-BC8B-765AF044C324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Tareas: revisar logs, archivos borrados, malware, correlaciones.</a:t>
          </a:r>
        </a:p>
      </dsp:txBody>
      <dsp:txXfrm>
        <a:off x="2898129" y="2435142"/>
        <a:ext cx="2399612" cy="720000"/>
      </dsp:txXfrm>
    </dsp:sp>
    <dsp:sp modelId="{2354C605-B098-40F5-B174-467620B9435E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6F40AB-EAD1-48F8-A669-03055F0BD1C2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Herramientas: Autopsy, Sleuth Kit, Volatility, Wireshark, Ghidra.</a:t>
          </a:r>
        </a:p>
      </dsp:txBody>
      <dsp:txXfrm>
        <a:off x="5717674" y="2435142"/>
        <a:ext cx="2399612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57503-08C3-452F-8219-36F30D9298EA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Forense de disco – almacenamiento local.</a:t>
          </a:r>
        </a:p>
      </dsp:txBody>
      <dsp:txXfrm>
        <a:off x="715337" y="2413"/>
        <a:ext cx="3221521" cy="1932912"/>
      </dsp:txXfrm>
    </dsp:sp>
    <dsp:sp modelId="{1AB10CD5-44B7-4723-9417-F709F626DBCA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Forense de memoria RAM – procesos y contraseñas.</a:t>
          </a:r>
        </a:p>
      </dsp:txBody>
      <dsp:txXfrm>
        <a:off x="4259011" y="2413"/>
        <a:ext cx="3221521" cy="1932912"/>
      </dsp:txXfrm>
    </dsp:sp>
    <dsp:sp modelId="{C9FD4F26-5BB2-4902-A30E-B84AF15D8D74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Forense de red – tráfico y conexiones.</a:t>
          </a:r>
        </a:p>
      </dsp:txBody>
      <dsp:txXfrm>
        <a:off x="715337" y="2257478"/>
        <a:ext cx="3221521" cy="1932912"/>
      </dsp:txXfrm>
    </dsp:sp>
    <dsp:sp modelId="{E846EC79-41B8-4EF3-AC0B-2518FC6AC7C2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Forense en la nube – servicios externos.</a:t>
          </a:r>
        </a:p>
      </dsp:txBody>
      <dsp:txXfrm>
        <a:off x="4259011" y="2257478"/>
        <a:ext cx="3221521" cy="193291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65879C-9D89-4498-8339-3E2B7FADE435}">
      <dsp:nvSpPr>
        <dsp:cNvPr id="0" name=""/>
        <dsp:cNvSpPr/>
      </dsp:nvSpPr>
      <dsp:spPr>
        <a:xfrm>
          <a:off x="0" y="0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EC818-AF73-4449-868A-B544905BA513}">
      <dsp:nvSpPr>
        <dsp:cNvPr id="0" name=""/>
        <dsp:cNvSpPr/>
      </dsp:nvSpPr>
      <dsp:spPr>
        <a:xfrm>
          <a:off x="0" y="0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Revisar autor, fechas, software usado.</a:t>
          </a:r>
        </a:p>
      </dsp:txBody>
      <dsp:txXfrm>
        <a:off x="0" y="0"/>
        <a:ext cx="4817176" cy="1271361"/>
      </dsp:txXfrm>
    </dsp:sp>
    <dsp:sp modelId="{6075D6D1-9F73-4138-BBAF-57E8E8CFF8E6}">
      <dsp:nvSpPr>
        <dsp:cNvPr id="0" name=""/>
        <dsp:cNvSpPr/>
      </dsp:nvSpPr>
      <dsp:spPr>
        <a:xfrm>
          <a:off x="0" y="1271361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77659-A72D-40C7-B781-12A7832094A0}">
      <dsp:nvSpPr>
        <dsp:cNvPr id="0" name=""/>
        <dsp:cNvSpPr/>
      </dsp:nvSpPr>
      <dsp:spPr>
        <a:xfrm>
          <a:off x="0" y="1271361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Localizar archivos ocultos o temporales.</a:t>
          </a:r>
        </a:p>
      </dsp:txBody>
      <dsp:txXfrm>
        <a:off x="0" y="1271361"/>
        <a:ext cx="4817176" cy="1271361"/>
      </dsp:txXfrm>
    </dsp:sp>
    <dsp:sp modelId="{95B8DF36-A17E-4FC1-B7DF-B7C9E5B27495}">
      <dsp:nvSpPr>
        <dsp:cNvPr id="0" name=""/>
        <dsp:cNvSpPr/>
      </dsp:nvSpPr>
      <dsp:spPr>
        <a:xfrm>
          <a:off x="0" y="2542722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5C3E2-8E65-4CF8-AEBC-FEFDF6D74C4C}">
      <dsp:nvSpPr>
        <dsp:cNvPr id="0" name=""/>
        <dsp:cNvSpPr/>
      </dsp:nvSpPr>
      <dsp:spPr>
        <a:xfrm>
          <a:off x="0" y="2542722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Comparar hashes con bases de datos.</a:t>
          </a:r>
        </a:p>
      </dsp:txBody>
      <dsp:txXfrm>
        <a:off x="0" y="2542722"/>
        <a:ext cx="4817176" cy="1271361"/>
      </dsp:txXfrm>
    </dsp:sp>
    <dsp:sp modelId="{D090BAB8-386C-42D6-98AC-831460AE374A}">
      <dsp:nvSpPr>
        <dsp:cNvPr id="0" name=""/>
        <dsp:cNvSpPr/>
      </dsp:nvSpPr>
      <dsp:spPr>
        <a:xfrm>
          <a:off x="0" y="3814083"/>
          <a:ext cx="48171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90F839-7C7E-4020-B04D-7959BEF018EA}">
      <dsp:nvSpPr>
        <dsp:cNvPr id="0" name=""/>
        <dsp:cNvSpPr/>
      </dsp:nvSpPr>
      <dsp:spPr>
        <a:xfrm>
          <a:off x="0" y="3814083"/>
          <a:ext cx="4817176" cy="1271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Detectar scripts o macros sospechosas.</a:t>
          </a:r>
        </a:p>
      </dsp:txBody>
      <dsp:txXfrm>
        <a:off x="0" y="3814083"/>
        <a:ext cx="4817176" cy="127136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0B449-750F-4E5C-B874-8A0B1227D4D3}">
      <dsp:nvSpPr>
        <dsp:cNvPr id="0" name=""/>
        <dsp:cNvSpPr/>
      </dsp:nvSpPr>
      <dsp:spPr>
        <a:xfrm>
          <a:off x="0" y="620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8E7A2-7CCE-4FFD-95A3-DC83F4B4AA98}">
      <dsp:nvSpPr>
        <dsp:cNvPr id="0" name=""/>
        <dsp:cNvSpPr/>
      </dsp:nvSpPr>
      <dsp:spPr>
        <a:xfrm>
          <a:off x="0" y="620"/>
          <a:ext cx="4817176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Identificación del caso y analista.</a:t>
          </a:r>
        </a:p>
      </dsp:txBody>
      <dsp:txXfrm>
        <a:off x="0" y="620"/>
        <a:ext cx="4817176" cy="1016840"/>
      </dsp:txXfrm>
    </dsp:sp>
    <dsp:sp modelId="{6241F154-DAC6-43FE-8677-96390D3E39D8}">
      <dsp:nvSpPr>
        <dsp:cNvPr id="0" name=""/>
        <dsp:cNvSpPr/>
      </dsp:nvSpPr>
      <dsp:spPr>
        <a:xfrm>
          <a:off x="0" y="1017461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359032-852C-4649-98B0-FC61D0277EF2}">
      <dsp:nvSpPr>
        <dsp:cNvPr id="0" name=""/>
        <dsp:cNvSpPr/>
      </dsp:nvSpPr>
      <dsp:spPr>
        <a:xfrm>
          <a:off x="0" y="1017461"/>
          <a:ext cx="4817176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Herramientas empleadas.</a:t>
          </a:r>
        </a:p>
      </dsp:txBody>
      <dsp:txXfrm>
        <a:off x="0" y="1017461"/>
        <a:ext cx="4817176" cy="1016840"/>
      </dsp:txXfrm>
    </dsp:sp>
    <dsp:sp modelId="{282A82E5-53C1-4F38-87EF-115E9B098208}">
      <dsp:nvSpPr>
        <dsp:cNvPr id="0" name=""/>
        <dsp:cNvSpPr/>
      </dsp:nvSpPr>
      <dsp:spPr>
        <a:xfrm>
          <a:off x="0" y="2034301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54A6A-7713-47E8-B764-5ED692D2E4B5}">
      <dsp:nvSpPr>
        <dsp:cNvPr id="0" name=""/>
        <dsp:cNvSpPr/>
      </dsp:nvSpPr>
      <dsp:spPr>
        <a:xfrm>
          <a:off x="0" y="2034301"/>
          <a:ext cx="4817176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Procedimiento seguido.</a:t>
          </a:r>
        </a:p>
      </dsp:txBody>
      <dsp:txXfrm>
        <a:off x="0" y="2034301"/>
        <a:ext cx="4817176" cy="1016840"/>
      </dsp:txXfrm>
    </dsp:sp>
    <dsp:sp modelId="{88BC91FA-B9CD-41AD-BF94-BEE4046BF40F}">
      <dsp:nvSpPr>
        <dsp:cNvPr id="0" name=""/>
        <dsp:cNvSpPr/>
      </dsp:nvSpPr>
      <dsp:spPr>
        <a:xfrm>
          <a:off x="0" y="3051142"/>
          <a:ext cx="48171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88382-4A52-4CCA-B609-8272907B3B00}">
      <dsp:nvSpPr>
        <dsp:cNvPr id="0" name=""/>
        <dsp:cNvSpPr/>
      </dsp:nvSpPr>
      <dsp:spPr>
        <a:xfrm>
          <a:off x="0" y="3051142"/>
          <a:ext cx="4817176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Resultados, conclusiones y anexos.</a:t>
          </a:r>
        </a:p>
      </dsp:txBody>
      <dsp:txXfrm>
        <a:off x="0" y="3051142"/>
        <a:ext cx="4817176" cy="1016840"/>
      </dsp:txXfrm>
    </dsp:sp>
    <dsp:sp modelId="{AD62B760-3643-4952-BC4D-9517DFEFB369}">
      <dsp:nvSpPr>
        <dsp:cNvPr id="0" name=""/>
        <dsp:cNvSpPr/>
      </dsp:nvSpPr>
      <dsp:spPr>
        <a:xfrm>
          <a:off x="0" y="4067982"/>
          <a:ext cx="481717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295E0-F584-4E47-95FC-B28C82153478}">
      <dsp:nvSpPr>
        <dsp:cNvPr id="0" name=""/>
        <dsp:cNvSpPr/>
      </dsp:nvSpPr>
      <dsp:spPr>
        <a:xfrm>
          <a:off x="0" y="4067982"/>
          <a:ext cx="4817176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Lenguaje técnico y verificable.</a:t>
          </a:r>
        </a:p>
      </dsp:txBody>
      <dsp:txXfrm>
        <a:off x="0" y="4067982"/>
        <a:ext cx="4817176" cy="10168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EF388D-A7D5-4B4B-B234-E7E7AABA4A12}">
      <dsp:nvSpPr>
        <dsp:cNvPr id="0" name=""/>
        <dsp:cNvSpPr/>
      </dsp:nvSpPr>
      <dsp:spPr>
        <a:xfrm>
          <a:off x="0" y="0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EBFA9-CC2C-4015-A925-F5F553E5EAD0}">
      <dsp:nvSpPr>
        <dsp:cNvPr id="0" name=""/>
        <dsp:cNvSpPr/>
      </dsp:nvSpPr>
      <dsp:spPr>
        <a:xfrm>
          <a:off x="0" y="0"/>
          <a:ext cx="4817176" cy="635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✅ Buenas prácticas:</a:t>
          </a:r>
        </a:p>
      </dsp:txBody>
      <dsp:txXfrm>
        <a:off x="0" y="0"/>
        <a:ext cx="4817176" cy="635680"/>
      </dsp:txXfrm>
    </dsp:sp>
    <dsp:sp modelId="{143A8CF3-E4A3-4E36-AA0B-869B45E8F917}">
      <dsp:nvSpPr>
        <dsp:cNvPr id="0" name=""/>
        <dsp:cNvSpPr/>
      </dsp:nvSpPr>
      <dsp:spPr>
        <a:xfrm>
          <a:off x="0" y="635680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59C306-EA13-444C-8035-61DE4238CB37}">
      <dsp:nvSpPr>
        <dsp:cNvPr id="0" name=""/>
        <dsp:cNvSpPr/>
      </dsp:nvSpPr>
      <dsp:spPr>
        <a:xfrm>
          <a:off x="0" y="635680"/>
          <a:ext cx="4817176" cy="635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Documentar cada paso.</a:t>
          </a:r>
        </a:p>
      </dsp:txBody>
      <dsp:txXfrm>
        <a:off x="0" y="635680"/>
        <a:ext cx="4817176" cy="635680"/>
      </dsp:txXfrm>
    </dsp:sp>
    <dsp:sp modelId="{08709DAF-399E-40B2-A76A-38C873E5783A}">
      <dsp:nvSpPr>
        <dsp:cNvPr id="0" name=""/>
        <dsp:cNvSpPr/>
      </dsp:nvSpPr>
      <dsp:spPr>
        <a:xfrm>
          <a:off x="0" y="1271361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46A6C-5488-4127-97AF-C3C8EE7EFD9A}">
      <dsp:nvSpPr>
        <dsp:cNvPr id="0" name=""/>
        <dsp:cNvSpPr/>
      </dsp:nvSpPr>
      <dsp:spPr>
        <a:xfrm>
          <a:off x="0" y="1271361"/>
          <a:ext cx="4817176" cy="635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Mantener copias inalteradas.</a:t>
          </a:r>
        </a:p>
      </dsp:txBody>
      <dsp:txXfrm>
        <a:off x="0" y="1271361"/>
        <a:ext cx="4817176" cy="635680"/>
      </dsp:txXfrm>
    </dsp:sp>
    <dsp:sp modelId="{C8659E9B-2394-41D1-A876-2FE98778A9CE}">
      <dsp:nvSpPr>
        <dsp:cNvPr id="0" name=""/>
        <dsp:cNvSpPr/>
      </dsp:nvSpPr>
      <dsp:spPr>
        <a:xfrm>
          <a:off x="0" y="1907041"/>
          <a:ext cx="48171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70459-0DE6-454D-BF3A-17851C3A6FA1}">
      <dsp:nvSpPr>
        <dsp:cNvPr id="0" name=""/>
        <dsp:cNvSpPr/>
      </dsp:nvSpPr>
      <dsp:spPr>
        <a:xfrm>
          <a:off x="0" y="1907041"/>
          <a:ext cx="4817176" cy="635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Usar software reconocido.</a:t>
          </a:r>
        </a:p>
      </dsp:txBody>
      <dsp:txXfrm>
        <a:off x="0" y="1907041"/>
        <a:ext cx="4817176" cy="635680"/>
      </dsp:txXfrm>
    </dsp:sp>
    <dsp:sp modelId="{21DCD6BA-4B42-4AF2-B6E6-559E8ED39D59}">
      <dsp:nvSpPr>
        <dsp:cNvPr id="0" name=""/>
        <dsp:cNvSpPr/>
      </dsp:nvSpPr>
      <dsp:spPr>
        <a:xfrm>
          <a:off x="0" y="2542722"/>
          <a:ext cx="481717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546E83-0E88-4634-AEF1-B1EF54CE445C}">
      <dsp:nvSpPr>
        <dsp:cNvPr id="0" name=""/>
        <dsp:cNvSpPr/>
      </dsp:nvSpPr>
      <dsp:spPr>
        <a:xfrm>
          <a:off x="0" y="2542722"/>
          <a:ext cx="4817176" cy="635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❌ Errores comunes:</a:t>
          </a:r>
        </a:p>
      </dsp:txBody>
      <dsp:txXfrm>
        <a:off x="0" y="2542722"/>
        <a:ext cx="4817176" cy="635680"/>
      </dsp:txXfrm>
    </dsp:sp>
    <dsp:sp modelId="{EC12CCD7-8C35-4B71-8CA6-9166A816D104}">
      <dsp:nvSpPr>
        <dsp:cNvPr id="0" name=""/>
        <dsp:cNvSpPr/>
      </dsp:nvSpPr>
      <dsp:spPr>
        <a:xfrm>
          <a:off x="0" y="3178402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5D004F-815C-47A7-BA1C-29A81AB06805}">
      <dsp:nvSpPr>
        <dsp:cNvPr id="0" name=""/>
        <dsp:cNvSpPr/>
      </dsp:nvSpPr>
      <dsp:spPr>
        <a:xfrm>
          <a:off x="0" y="3178402"/>
          <a:ext cx="4817176" cy="635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Analizar el sistema original.</a:t>
          </a:r>
        </a:p>
      </dsp:txBody>
      <dsp:txXfrm>
        <a:off x="0" y="3178402"/>
        <a:ext cx="4817176" cy="635680"/>
      </dsp:txXfrm>
    </dsp:sp>
    <dsp:sp modelId="{BA5F98DB-07D3-4B11-9809-4BB3C0394073}">
      <dsp:nvSpPr>
        <dsp:cNvPr id="0" name=""/>
        <dsp:cNvSpPr/>
      </dsp:nvSpPr>
      <dsp:spPr>
        <a:xfrm>
          <a:off x="0" y="3814082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712656-A2CF-4E8D-95CD-66AAEF820E96}">
      <dsp:nvSpPr>
        <dsp:cNvPr id="0" name=""/>
        <dsp:cNvSpPr/>
      </dsp:nvSpPr>
      <dsp:spPr>
        <a:xfrm>
          <a:off x="0" y="3814083"/>
          <a:ext cx="4817176" cy="635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No registrar cambios.</a:t>
          </a:r>
        </a:p>
      </dsp:txBody>
      <dsp:txXfrm>
        <a:off x="0" y="3814083"/>
        <a:ext cx="4817176" cy="635680"/>
      </dsp:txXfrm>
    </dsp:sp>
    <dsp:sp modelId="{071F6120-ADEA-4EA9-A555-15610A9A620D}">
      <dsp:nvSpPr>
        <dsp:cNvPr id="0" name=""/>
        <dsp:cNvSpPr/>
      </dsp:nvSpPr>
      <dsp:spPr>
        <a:xfrm>
          <a:off x="0" y="4449763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E7AA6-F2C1-4AD8-8A07-F12B6FD56355}">
      <dsp:nvSpPr>
        <dsp:cNvPr id="0" name=""/>
        <dsp:cNvSpPr/>
      </dsp:nvSpPr>
      <dsp:spPr>
        <a:xfrm>
          <a:off x="0" y="4449763"/>
          <a:ext cx="4817176" cy="635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Alterar fechas u hora.</a:t>
          </a:r>
        </a:p>
      </dsp:txBody>
      <dsp:txXfrm>
        <a:off x="0" y="4449763"/>
        <a:ext cx="4817176" cy="63568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94EC2-B078-419B-981D-216760B36418}">
      <dsp:nvSpPr>
        <dsp:cNvPr id="0" name=""/>
        <dsp:cNvSpPr/>
      </dsp:nvSpPr>
      <dsp:spPr>
        <a:xfrm>
          <a:off x="0" y="2483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77635-41BD-4B00-BCA8-186F949E8DF9}">
      <dsp:nvSpPr>
        <dsp:cNvPr id="0" name=""/>
        <dsp:cNvSpPr/>
      </dsp:nvSpPr>
      <dsp:spPr>
        <a:xfrm>
          <a:off x="0" y="2483"/>
          <a:ext cx="4817176" cy="84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Escenario: ordenador infectado con ransomware.</a:t>
          </a:r>
        </a:p>
      </dsp:txBody>
      <dsp:txXfrm>
        <a:off x="0" y="2483"/>
        <a:ext cx="4817176" cy="846746"/>
      </dsp:txXfrm>
    </dsp:sp>
    <dsp:sp modelId="{73B196F1-E3A6-4453-B92A-480E58C54E32}">
      <dsp:nvSpPr>
        <dsp:cNvPr id="0" name=""/>
        <dsp:cNvSpPr/>
      </dsp:nvSpPr>
      <dsp:spPr>
        <a:xfrm>
          <a:off x="0" y="849229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F74FE-FC7F-4599-B238-0F069871035A}">
      <dsp:nvSpPr>
        <dsp:cNvPr id="0" name=""/>
        <dsp:cNvSpPr/>
      </dsp:nvSpPr>
      <dsp:spPr>
        <a:xfrm>
          <a:off x="0" y="849229"/>
          <a:ext cx="4817176" cy="84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1. Clonar disco.</a:t>
          </a:r>
        </a:p>
      </dsp:txBody>
      <dsp:txXfrm>
        <a:off x="0" y="849229"/>
        <a:ext cx="4817176" cy="846746"/>
      </dsp:txXfrm>
    </dsp:sp>
    <dsp:sp modelId="{DAD29620-1BFF-415E-A8BE-CA08179C261E}">
      <dsp:nvSpPr>
        <dsp:cNvPr id="0" name=""/>
        <dsp:cNvSpPr/>
      </dsp:nvSpPr>
      <dsp:spPr>
        <a:xfrm>
          <a:off x="0" y="1695975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E5D75-2903-4FF5-8D52-F14FC4633636}">
      <dsp:nvSpPr>
        <dsp:cNvPr id="0" name=""/>
        <dsp:cNvSpPr/>
      </dsp:nvSpPr>
      <dsp:spPr>
        <a:xfrm>
          <a:off x="0" y="1695975"/>
          <a:ext cx="4817176" cy="84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2. Calcular hashes.</a:t>
          </a:r>
        </a:p>
      </dsp:txBody>
      <dsp:txXfrm>
        <a:off x="0" y="1695975"/>
        <a:ext cx="4817176" cy="846746"/>
      </dsp:txXfrm>
    </dsp:sp>
    <dsp:sp modelId="{C1B14DA3-D265-41E9-8DB3-7292E4A85F86}">
      <dsp:nvSpPr>
        <dsp:cNvPr id="0" name=""/>
        <dsp:cNvSpPr/>
      </dsp:nvSpPr>
      <dsp:spPr>
        <a:xfrm>
          <a:off x="0" y="2542721"/>
          <a:ext cx="48171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F367D-ED38-4FA9-8661-145181153D8E}">
      <dsp:nvSpPr>
        <dsp:cNvPr id="0" name=""/>
        <dsp:cNvSpPr/>
      </dsp:nvSpPr>
      <dsp:spPr>
        <a:xfrm>
          <a:off x="0" y="2542721"/>
          <a:ext cx="4817176" cy="84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3. Analizar logs y tráfico.</a:t>
          </a:r>
        </a:p>
      </dsp:txBody>
      <dsp:txXfrm>
        <a:off x="0" y="2542721"/>
        <a:ext cx="4817176" cy="846746"/>
      </dsp:txXfrm>
    </dsp:sp>
    <dsp:sp modelId="{512CB938-F12A-4731-81AA-53A4D43E36F1}">
      <dsp:nvSpPr>
        <dsp:cNvPr id="0" name=""/>
        <dsp:cNvSpPr/>
      </dsp:nvSpPr>
      <dsp:spPr>
        <a:xfrm>
          <a:off x="0" y="3389468"/>
          <a:ext cx="481717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EB267-BF29-4CF3-B7FB-21E3C5F431F2}">
      <dsp:nvSpPr>
        <dsp:cNvPr id="0" name=""/>
        <dsp:cNvSpPr/>
      </dsp:nvSpPr>
      <dsp:spPr>
        <a:xfrm>
          <a:off x="0" y="3389468"/>
          <a:ext cx="4817176" cy="84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4. Detectar ejecutable sospechoso.</a:t>
          </a:r>
        </a:p>
      </dsp:txBody>
      <dsp:txXfrm>
        <a:off x="0" y="3389468"/>
        <a:ext cx="4817176" cy="846746"/>
      </dsp:txXfrm>
    </dsp:sp>
    <dsp:sp modelId="{18AA99D0-7390-4E40-B9AF-E9716C1B2359}">
      <dsp:nvSpPr>
        <dsp:cNvPr id="0" name=""/>
        <dsp:cNvSpPr/>
      </dsp:nvSpPr>
      <dsp:spPr>
        <a:xfrm>
          <a:off x="0" y="4236214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2D456-D8AA-4395-87B5-1F8AD2E09057}">
      <dsp:nvSpPr>
        <dsp:cNvPr id="0" name=""/>
        <dsp:cNvSpPr/>
      </dsp:nvSpPr>
      <dsp:spPr>
        <a:xfrm>
          <a:off x="0" y="4236214"/>
          <a:ext cx="4817176" cy="84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5. Documentar y proponer medidas preventivas.</a:t>
          </a:r>
        </a:p>
      </dsp:txBody>
      <dsp:txXfrm>
        <a:off x="0" y="4236214"/>
        <a:ext cx="4817176" cy="84674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869EA-3976-4963-93A8-9736F274E57C}">
      <dsp:nvSpPr>
        <dsp:cNvPr id="0" name=""/>
        <dsp:cNvSpPr/>
      </dsp:nvSpPr>
      <dsp:spPr>
        <a:xfrm>
          <a:off x="0" y="2483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FBE4C-722F-47FA-B3BB-6E2541ECCEF7}">
      <dsp:nvSpPr>
        <dsp:cNvPr id="0" name=""/>
        <dsp:cNvSpPr/>
      </dsp:nvSpPr>
      <dsp:spPr>
        <a:xfrm>
          <a:off x="0" y="2483"/>
          <a:ext cx="4817176" cy="1693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El análisis forense es clave para entender incidentes.</a:t>
          </a:r>
        </a:p>
      </dsp:txBody>
      <dsp:txXfrm>
        <a:off x="0" y="2483"/>
        <a:ext cx="4817176" cy="1693492"/>
      </dsp:txXfrm>
    </dsp:sp>
    <dsp:sp modelId="{59F1ADAB-B437-4D6C-800D-20DEDEFBDBB3}">
      <dsp:nvSpPr>
        <dsp:cNvPr id="0" name=""/>
        <dsp:cNvSpPr/>
      </dsp:nvSpPr>
      <dsp:spPr>
        <a:xfrm>
          <a:off x="0" y="1695975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14FC4-8D70-4B46-8B34-FC9022F02AB6}">
      <dsp:nvSpPr>
        <dsp:cNvPr id="0" name=""/>
        <dsp:cNvSpPr/>
      </dsp:nvSpPr>
      <dsp:spPr>
        <a:xfrm>
          <a:off x="0" y="1695975"/>
          <a:ext cx="4817176" cy="1693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Permite probar hechos y mejorar la defensa.</a:t>
          </a:r>
        </a:p>
      </dsp:txBody>
      <dsp:txXfrm>
        <a:off x="0" y="1695975"/>
        <a:ext cx="4817176" cy="1693492"/>
      </dsp:txXfrm>
    </dsp:sp>
    <dsp:sp modelId="{A0CA9CEC-3063-4401-BC85-B8AB475BE001}">
      <dsp:nvSpPr>
        <dsp:cNvPr id="0" name=""/>
        <dsp:cNvSpPr/>
      </dsp:nvSpPr>
      <dsp:spPr>
        <a:xfrm>
          <a:off x="0" y="3389468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AD386-CFC8-45B0-9E3E-5AF5E3692F36}">
      <dsp:nvSpPr>
        <dsp:cNvPr id="0" name=""/>
        <dsp:cNvSpPr/>
      </dsp:nvSpPr>
      <dsp:spPr>
        <a:xfrm>
          <a:off x="0" y="3389468"/>
          <a:ext cx="4817176" cy="1693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Requiere técnica, método y rigor documental.</a:t>
          </a:r>
        </a:p>
      </dsp:txBody>
      <dsp:txXfrm>
        <a:off x="0" y="3389468"/>
        <a:ext cx="4817176" cy="16934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Persona en un laboratorio">
            <a:extLst>
              <a:ext uri="{FF2B5EF4-FFF2-40B4-BE49-F238E27FC236}">
                <a16:creationId xmlns:a16="http://schemas.microsoft.com/office/drawing/2014/main" id="{A08A938F-292F-1FB7-CB82-409D65DB36D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6238" r="8549" b="1"/>
          <a:stretch>
            <a:fillRect/>
          </a:stretch>
        </p:blipFill>
        <p:spPr>
          <a:xfrm>
            <a:off x="2" y="-22"/>
            <a:ext cx="9143998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511893" y="2511887"/>
            <a:ext cx="6858003" cy="1834218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70780" y="1682484"/>
            <a:ext cx="6858003" cy="349301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4" y="728897"/>
            <a:ext cx="4089397" cy="3728614"/>
          </a:xfrm>
        </p:spPr>
        <p:txBody>
          <a:bodyPr anchor="t">
            <a:normAutofit/>
          </a:bodyPr>
          <a:lstStyle/>
          <a:p>
            <a:pPr algn="r"/>
            <a:r>
              <a:rPr lang="es-ES" sz="4500">
                <a:solidFill>
                  <a:srgbClr val="FFFFFF"/>
                </a:solidFill>
              </a:rPr>
              <a:t>Análisis forense informático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4291" y="4629217"/>
            <a:ext cx="4087109" cy="1499873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s-ES" sz="2200">
                <a:solidFill>
                  <a:srgbClr val="FFFFFF"/>
                </a:solidFill>
              </a:rPr>
              <a:t>Módulo 3 – Gestión de incidentes de seguridad informática</a:t>
            </a:r>
          </a:p>
          <a:p>
            <a:pPr algn="r">
              <a:lnSpc>
                <a:spcPct val="90000"/>
              </a:lnSpc>
            </a:pPr>
            <a:r>
              <a:rPr lang="es-ES" sz="2200">
                <a:solidFill>
                  <a:srgbClr val="FFFFFF"/>
                </a:solidFill>
              </a:rPr>
              <a:t>Certificado de Profesionalidad IFCT0109 – Seguridad Informática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700"/>
              <a:t>Objetivos de la unidad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8FF6D95-0E11-D2A0-53A8-4444BB468A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091000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s-ES" sz="3500"/>
              <a:t>¿Qué es el análisis forense informático?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52599-85C3-07B2-5320-7484C58571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08" r="32997" b="1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0BA836-5002-27F7-732B-8FD66622F9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007554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06440"/>
          </a:xfrm>
        </p:spPr>
        <p:txBody>
          <a:bodyPr>
            <a:normAutofit/>
          </a:bodyPr>
          <a:lstStyle/>
          <a:p>
            <a:r>
              <a:rPr lang="es-ES" sz="3500"/>
              <a:t>Principios fundamentales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3C70D9-C110-9E00-5108-A9CAACC63B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23" r="33603" b="1"/>
          <a:stretch>
            <a:fillRect/>
          </a:stretch>
        </p:blipFill>
        <p:spPr>
          <a:xfrm>
            <a:off x="5991972" y="1843285"/>
            <a:ext cx="2523376" cy="3728611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88A4C1-85B8-8159-0E2D-339CDD8A0E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5249320"/>
              </p:ext>
            </p:extLst>
          </p:nvPr>
        </p:nvGraphicFramePr>
        <p:xfrm>
          <a:off x="628650" y="1825625"/>
          <a:ext cx="5035549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s-ES" sz="3500"/>
              <a:t>Fases del análisis forense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F33A32-9E02-6D88-6967-CBEB21494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2" r="48414" b="-2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A28F1E-194E-C4CD-B26C-B929C48E6A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720488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s-ES" sz="3500"/>
              <a:t>Identificación y adquisición de evidencias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D7B37B-2325-9FD1-C3A4-72FA155DCB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96" r="24941" b="-2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EC4339-2F7E-E5DA-BBF4-036BC38C3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855209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06440"/>
          </a:xfrm>
        </p:spPr>
        <p:txBody>
          <a:bodyPr>
            <a:normAutofit/>
          </a:bodyPr>
          <a:lstStyle/>
          <a:p>
            <a:r>
              <a:rPr lang="es-ES" sz="3500"/>
              <a:t>Preservación y cadena de custodia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46C59-F975-E249-FB40-2026DB9DA4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81" r="36146" b="1"/>
          <a:stretch>
            <a:fillRect/>
          </a:stretch>
        </p:blipFill>
        <p:spPr>
          <a:xfrm>
            <a:off x="5991972" y="1843285"/>
            <a:ext cx="2523376" cy="3728611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F23767-B1AD-6544-C961-4C14E97049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52239"/>
              </p:ext>
            </p:extLst>
          </p:nvPr>
        </p:nvGraphicFramePr>
        <p:xfrm>
          <a:off x="628650" y="1825625"/>
          <a:ext cx="5035549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Análisis de evidencias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0D66D9-29EC-3FFA-6F7A-ADA3FB28E9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595926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Tipos de análisis forense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B881B8-C1EB-DAA6-4D0D-731910F45E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362684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Análisis de ficheros y metadatos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83BB6D-5B5E-B78F-81F6-775BFCEB5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8128183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Informe forense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AC43DE-E488-534D-C028-4085FC2FD1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347294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Buenas prácticas y errores comunes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FB237D-2C77-0728-DACD-4C14B5FA29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4606104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Ejemplo práctico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622CE6-18BF-1B30-A8E8-7C32D46065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721668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Conclusiones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186896-30EE-67DF-230C-E47339FDED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787763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548</Words>
  <Application>Microsoft Office PowerPoint</Application>
  <PresentationFormat>Presentación en pantalla (4:3)</PresentationFormat>
  <Paragraphs>72</Paragraphs>
  <Slides>14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Análisis forense informático</vt:lpstr>
      <vt:lpstr>Objetivos de la unidad</vt:lpstr>
      <vt:lpstr>¿Qué es el análisis forense informático?</vt:lpstr>
      <vt:lpstr>Principios fundamentales</vt:lpstr>
      <vt:lpstr>Fases del análisis forense</vt:lpstr>
      <vt:lpstr>Identificación y adquisición de evidencias</vt:lpstr>
      <vt:lpstr>Preservación y cadena de custodia</vt:lpstr>
      <vt:lpstr>Análisis de evidencias</vt:lpstr>
      <vt:lpstr>Tipos de análisis forense</vt:lpstr>
      <vt:lpstr>Análisis de ficheros y metadatos</vt:lpstr>
      <vt:lpstr>Informe forense</vt:lpstr>
      <vt:lpstr>Buenas prácticas y errores comunes</vt:lpstr>
      <vt:lpstr>Ejemplo práctico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2025-11-02T16:14:06Z</dcterms:modified>
  <cp:category/>
</cp:coreProperties>
</file>