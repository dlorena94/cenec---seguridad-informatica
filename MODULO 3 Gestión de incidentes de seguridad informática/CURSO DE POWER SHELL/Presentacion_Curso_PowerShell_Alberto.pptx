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238B99-24F8-438A-A733-3C8290FCDAB8}" v="1" dt="2025-07-30T15:47:44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1728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B4238B99-24F8-438A-A733-3C8290FCDAB8}"/>
    <pc:docChg chg="modSld">
      <pc:chgData name="Alberto Ruiz" userId="47fa91d207cfb014" providerId="LiveId" clId="{B4238B99-24F8-438A-A733-3C8290FCDAB8}" dt="2025-07-30T15:47:44.490" v="0" actId="478"/>
      <pc:docMkLst>
        <pc:docMk/>
      </pc:docMkLst>
      <pc:sldChg chg="modSp">
        <pc:chgData name="Alberto Ruiz" userId="47fa91d207cfb014" providerId="LiveId" clId="{B4238B99-24F8-438A-A733-3C8290FCDAB8}" dt="2025-07-30T15:47:44.490" v="0" actId="478"/>
        <pc:sldMkLst>
          <pc:docMk/>
          <pc:sldMk cId="0" sldId="262"/>
        </pc:sldMkLst>
        <pc:graphicFrameChg chg="mod">
          <ac:chgData name="Alberto Ruiz" userId="47fa91d207cfb014" providerId="LiveId" clId="{B4238B99-24F8-438A-A733-3C8290FCDAB8}" dt="2025-07-30T15:47:44.490" v="0" actId="478"/>
          <ac:graphicFrameMkLst>
            <pc:docMk/>
            <pc:sldMk cId="0" sldId="262"/>
            <ac:graphicFrameMk id="5" creationId="{1C4FEA76-5D50-EEA8-2894-3C40703B09C1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499D6F-762C-492C-A06D-0D1E308BA6F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B245C40-0DCD-4B67-957F-06B080875AE8}">
      <dgm:prSet/>
      <dgm:spPr/>
      <dgm:t>
        <a:bodyPr/>
        <a:lstStyle/>
        <a:p>
          <a:r>
            <a:rPr lang="en-US"/>
            <a:t>Modalidad: Streaming (en directo).</a:t>
          </a:r>
        </a:p>
      </dgm:t>
    </dgm:pt>
    <dgm:pt modelId="{ED775AE4-14F3-4E97-99C8-43EB0AFA32CD}" type="parTrans" cxnId="{5D8D064C-0E5B-4512-B081-42B5B965665D}">
      <dgm:prSet/>
      <dgm:spPr/>
      <dgm:t>
        <a:bodyPr/>
        <a:lstStyle/>
        <a:p>
          <a:endParaRPr lang="en-US"/>
        </a:p>
      </dgm:t>
    </dgm:pt>
    <dgm:pt modelId="{B773B62C-0A44-46F7-91CB-32ECABD4CA40}" type="sibTrans" cxnId="{5D8D064C-0E5B-4512-B081-42B5B965665D}">
      <dgm:prSet/>
      <dgm:spPr/>
      <dgm:t>
        <a:bodyPr/>
        <a:lstStyle/>
        <a:p>
          <a:endParaRPr lang="en-US"/>
        </a:p>
      </dgm:t>
    </dgm:pt>
    <dgm:pt modelId="{46B5B807-7309-43B4-9D6D-C0BEAE401020}">
      <dgm:prSet/>
      <dgm:spPr/>
      <dgm:t>
        <a:bodyPr/>
        <a:lstStyle/>
        <a:p>
          <a:r>
            <a:rPr lang="en-US"/>
            <a:t>El profesor realiza las prácticas en tiempo real.</a:t>
          </a:r>
        </a:p>
      </dgm:t>
    </dgm:pt>
    <dgm:pt modelId="{B802501B-37EF-4B84-B482-4EE7303884A9}" type="parTrans" cxnId="{1329114B-DE4E-4419-8DB3-B0DF80C8ECCF}">
      <dgm:prSet/>
      <dgm:spPr/>
      <dgm:t>
        <a:bodyPr/>
        <a:lstStyle/>
        <a:p>
          <a:endParaRPr lang="en-US"/>
        </a:p>
      </dgm:t>
    </dgm:pt>
    <dgm:pt modelId="{20892D9D-9C94-4470-BF37-DF62E875C7C5}" type="sibTrans" cxnId="{1329114B-DE4E-4419-8DB3-B0DF80C8ECCF}">
      <dgm:prSet/>
      <dgm:spPr/>
      <dgm:t>
        <a:bodyPr/>
        <a:lstStyle/>
        <a:p>
          <a:endParaRPr lang="en-US"/>
        </a:p>
      </dgm:t>
    </dgm:pt>
    <dgm:pt modelId="{EDED6A9A-D227-43EA-9E64-214C1DF0A48B}">
      <dgm:prSet/>
      <dgm:spPr/>
      <dgm:t>
        <a:bodyPr/>
        <a:lstStyle/>
        <a:p>
          <a:r>
            <a:rPr lang="en-US"/>
            <a:t>Los alumnos realizan los ejercicios de forma autónoma.</a:t>
          </a:r>
        </a:p>
      </dgm:t>
    </dgm:pt>
    <dgm:pt modelId="{C6B21B49-3219-41FF-B8E6-94435E567DAF}" type="parTrans" cxnId="{6175F36D-5959-4BD6-8B0A-55F48834C276}">
      <dgm:prSet/>
      <dgm:spPr/>
      <dgm:t>
        <a:bodyPr/>
        <a:lstStyle/>
        <a:p>
          <a:endParaRPr lang="en-US"/>
        </a:p>
      </dgm:t>
    </dgm:pt>
    <dgm:pt modelId="{239AA736-0C5B-4A6C-BD05-BFD23ED6D05C}" type="sibTrans" cxnId="{6175F36D-5959-4BD6-8B0A-55F48834C276}">
      <dgm:prSet/>
      <dgm:spPr/>
      <dgm:t>
        <a:bodyPr/>
        <a:lstStyle/>
        <a:p>
          <a:endParaRPr lang="en-US"/>
        </a:p>
      </dgm:t>
    </dgm:pt>
    <dgm:pt modelId="{93003471-C8B5-48C7-88FE-4C7C9E8D1F6E}">
      <dgm:prSet/>
      <dgm:spPr/>
      <dgm:t>
        <a:bodyPr/>
        <a:lstStyle/>
        <a:p>
          <a:r>
            <a:rPr lang="en-US"/>
            <a:t>Se facilitarán scripts, materiales y soluciones.</a:t>
          </a:r>
        </a:p>
      </dgm:t>
    </dgm:pt>
    <dgm:pt modelId="{76DDC260-9EAC-4E75-A0D0-A7A53F2345EE}" type="parTrans" cxnId="{CEE705E7-FF0B-4140-A63C-C017D7D1D981}">
      <dgm:prSet/>
      <dgm:spPr/>
      <dgm:t>
        <a:bodyPr/>
        <a:lstStyle/>
        <a:p>
          <a:endParaRPr lang="en-US"/>
        </a:p>
      </dgm:t>
    </dgm:pt>
    <dgm:pt modelId="{3FC77647-505B-4360-9CFE-744BE977DFDB}" type="sibTrans" cxnId="{CEE705E7-FF0B-4140-A63C-C017D7D1D981}">
      <dgm:prSet/>
      <dgm:spPr/>
      <dgm:t>
        <a:bodyPr/>
        <a:lstStyle/>
        <a:p>
          <a:endParaRPr lang="en-US"/>
        </a:p>
      </dgm:t>
    </dgm:pt>
    <dgm:pt modelId="{A8CEF7F8-8E46-4200-8CAD-7156E5075FC8}" type="pres">
      <dgm:prSet presAssocID="{23499D6F-762C-492C-A06D-0D1E308BA6FD}" presName="root" presStyleCnt="0">
        <dgm:presLayoutVars>
          <dgm:dir/>
          <dgm:resizeHandles val="exact"/>
        </dgm:presLayoutVars>
      </dgm:prSet>
      <dgm:spPr/>
    </dgm:pt>
    <dgm:pt modelId="{1D95D3E0-BC26-48CA-A23C-A1C0AC132C0C}" type="pres">
      <dgm:prSet presAssocID="{23499D6F-762C-492C-A06D-0D1E308BA6FD}" presName="container" presStyleCnt="0">
        <dgm:presLayoutVars>
          <dgm:dir/>
          <dgm:resizeHandles val="exact"/>
        </dgm:presLayoutVars>
      </dgm:prSet>
      <dgm:spPr/>
    </dgm:pt>
    <dgm:pt modelId="{A3A1D31D-030C-4FD7-B67D-584A496FCC20}" type="pres">
      <dgm:prSet presAssocID="{BB245C40-0DCD-4B67-957F-06B080875AE8}" presName="compNode" presStyleCnt="0"/>
      <dgm:spPr/>
    </dgm:pt>
    <dgm:pt modelId="{1CA59DE0-2312-445E-A46A-F9838C4E0DDC}" type="pres">
      <dgm:prSet presAssocID="{BB245C40-0DCD-4B67-957F-06B080875AE8}" presName="iconBgRect" presStyleLbl="bgShp" presStyleIdx="0" presStyleCnt="4"/>
      <dgm:spPr/>
    </dgm:pt>
    <dgm:pt modelId="{B017F11B-4ACD-413B-83B3-AD28F860B51B}" type="pres">
      <dgm:prSet presAssocID="{BB245C40-0DCD-4B67-957F-06B080875AE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alámbrico"/>
        </a:ext>
      </dgm:extLst>
    </dgm:pt>
    <dgm:pt modelId="{CE053C6E-C89A-41CE-B6B2-10C534BED32B}" type="pres">
      <dgm:prSet presAssocID="{BB245C40-0DCD-4B67-957F-06B080875AE8}" presName="spaceRect" presStyleCnt="0"/>
      <dgm:spPr/>
    </dgm:pt>
    <dgm:pt modelId="{7A2FC796-49A4-48C7-800B-7DED9A5564B1}" type="pres">
      <dgm:prSet presAssocID="{BB245C40-0DCD-4B67-957F-06B080875AE8}" presName="textRect" presStyleLbl="revTx" presStyleIdx="0" presStyleCnt="4">
        <dgm:presLayoutVars>
          <dgm:chMax val="1"/>
          <dgm:chPref val="1"/>
        </dgm:presLayoutVars>
      </dgm:prSet>
      <dgm:spPr/>
    </dgm:pt>
    <dgm:pt modelId="{31233E0C-356E-46E1-BB78-8567FC1AADE0}" type="pres">
      <dgm:prSet presAssocID="{B773B62C-0A44-46F7-91CB-32ECABD4CA40}" presName="sibTrans" presStyleLbl="sibTrans2D1" presStyleIdx="0" presStyleCnt="0"/>
      <dgm:spPr/>
    </dgm:pt>
    <dgm:pt modelId="{CCC147D2-FA2F-4A9F-B91D-1698A53E3296}" type="pres">
      <dgm:prSet presAssocID="{46B5B807-7309-43B4-9D6D-C0BEAE401020}" presName="compNode" presStyleCnt="0"/>
      <dgm:spPr/>
    </dgm:pt>
    <dgm:pt modelId="{588C5869-1CBF-4859-8E88-8B76B0F91D3D}" type="pres">
      <dgm:prSet presAssocID="{46B5B807-7309-43B4-9D6D-C0BEAE401020}" presName="iconBgRect" presStyleLbl="bgShp" presStyleIdx="1" presStyleCnt="4"/>
      <dgm:spPr/>
    </dgm:pt>
    <dgm:pt modelId="{25B1B72C-7FB4-474F-AD50-CDE19BBFD041}" type="pres">
      <dgm:prSet presAssocID="{46B5B807-7309-43B4-9D6D-C0BEAE40102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2DDDACDC-0CAC-4185-BCC6-13487B1C3609}" type="pres">
      <dgm:prSet presAssocID="{46B5B807-7309-43B4-9D6D-C0BEAE401020}" presName="spaceRect" presStyleCnt="0"/>
      <dgm:spPr/>
    </dgm:pt>
    <dgm:pt modelId="{40E873B3-8B12-4650-B5E9-CF82CEB0C751}" type="pres">
      <dgm:prSet presAssocID="{46B5B807-7309-43B4-9D6D-C0BEAE401020}" presName="textRect" presStyleLbl="revTx" presStyleIdx="1" presStyleCnt="4">
        <dgm:presLayoutVars>
          <dgm:chMax val="1"/>
          <dgm:chPref val="1"/>
        </dgm:presLayoutVars>
      </dgm:prSet>
      <dgm:spPr/>
    </dgm:pt>
    <dgm:pt modelId="{8D3281BC-6618-4524-810C-5032A065B96E}" type="pres">
      <dgm:prSet presAssocID="{20892D9D-9C94-4470-BF37-DF62E875C7C5}" presName="sibTrans" presStyleLbl="sibTrans2D1" presStyleIdx="0" presStyleCnt="0"/>
      <dgm:spPr/>
    </dgm:pt>
    <dgm:pt modelId="{D0691C8F-F8A0-4411-95A0-9E1108BA9BFA}" type="pres">
      <dgm:prSet presAssocID="{EDED6A9A-D227-43EA-9E64-214C1DF0A48B}" presName="compNode" presStyleCnt="0"/>
      <dgm:spPr/>
    </dgm:pt>
    <dgm:pt modelId="{6D69669F-00DB-4AEB-9F54-5827F393622B}" type="pres">
      <dgm:prSet presAssocID="{EDED6A9A-D227-43EA-9E64-214C1DF0A48B}" presName="iconBgRect" presStyleLbl="bgShp" presStyleIdx="2" presStyleCnt="4"/>
      <dgm:spPr/>
    </dgm:pt>
    <dgm:pt modelId="{D9C3CDA9-C667-45F6-A4CC-46388C162168}" type="pres">
      <dgm:prSet presAssocID="{EDED6A9A-D227-43EA-9E64-214C1DF0A48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922E851F-C47A-4062-A156-12A752F98EEF}" type="pres">
      <dgm:prSet presAssocID="{EDED6A9A-D227-43EA-9E64-214C1DF0A48B}" presName="spaceRect" presStyleCnt="0"/>
      <dgm:spPr/>
    </dgm:pt>
    <dgm:pt modelId="{F8D4DBF0-EFDD-4D9C-B56F-5BD966A624BD}" type="pres">
      <dgm:prSet presAssocID="{EDED6A9A-D227-43EA-9E64-214C1DF0A48B}" presName="textRect" presStyleLbl="revTx" presStyleIdx="2" presStyleCnt="4">
        <dgm:presLayoutVars>
          <dgm:chMax val="1"/>
          <dgm:chPref val="1"/>
        </dgm:presLayoutVars>
      </dgm:prSet>
      <dgm:spPr/>
    </dgm:pt>
    <dgm:pt modelId="{6F9E516E-4661-4043-8A2D-444A6A9D59CF}" type="pres">
      <dgm:prSet presAssocID="{239AA736-0C5B-4A6C-BD05-BFD23ED6D05C}" presName="sibTrans" presStyleLbl="sibTrans2D1" presStyleIdx="0" presStyleCnt="0"/>
      <dgm:spPr/>
    </dgm:pt>
    <dgm:pt modelId="{2F3D8871-721A-4D4E-A32B-5724F79C4A65}" type="pres">
      <dgm:prSet presAssocID="{93003471-C8B5-48C7-88FE-4C7C9E8D1F6E}" presName="compNode" presStyleCnt="0"/>
      <dgm:spPr/>
    </dgm:pt>
    <dgm:pt modelId="{D34F2965-1782-460D-8E53-511160E0E240}" type="pres">
      <dgm:prSet presAssocID="{93003471-C8B5-48C7-88FE-4C7C9E8D1F6E}" presName="iconBgRect" presStyleLbl="bgShp" presStyleIdx="3" presStyleCnt="4"/>
      <dgm:spPr/>
    </dgm:pt>
    <dgm:pt modelId="{5EA964F4-6260-4BE3-8994-34138C1DE5C3}" type="pres">
      <dgm:prSet presAssocID="{93003471-C8B5-48C7-88FE-4C7C9E8D1F6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255537EC-6D34-4B88-B0BC-93C542C17D83}" type="pres">
      <dgm:prSet presAssocID="{93003471-C8B5-48C7-88FE-4C7C9E8D1F6E}" presName="spaceRect" presStyleCnt="0"/>
      <dgm:spPr/>
    </dgm:pt>
    <dgm:pt modelId="{8FBABD33-42C3-4827-BF48-59081E7F7592}" type="pres">
      <dgm:prSet presAssocID="{93003471-C8B5-48C7-88FE-4C7C9E8D1F6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FA0412A-D17D-4239-9396-E705D5488D00}" type="presOf" srcId="{239AA736-0C5B-4A6C-BD05-BFD23ED6D05C}" destId="{6F9E516E-4661-4043-8A2D-444A6A9D59CF}" srcOrd="0" destOrd="0" presId="urn:microsoft.com/office/officeart/2018/2/layout/IconCircleList"/>
    <dgm:cxn modelId="{1329114B-DE4E-4419-8DB3-B0DF80C8ECCF}" srcId="{23499D6F-762C-492C-A06D-0D1E308BA6FD}" destId="{46B5B807-7309-43B4-9D6D-C0BEAE401020}" srcOrd="1" destOrd="0" parTransId="{B802501B-37EF-4B84-B482-4EE7303884A9}" sibTransId="{20892D9D-9C94-4470-BF37-DF62E875C7C5}"/>
    <dgm:cxn modelId="{5D8D064C-0E5B-4512-B081-42B5B965665D}" srcId="{23499D6F-762C-492C-A06D-0D1E308BA6FD}" destId="{BB245C40-0DCD-4B67-957F-06B080875AE8}" srcOrd="0" destOrd="0" parTransId="{ED775AE4-14F3-4E97-99C8-43EB0AFA32CD}" sibTransId="{B773B62C-0A44-46F7-91CB-32ECABD4CA40}"/>
    <dgm:cxn modelId="{6175F36D-5959-4BD6-8B0A-55F48834C276}" srcId="{23499D6F-762C-492C-A06D-0D1E308BA6FD}" destId="{EDED6A9A-D227-43EA-9E64-214C1DF0A48B}" srcOrd="2" destOrd="0" parTransId="{C6B21B49-3219-41FF-B8E6-94435E567DAF}" sibTransId="{239AA736-0C5B-4A6C-BD05-BFD23ED6D05C}"/>
    <dgm:cxn modelId="{357AC14E-48B8-446B-B697-032149026298}" type="presOf" srcId="{EDED6A9A-D227-43EA-9E64-214C1DF0A48B}" destId="{F8D4DBF0-EFDD-4D9C-B56F-5BD966A624BD}" srcOrd="0" destOrd="0" presId="urn:microsoft.com/office/officeart/2018/2/layout/IconCircleList"/>
    <dgm:cxn modelId="{EC58A655-3A3C-4461-941D-3472A24A5A09}" type="presOf" srcId="{20892D9D-9C94-4470-BF37-DF62E875C7C5}" destId="{8D3281BC-6618-4524-810C-5032A065B96E}" srcOrd="0" destOrd="0" presId="urn:microsoft.com/office/officeart/2018/2/layout/IconCircleList"/>
    <dgm:cxn modelId="{F5CA7C88-B1B0-4852-A5AC-76EE489FDE02}" type="presOf" srcId="{93003471-C8B5-48C7-88FE-4C7C9E8D1F6E}" destId="{8FBABD33-42C3-4827-BF48-59081E7F7592}" srcOrd="0" destOrd="0" presId="urn:microsoft.com/office/officeart/2018/2/layout/IconCircleList"/>
    <dgm:cxn modelId="{DF55C289-0013-46ED-8203-751C498AD0DB}" type="presOf" srcId="{46B5B807-7309-43B4-9D6D-C0BEAE401020}" destId="{40E873B3-8B12-4650-B5E9-CF82CEB0C751}" srcOrd="0" destOrd="0" presId="urn:microsoft.com/office/officeart/2018/2/layout/IconCircleList"/>
    <dgm:cxn modelId="{740070AA-3844-457C-9E15-1826F5960E5F}" type="presOf" srcId="{BB245C40-0DCD-4B67-957F-06B080875AE8}" destId="{7A2FC796-49A4-48C7-800B-7DED9A5564B1}" srcOrd="0" destOrd="0" presId="urn:microsoft.com/office/officeart/2018/2/layout/IconCircleList"/>
    <dgm:cxn modelId="{2F81CCC0-72B2-48D9-BF06-8AA0F0E11DB9}" type="presOf" srcId="{23499D6F-762C-492C-A06D-0D1E308BA6FD}" destId="{A8CEF7F8-8E46-4200-8CAD-7156E5075FC8}" srcOrd="0" destOrd="0" presId="urn:microsoft.com/office/officeart/2018/2/layout/IconCircleList"/>
    <dgm:cxn modelId="{ACB58AE4-182C-4656-AD0D-96AB563F2D09}" type="presOf" srcId="{B773B62C-0A44-46F7-91CB-32ECABD4CA40}" destId="{31233E0C-356E-46E1-BB78-8567FC1AADE0}" srcOrd="0" destOrd="0" presId="urn:microsoft.com/office/officeart/2018/2/layout/IconCircleList"/>
    <dgm:cxn modelId="{CEE705E7-FF0B-4140-A63C-C017D7D1D981}" srcId="{23499D6F-762C-492C-A06D-0D1E308BA6FD}" destId="{93003471-C8B5-48C7-88FE-4C7C9E8D1F6E}" srcOrd="3" destOrd="0" parTransId="{76DDC260-9EAC-4E75-A0D0-A7A53F2345EE}" sibTransId="{3FC77647-505B-4360-9CFE-744BE977DFDB}"/>
    <dgm:cxn modelId="{DAB7F58E-EB09-4C5C-A996-3E53FCFDD442}" type="presParOf" srcId="{A8CEF7F8-8E46-4200-8CAD-7156E5075FC8}" destId="{1D95D3E0-BC26-48CA-A23C-A1C0AC132C0C}" srcOrd="0" destOrd="0" presId="urn:microsoft.com/office/officeart/2018/2/layout/IconCircleList"/>
    <dgm:cxn modelId="{8718E064-00B0-4791-A369-1575BA429A03}" type="presParOf" srcId="{1D95D3E0-BC26-48CA-A23C-A1C0AC132C0C}" destId="{A3A1D31D-030C-4FD7-B67D-584A496FCC20}" srcOrd="0" destOrd="0" presId="urn:microsoft.com/office/officeart/2018/2/layout/IconCircleList"/>
    <dgm:cxn modelId="{EFA9D312-D899-4417-AD5A-4EF0BC6D0683}" type="presParOf" srcId="{A3A1D31D-030C-4FD7-B67D-584A496FCC20}" destId="{1CA59DE0-2312-445E-A46A-F9838C4E0DDC}" srcOrd="0" destOrd="0" presId="urn:microsoft.com/office/officeart/2018/2/layout/IconCircleList"/>
    <dgm:cxn modelId="{CEB93DE2-5C7D-400E-9D08-F3D6F33B7C8D}" type="presParOf" srcId="{A3A1D31D-030C-4FD7-B67D-584A496FCC20}" destId="{B017F11B-4ACD-413B-83B3-AD28F860B51B}" srcOrd="1" destOrd="0" presId="urn:microsoft.com/office/officeart/2018/2/layout/IconCircleList"/>
    <dgm:cxn modelId="{7C2F0332-0A21-425A-B12D-4EC025AE5C84}" type="presParOf" srcId="{A3A1D31D-030C-4FD7-B67D-584A496FCC20}" destId="{CE053C6E-C89A-41CE-B6B2-10C534BED32B}" srcOrd="2" destOrd="0" presId="urn:microsoft.com/office/officeart/2018/2/layout/IconCircleList"/>
    <dgm:cxn modelId="{66E2EB28-714E-4665-B6AF-D95771181C97}" type="presParOf" srcId="{A3A1D31D-030C-4FD7-B67D-584A496FCC20}" destId="{7A2FC796-49A4-48C7-800B-7DED9A5564B1}" srcOrd="3" destOrd="0" presId="urn:microsoft.com/office/officeart/2018/2/layout/IconCircleList"/>
    <dgm:cxn modelId="{CAD93913-F355-4537-84BE-52AEA44ABD42}" type="presParOf" srcId="{1D95D3E0-BC26-48CA-A23C-A1C0AC132C0C}" destId="{31233E0C-356E-46E1-BB78-8567FC1AADE0}" srcOrd="1" destOrd="0" presId="urn:microsoft.com/office/officeart/2018/2/layout/IconCircleList"/>
    <dgm:cxn modelId="{6473985F-FD89-4643-89C6-47E4F2EDC725}" type="presParOf" srcId="{1D95D3E0-BC26-48CA-A23C-A1C0AC132C0C}" destId="{CCC147D2-FA2F-4A9F-B91D-1698A53E3296}" srcOrd="2" destOrd="0" presId="urn:microsoft.com/office/officeart/2018/2/layout/IconCircleList"/>
    <dgm:cxn modelId="{4F0116C6-F0DF-4319-B468-B7BEA777D58C}" type="presParOf" srcId="{CCC147D2-FA2F-4A9F-B91D-1698A53E3296}" destId="{588C5869-1CBF-4859-8E88-8B76B0F91D3D}" srcOrd="0" destOrd="0" presId="urn:microsoft.com/office/officeart/2018/2/layout/IconCircleList"/>
    <dgm:cxn modelId="{3C814D09-5887-4330-9832-761DDA188A11}" type="presParOf" srcId="{CCC147D2-FA2F-4A9F-B91D-1698A53E3296}" destId="{25B1B72C-7FB4-474F-AD50-CDE19BBFD041}" srcOrd="1" destOrd="0" presId="urn:microsoft.com/office/officeart/2018/2/layout/IconCircleList"/>
    <dgm:cxn modelId="{E793BF98-4FD7-4523-8C2C-F5497B1A6896}" type="presParOf" srcId="{CCC147D2-FA2F-4A9F-B91D-1698A53E3296}" destId="{2DDDACDC-0CAC-4185-BCC6-13487B1C3609}" srcOrd="2" destOrd="0" presId="urn:microsoft.com/office/officeart/2018/2/layout/IconCircleList"/>
    <dgm:cxn modelId="{DC6F4A4B-997D-494C-9B88-12747A3DF5D4}" type="presParOf" srcId="{CCC147D2-FA2F-4A9F-B91D-1698A53E3296}" destId="{40E873B3-8B12-4650-B5E9-CF82CEB0C751}" srcOrd="3" destOrd="0" presId="urn:microsoft.com/office/officeart/2018/2/layout/IconCircleList"/>
    <dgm:cxn modelId="{B988CB73-27BA-476E-9A05-3A55A72EC6C4}" type="presParOf" srcId="{1D95D3E0-BC26-48CA-A23C-A1C0AC132C0C}" destId="{8D3281BC-6618-4524-810C-5032A065B96E}" srcOrd="3" destOrd="0" presId="urn:microsoft.com/office/officeart/2018/2/layout/IconCircleList"/>
    <dgm:cxn modelId="{123A4BDD-2FE6-47C6-8055-CE173C6D3F99}" type="presParOf" srcId="{1D95D3E0-BC26-48CA-A23C-A1C0AC132C0C}" destId="{D0691C8F-F8A0-4411-95A0-9E1108BA9BFA}" srcOrd="4" destOrd="0" presId="urn:microsoft.com/office/officeart/2018/2/layout/IconCircleList"/>
    <dgm:cxn modelId="{F40C10AD-72FC-4FAF-A12C-FD9369D577B6}" type="presParOf" srcId="{D0691C8F-F8A0-4411-95A0-9E1108BA9BFA}" destId="{6D69669F-00DB-4AEB-9F54-5827F393622B}" srcOrd="0" destOrd="0" presId="urn:microsoft.com/office/officeart/2018/2/layout/IconCircleList"/>
    <dgm:cxn modelId="{45CD5070-C71F-4187-9C87-51A9EA4858D9}" type="presParOf" srcId="{D0691C8F-F8A0-4411-95A0-9E1108BA9BFA}" destId="{D9C3CDA9-C667-45F6-A4CC-46388C162168}" srcOrd="1" destOrd="0" presId="urn:microsoft.com/office/officeart/2018/2/layout/IconCircleList"/>
    <dgm:cxn modelId="{954E1931-11D4-4CE8-8D80-1950812A086A}" type="presParOf" srcId="{D0691C8F-F8A0-4411-95A0-9E1108BA9BFA}" destId="{922E851F-C47A-4062-A156-12A752F98EEF}" srcOrd="2" destOrd="0" presId="urn:microsoft.com/office/officeart/2018/2/layout/IconCircleList"/>
    <dgm:cxn modelId="{4E6BB957-7B5F-41C5-9804-3A129BD04AF2}" type="presParOf" srcId="{D0691C8F-F8A0-4411-95A0-9E1108BA9BFA}" destId="{F8D4DBF0-EFDD-4D9C-B56F-5BD966A624BD}" srcOrd="3" destOrd="0" presId="urn:microsoft.com/office/officeart/2018/2/layout/IconCircleList"/>
    <dgm:cxn modelId="{0DFDF63D-933F-4E8F-92CF-62DC31944849}" type="presParOf" srcId="{1D95D3E0-BC26-48CA-A23C-A1C0AC132C0C}" destId="{6F9E516E-4661-4043-8A2D-444A6A9D59CF}" srcOrd="5" destOrd="0" presId="urn:microsoft.com/office/officeart/2018/2/layout/IconCircleList"/>
    <dgm:cxn modelId="{EF796EBA-EBDF-4763-83E3-703AE0E440E0}" type="presParOf" srcId="{1D95D3E0-BC26-48CA-A23C-A1C0AC132C0C}" destId="{2F3D8871-721A-4D4E-A32B-5724F79C4A65}" srcOrd="6" destOrd="0" presId="urn:microsoft.com/office/officeart/2018/2/layout/IconCircleList"/>
    <dgm:cxn modelId="{11640BCE-7D71-4E68-8F9E-C773DD8AD513}" type="presParOf" srcId="{2F3D8871-721A-4D4E-A32B-5724F79C4A65}" destId="{D34F2965-1782-460D-8E53-511160E0E240}" srcOrd="0" destOrd="0" presId="urn:microsoft.com/office/officeart/2018/2/layout/IconCircleList"/>
    <dgm:cxn modelId="{B8B62B19-251F-4B2C-9F4E-9A96645820CC}" type="presParOf" srcId="{2F3D8871-721A-4D4E-A32B-5724F79C4A65}" destId="{5EA964F4-6260-4BE3-8994-34138C1DE5C3}" srcOrd="1" destOrd="0" presId="urn:microsoft.com/office/officeart/2018/2/layout/IconCircleList"/>
    <dgm:cxn modelId="{E23BDA87-7A82-4515-80AC-285DD30FBD43}" type="presParOf" srcId="{2F3D8871-721A-4D4E-A32B-5724F79C4A65}" destId="{255537EC-6D34-4B88-B0BC-93C542C17D83}" srcOrd="2" destOrd="0" presId="urn:microsoft.com/office/officeart/2018/2/layout/IconCircleList"/>
    <dgm:cxn modelId="{28E8E3F5-D954-4D3C-854A-BA6272CD6DBA}" type="presParOf" srcId="{2F3D8871-721A-4D4E-A32B-5724F79C4A65}" destId="{8FBABD33-42C3-4827-BF48-59081E7F759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D1B759-895B-4950-98BF-445C2193754C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10F710-014E-475A-A225-8B2ABD6E6F59}">
      <dgm:prSet/>
      <dgm:spPr/>
      <dgm:t>
        <a:bodyPr/>
        <a:lstStyle/>
        <a:p>
          <a:r>
            <a:rPr lang="en-US"/>
            <a:t>- Introducción y diferencias con cmd</a:t>
          </a:r>
        </a:p>
      </dgm:t>
    </dgm:pt>
    <dgm:pt modelId="{C1697CE1-C8B5-4C22-857B-F01EBFDC9943}" type="parTrans" cxnId="{5D08458C-3D61-4D5C-9BA1-501CB9F61EA9}">
      <dgm:prSet/>
      <dgm:spPr/>
      <dgm:t>
        <a:bodyPr/>
        <a:lstStyle/>
        <a:p>
          <a:endParaRPr lang="en-US"/>
        </a:p>
      </dgm:t>
    </dgm:pt>
    <dgm:pt modelId="{9B360250-4FE9-42AA-BD56-1C95EE639054}" type="sibTrans" cxnId="{5D08458C-3D61-4D5C-9BA1-501CB9F61EA9}">
      <dgm:prSet/>
      <dgm:spPr/>
      <dgm:t>
        <a:bodyPr/>
        <a:lstStyle/>
        <a:p>
          <a:endParaRPr lang="en-US"/>
        </a:p>
      </dgm:t>
    </dgm:pt>
    <dgm:pt modelId="{B592F239-B491-45A5-9191-D209CC0DDBDD}">
      <dgm:prSet/>
      <dgm:spPr/>
      <dgm:t>
        <a:bodyPr/>
        <a:lstStyle/>
        <a:p>
          <a:r>
            <a:rPr lang="en-US"/>
            <a:t>- Cmdlets, help, pipeline</a:t>
          </a:r>
        </a:p>
      </dgm:t>
    </dgm:pt>
    <dgm:pt modelId="{E7F2D080-4864-42D0-9302-34DE90FA28F0}" type="parTrans" cxnId="{78FF2359-B7CD-40FB-95AF-D83535752139}">
      <dgm:prSet/>
      <dgm:spPr/>
      <dgm:t>
        <a:bodyPr/>
        <a:lstStyle/>
        <a:p>
          <a:endParaRPr lang="en-US"/>
        </a:p>
      </dgm:t>
    </dgm:pt>
    <dgm:pt modelId="{23797CB6-F5C3-4B24-8854-C91BBC6196CF}" type="sibTrans" cxnId="{78FF2359-B7CD-40FB-95AF-D83535752139}">
      <dgm:prSet/>
      <dgm:spPr/>
      <dgm:t>
        <a:bodyPr/>
        <a:lstStyle/>
        <a:p>
          <a:endParaRPr lang="en-US"/>
        </a:p>
      </dgm:t>
    </dgm:pt>
    <dgm:pt modelId="{0C3476A5-2E73-4C1D-9D70-6F3F733EECB3}">
      <dgm:prSet/>
      <dgm:spPr/>
      <dgm:t>
        <a:bodyPr/>
        <a:lstStyle/>
        <a:p>
          <a:r>
            <a:rPr lang="en-US"/>
            <a:t>- Variables y tipos de datos</a:t>
          </a:r>
        </a:p>
      </dgm:t>
    </dgm:pt>
    <dgm:pt modelId="{2A944025-84A0-4223-A44B-CFDDB5B4DEAC}" type="parTrans" cxnId="{6AF72A6B-1432-43CA-8882-D23A5135AF0A}">
      <dgm:prSet/>
      <dgm:spPr/>
      <dgm:t>
        <a:bodyPr/>
        <a:lstStyle/>
        <a:p>
          <a:endParaRPr lang="en-US"/>
        </a:p>
      </dgm:t>
    </dgm:pt>
    <dgm:pt modelId="{565779C2-ED30-44BB-907E-9A24B9A36442}" type="sibTrans" cxnId="{6AF72A6B-1432-43CA-8882-D23A5135AF0A}">
      <dgm:prSet/>
      <dgm:spPr/>
      <dgm:t>
        <a:bodyPr/>
        <a:lstStyle/>
        <a:p>
          <a:endParaRPr lang="en-US"/>
        </a:p>
      </dgm:t>
    </dgm:pt>
    <dgm:pt modelId="{35351757-85AB-4DEC-B8A3-9D59B2D02343}">
      <dgm:prSet/>
      <dgm:spPr/>
      <dgm:t>
        <a:bodyPr/>
        <a:lstStyle/>
        <a:p>
          <a:r>
            <a:rPr lang="en-US"/>
            <a:t>- Estructuras de control</a:t>
          </a:r>
        </a:p>
      </dgm:t>
    </dgm:pt>
    <dgm:pt modelId="{134F6557-5222-4365-9F31-402E015BFB0D}" type="parTrans" cxnId="{8D09CA70-2C4C-4D9C-B080-515D10BF74DA}">
      <dgm:prSet/>
      <dgm:spPr/>
      <dgm:t>
        <a:bodyPr/>
        <a:lstStyle/>
        <a:p>
          <a:endParaRPr lang="en-US"/>
        </a:p>
      </dgm:t>
    </dgm:pt>
    <dgm:pt modelId="{B6BA6832-8964-40D8-ADC6-1CECDB7BF897}" type="sibTrans" cxnId="{8D09CA70-2C4C-4D9C-B080-515D10BF74DA}">
      <dgm:prSet/>
      <dgm:spPr/>
      <dgm:t>
        <a:bodyPr/>
        <a:lstStyle/>
        <a:p>
          <a:endParaRPr lang="en-US"/>
        </a:p>
      </dgm:t>
    </dgm:pt>
    <dgm:pt modelId="{4032686E-049F-4E78-A1F9-87EC478C27F3}">
      <dgm:prSet/>
      <dgm:spPr/>
      <dgm:t>
        <a:bodyPr/>
        <a:lstStyle/>
        <a:p>
          <a:r>
            <a:rPr lang="en-US"/>
            <a:t>- Funciones y primeros scripts</a:t>
          </a:r>
        </a:p>
      </dgm:t>
    </dgm:pt>
    <dgm:pt modelId="{4DEE8545-876E-4A06-91AE-5CFD5CB4E21C}" type="parTrans" cxnId="{CC42017D-A472-4817-8C5B-EA0E3D0D099E}">
      <dgm:prSet/>
      <dgm:spPr/>
      <dgm:t>
        <a:bodyPr/>
        <a:lstStyle/>
        <a:p>
          <a:endParaRPr lang="en-US"/>
        </a:p>
      </dgm:t>
    </dgm:pt>
    <dgm:pt modelId="{7EFEE5AA-D027-4E3D-AD66-5D9D6D4CC8F1}" type="sibTrans" cxnId="{CC42017D-A472-4817-8C5B-EA0E3D0D099E}">
      <dgm:prSet/>
      <dgm:spPr/>
      <dgm:t>
        <a:bodyPr/>
        <a:lstStyle/>
        <a:p>
          <a:endParaRPr lang="en-US"/>
        </a:p>
      </dgm:t>
    </dgm:pt>
    <dgm:pt modelId="{2DAE1B95-6657-4026-9890-A64E81AA8562}" type="pres">
      <dgm:prSet presAssocID="{1BD1B759-895B-4950-98BF-445C2193754C}" presName="diagram" presStyleCnt="0">
        <dgm:presLayoutVars>
          <dgm:dir/>
          <dgm:resizeHandles val="exact"/>
        </dgm:presLayoutVars>
      </dgm:prSet>
      <dgm:spPr/>
    </dgm:pt>
    <dgm:pt modelId="{B7C35C2C-6D1C-47FD-A78C-02E9D827FBA6}" type="pres">
      <dgm:prSet presAssocID="{8510F710-014E-475A-A225-8B2ABD6E6F59}" presName="node" presStyleLbl="node1" presStyleIdx="0" presStyleCnt="5">
        <dgm:presLayoutVars>
          <dgm:bulletEnabled val="1"/>
        </dgm:presLayoutVars>
      </dgm:prSet>
      <dgm:spPr/>
    </dgm:pt>
    <dgm:pt modelId="{8AF6D45B-85EE-46CA-8192-3D8FDCD80414}" type="pres">
      <dgm:prSet presAssocID="{9B360250-4FE9-42AA-BD56-1C95EE639054}" presName="sibTrans" presStyleCnt="0"/>
      <dgm:spPr/>
    </dgm:pt>
    <dgm:pt modelId="{53336526-EDBA-4E53-AD1A-15F9287938F9}" type="pres">
      <dgm:prSet presAssocID="{B592F239-B491-45A5-9191-D209CC0DDBDD}" presName="node" presStyleLbl="node1" presStyleIdx="1" presStyleCnt="5">
        <dgm:presLayoutVars>
          <dgm:bulletEnabled val="1"/>
        </dgm:presLayoutVars>
      </dgm:prSet>
      <dgm:spPr/>
    </dgm:pt>
    <dgm:pt modelId="{E4149D9E-EF7A-4E2E-AD61-554367DBF975}" type="pres">
      <dgm:prSet presAssocID="{23797CB6-F5C3-4B24-8854-C91BBC6196CF}" presName="sibTrans" presStyleCnt="0"/>
      <dgm:spPr/>
    </dgm:pt>
    <dgm:pt modelId="{53E9332B-0E4F-40F3-91DD-ED9714C4F7D8}" type="pres">
      <dgm:prSet presAssocID="{0C3476A5-2E73-4C1D-9D70-6F3F733EECB3}" presName="node" presStyleLbl="node1" presStyleIdx="2" presStyleCnt="5">
        <dgm:presLayoutVars>
          <dgm:bulletEnabled val="1"/>
        </dgm:presLayoutVars>
      </dgm:prSet>
      <dgm:spPr/>
    </dgm:pt>
    <dgm:pt modelId="{F0B4752F-9D5F-49D3-9D62-8EE90C3C2759}" type="pres">
      <dgm:prSet presAssocID="{565779C2-ED30-44BB-907E-9A24B9A36442}" presName="sibTrans" presStyleCnt="0"/>
      <dgm:spPr/>
    </dgm:pt>
    <dgm:pt modelId="{ABA4FC85-B2C5-423A-899F-52A7AC615762}" type="pres">
      <dgm:prSet presAssocID="{35351757-85AB-4DEC-B8A3-9D59B2D02343}" presName="node" presStyleLbl="node1" presStyleIdx="3" presStyleCnt="5">
        <dgm:presLayoutVars>
          <dgm:bulletEnabled val="1"/>
        </dgm:presLayoutVars>
      </dgm:prSet>
      <dgm:spPr/>
    </dgm:pt>
    <dgm:pt modelId="{E08D0791-C0EF-4644-9922-9D00DBCE2154}" type="pres">
      <dgm:prSet presAssocID="{B6BA6832-8964-40D8-ADC6-1CECDB7BF897}" presName="sibTrans" presStyleCnt="0"/>
      <dgm:spPr/>
    </dgm:pt>
    <dgm:pt modelId="{F23608F4-4065-4CCB-9407-6BD94CEFD147}" type="pres">
      <dgm:prSet presAssocID="{4032686E-049F-4E78-A1F9-87EC478C27F3}" presName="node" presStyleLbl="node1" presStyleIdx="4" presStyleCnt="5">
        <dgm:presLayoutVars>
          <dgm:bulletEnabled val="1"/>
        </dgm:presLayoutVars>
      </dgm:prSet>
      <dgm:spPr/>
    </dgm:pt>
  </dgm:ptLst>
  <dgm:cxnLst>
    <dgm:cxn modelId="{FB772417-F25A-4927-A715-60FC408E6302}" type="presOf" srcId="{35351757-85AB-4DEC-B8A3-9D59B2D02343}" destId="{ABA4FC85-B2C5-423A-899F-52A7AC615762}" srcOrd="0" destOrd="0" presId="urn:microsoft.com/office/officeart/2005/8/layout/default"/>
    <dgm:cxn modelId="{48A13D1B-88C4-43F7-9BE3-9946EE0E8D23}" type="presOf" srcId="{4032686E-049F-4E78-A1F9-87EC478C27F3}" destId="{F23608F4-4065-4CCB-9407-6BD94CEFD147}" srcOrd="0" destOrd="0" presId="urn:microsoft.com/office/officeart/2005/8/layout/default"/>
    <dgm:cxn modelId="{6AF72A6B-1432-43CA-8882-D23A5135AF0A}" srcId="{1BD1B759-895B-4950-98BF-445C2193754C}" destId="{0C3476A5-2E73-4C1D-9D70-6F3F733EECB3}" srcOrd="2" destOrd="0" parTransId="{2A944025-84A0-4223-A44B-CFDDB5B4DEAC}" sibTransId="{565779C2-ED30-44BB-907E-9A24B9A36442}"/>
    <dgm:cxn modelId="{025CF96E-85ED-4F1E-9D83-67A2FA626D34}" type="presOf" srcId="{B592F239-B491-45A5-9191-D209CC0DDBDD}" destId="{53336526-EDBA-4E53-AD1A-15F9287938F9}" srcOrd="0" destOrd="0" presId="urn:microsoft.com/office/officeart/2005/8/layout/default"/>
    <dgm:cxn modelId="{8D09CA70-2C4C-4D9C-B080-515D10BF74DA}" srcId="{1BD1B759-895B-4950-98BF-445C2193754C}" destId="{35351757-85AB-4DEC-B8A3-9D59B2D02343}" srcOrd="3" destOrd="0" parTransId="{134F6557-5222-4365-9F31-402E015BFB0D}" sibTransId="{B6BA6832-8964-40D8-ADC6-1CECDB7BF897}"/>
    <dgm:cxn modelId="{2554B854-5A1A-4C75-8B88-1139B6FD440A}" type="presOf" srcId="{1BD1B759-895B-4950-98BF-445C2193754C}" destId="{2DAE1B95-6657-4026-9890-A64E81AA8562}" srcOrd="0" destOrd="0" presId="urn:microsoft.com/office/officeart/2005/8/layout/default"/>
    <dgm:cxn modelId="{78FF2359-B7CD-40FB-95AF-D83535752139}" srcId="{1BD1B759-895B-4950-98BF-445C2193754C}" destId="{B592F239-B491-45A5-9191-D209CC0DDBDD}" srcOrd="1" destOrd="0" parTransId="{E7F2D080-4864-42D0-9302-34DE90FA28F0}" sibTransId="{23797CB6-F5C3-4B24-8854-C91BBC6196CF}"/>
    <dgm:cxn modelId="{CC42017D-A472-4817-8C5B-EA0E3D0D099E}" srcId="{1BD1B759-895B-4950-98BF-445C2193754C}" destId="{4032686E-049F-4E78-A1F9-87EC478C27F3}" srcOrd="4" destOrd="0" parTransId="{4DEE8545-876E-4A06-91AE-5CFD5CB4E21C}" sibTransId="{7EFEE5AA-D027-4E3D-AD66-5D9D6D4CC8F1}"/>
    <dgm:cxn modelId="{5D08458C-3D61-4D5C-9BA1-501CB9F61EA9}" srcId="{1BD1B759-895B-4950-98BF-445C2193754C}" destId="{8510F710-014E-475A-A225-8B2ABD6E6F59}" srcOrd="0" destOrd="0" parTransId="{C1697CE1-C8B5-4C22-857B-F01EBFDC9943}" sibTransId="{9B360250-4FE9-42AA-BD56-1C95EE639054}"/>
    <dgm:cxn modelId="{F4E0DCAF-6BE9-4D90-9F11-1498337677F3}" type="presOf" srcId="{8510F710-014E-475A-A225-8B2ABD6E6F59}" destId="{B7C35C2C-6D1C-47FD-A78C-02E9D827FBA6}" srcOrd="0" destOrd="0" presId="urn:microsoft.com/office/officeart/2005/8/layout/default"/>
    <dgm:cxn modelId="{533D5EB1-1548-48FE-BC2E-D25676977F55}" type="presOf" srcId="{0C3476A5-2E73-4C1D-9D70-6F3F733EECB3}" destId="{53E9332B-0E4F-40F3-91DD-ED9714C4F7D8}" srcOrd="0" destOrd="0" presId="urn:microsoft.com/office/officeart/2005/8/layout/default"/>
    <dgm:cxn modelId="{7D8B27AA-874F-4A96-BD3E-3E460BA6B6EB}" type="presParOf" srcId="{2DAE1B95-6657-4026-9890-A64E81AA8562}" destId="{B7C35C2C-6D1C-47FD-A78C-02E9D827FBA6}" srcOrd="0" destOrd="0" presId="urn:microsoft.com/office/officeart/2005/8/layout/default"/>
    <dgm:cxn modelId="{B6AFEF7B-54F1-448C-94EB-E2224C991339}" type="presParOf" srcId="{2DAE1B95-6657-4026-9890-A64E81AA8562}" destId="{8AF6D45B-85EE-46CA-8192-3D8FDCD80414}" srcOrd="1" destOrd="0" presId="urn:microsoft.com/office/officeart/2005/8/layout/default"/>
    <dgm:cxn modelId="{50891EF7-D018-43EA-8CF8-1BF31DC8D698}" type="presParOf" srcId="{2DAE1B95-6657-4026-9890-A64E81AA8562}" destId="{53336526-EDBA-4E53-AD1A-15F9287938F9}" srcOrd="2" destOrd="0" presId="urn:microsoft.com/office/officeart/2005/8/layout/default"/>
    <dgm:cxn modelId="{C7E5B46A-3C3A-4AC0-B0D5-E81E84F864A0}" type="presParOf" srcId="{2DAE1B95-6657-4026-9890-A64E81AA8562}" destId="{E4149D9E-EF7A-4E2E-AD61-554367DBF975}" srcOrd="3" destOrd="0" presId="urn:microsoft.com/office/officeart/2005/8/layout/default"/>
    <dgm:cxn modelId="{CF56B64E-E28A-41D5-9FB7-5D63B0A0514E}" type="presParOf" srcId="{2DAE1B95-6657-4026-9890-A64E81AA8562}" destId="{53E9332B-0E4F-40F3-91DD-ED9714C4F7D8}" srcOrd="4" destOrd="0" presId="urn:microsoft.com/office/officeart/2005/8/layout/default"/>
    <dgm:cxn modelId="{8FD83977-07F9-4161-8B0E-0548476ABCEA}" type="presParOf" srcId="{2DAE1B95-6657-4026-9890-A64E81AA8562}" destId="{F0B4752F-9D5F-49D3-9D62-8EE90C3C2759}" srcOrd="5" destOrd="0" presId="urn:microsoft.com/office/officeart/2005/8/layout/default"/>
    <dgm:cxn modelId="{4C7EBE73-1674-418B-B9C0-C51ED0935AF4}" type="presParOf" srcId="{2DAE1B95-6657-4026-9890-A64E81AA8562}" destId="{ABA4FC85-B2C5-423A-899F-52A7AC615762}" srcOrd="6" destOrd="0" presId="urn:microsoft.com/office/officeart/2005/8/layout/default"/>
    <dgm:cxn modelId="{4B42CE83-0B73-4690-830E-9010ABEADEB9}" type="presParOf" srcId="{2DAE1B95-6657-4026-9890-A64E81AA8562}" destId="{E08D0791-C0EF-4644-9922-9D00DBCE2154}" srcOrd="7" destOrd="0" presId="urn:microsoft.com/office/officeart/2005/8/layout/default"/>
    <dgm:cxn modelId="{4A7BD52D-37E1-400A-8FE6-F70511F407E4}" type="presParOf" srcId="{2DAE1B95-6657-4026-9890-A64E81AA8562}" destId="{F23608F4-4065-4CCB-9407-6BD94CEFD14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5A818B-039F-4944-9A00-A17E3FC289B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28DC599-0818-455F-9963-446DF71888C6}">
      <dgm:prSet/>
      <dgm:spPr/>
      <dgm:t>
        <a:bodyPr/>
        <a:lstStyle/>
        <a:p>
          <a:pPr>
            <a:defRPr cap="all"/>
          </a:pPr>
          <a:r>
            <a:rPr lang="en-US"/>
            <a:t>- Gestión de archivos y carpetas</a:t>
          </a:r>
        </a:p>
      </dgm:t>
    </dgm:pt>
    <dgm:pt modelId="{668B6780-C7FC-40ED-9E2D-F583F3FCBB64}" type="parTrans" cxnId="{EE547DBC-5D8B-4FDA-AA94-454EBDDA6571}">
      <dgm:prSet/>
      <dgm:spPr/>
      <dgm:t>
        <a:bodyPr/>
        <a:lstStyle/>
        <a:p>
          <a:endParaRPr lang="en-US"/>
        </a:p>
      </dgm:t>
    </dgm:pt>
    <dgm:pt modelId="{C7B04675-1928-49F6-A665-E8F323B5F24D}" type="sibTrans" cxnId="{EE547DBC-5D8B-4FDA-AA94-454EBDDA6571}">
      <dgm:prSet/>
      <dgm:spPr/>
      <dgm:t>
        <a:bodyPr/>
        <a:lstStyle/>
        <a:p>
          <a:endParaRPr lang="en-US"/>
        </a:p>
      </dgm:t>
    </dgm:pt>
    <dgm:pt modelId="{2B4D9822-B6FC-4216-AE85-61D2D6EFDB16}">
      <dgm:prSet/>
      <dgm:spPr/>
      <dgm:t>
        <a:bodyPr/>
        <a:lstStyle/>
        <a:p>
          <a:pPr>
            <a:defRPr cap="all"/>
          </a:pPr>
          <a:r>
            <a:rPr lang="en-US"/>
            <a:t>- Filtrado y búsqueda de información</a:t>
          </a:r>
        </a:p>
      </dgm:t>
    </dgm:pt>
    <dgm:pt modelId="{80E143BC-11B7-43FC-8881-760121A81B2B}" type="parTrans" cxnId="{BF8D33F9-274A-4CAB-B40B-F3C6DD1EC8A1}">
      <dgm:prSet/>
      <dgm:spPr/>
      <dgm:t>
        <a:bodyPr/>
        <a:lstStyle/>
        <a:p>
          <a:endParaRPr lang="en-US"/>
        </a:p>
      </dgm:t>
    </dgm:pt>
    <dgm:pt modelId="{3742F752-4B1A-4D78-B756-8151AE2D4073}" type="sibTrans" cxnId="{BF8D33F9-274A-4CAB-B40B-F3C6DD1EC8A1}">
      <dgm:prSet/>
      <dgm:spPr/>
      <dgm:t>
        <a:bodyPr/>
        <a:lstStyle/>
        <a:p>
          <a:endParaRPr lang="en-US"/>
        </a:p>
      </dgm:t>
    </dgm:pt>
    <dgm:pt modelId="{B004736B-6CE5-4E5D-A91C-AE24B8BEFD4B}">
      <dgm:prSet/>
      <dgm:spPr/>
      <dgm:t>
        <a:bodyPr/>
        <a:lstStyle/>
        <a:p>
          <a:pPr>
            <a:defRPr cap="all"/>
          </a:pPr>
          <a:r>
            <a:rPr lang="en-US"/>
            <a:t>- Manejo de procesos y servicios</a:t>
          </a:r>
        </a:p>
      </dgm:t>
    </dgm:pt>
    <dgm:pt modelId="{B0595571-0BE1-4235-BF0D-2C2F99EC572D}" type="parTrans" cxnId="{AE2A8D4F-789A-42D5-B1DA-62CC1C26C999}">
      <dgm:prSet/>
      <dgm:spPr/>
      <dgm:t>
        <a:bodyPr/>
        <a:lstStyle/>
        <a:p>
          <a:endParaRPr lang="en-US"/>
        </a:p>
      </dgm:t>
    </dgm:pt>
    <dgm:pt modelId="{03750CF1-B27E-4D89-8C37-80C01B3A24FE}" type="sibTrans" cxnId="{AE2A8D4F-789A-42D5-B1DA-62CC1C26C999}">
      <dgm:prSet/>
      <dgm:spPr/>
      <dgm:t>
        <a:bodyPr/>
        <a:lstStyle/>
        <a:p>
          <a:endParaRPr lang="en-US"/>
        </a:p>
      </dgm:t>
    </dgm:pt>
    <dgm:pt modelId="{C11D52AB-E263-4FFB-9E98-AD5AB87F0AAA}">
      <dgm:prSet/>
      <dgm:spPr/>
      <dgm:t>
        <a:bodyPr/>
        <a:lstStyle/>
        <a:p>
          <a:pPr>
            <a:defRPr cap="all"/>
          </a:pPr>
          <a:r>
            <a:rPr lang="en-US"/>
            <a:t>- Exportación a CSV, JSON y texto</a:t>
          </a:r>
        </a:p>
      </dgm:t>
    </dgm:pt>
    <dgm:pt modelId="{F6016C79-D308-4787-8C2E-33213B6921B5}" type="parTrans" cxnId="{D02E8047-D851-4303-8EB9-42D07C87E34C}">
      <dgm:prSet/>
      <dgm:spPr/>
      <dgm:t>
        <a:bodyPr/>
        <a:lstStyle/>
        <a:p>
          <a:endParaRPr lang="en-US"/>
        </a:p>
      </dgm:t>
    </dgm:pt>
    <dgm:pt modelId="{DADAEFD9-1DCF-47CB-9BA3-AC9892D06DBF}" type="sibTrans" cxnId="{D02E8047-D851-4303-8EB9-42D07C87E34C}">
      <dgm:prSet/>
      <dgm:spPr/>
      <dgm:t>
        <a:bodyPr/>
        <a:lstStyle/>
        <a:p>
          <a:endParaRPr lang="en-US"/>
        </a:p>
      </dgm:t>
    </dgm:pt>
    <dgm:pt modelId="{CCE4ED0A-DEE3-480D-8A33-21A4E0D86FEC}" type="pres">
      <dgm:prSet presAssocID="{D85A818B-039F-4944-9A00-A17E3FC289B4}" presName="root" presStyleCnt="0">
        <dgm:presLayoutVars>
          <dgm:dir/>
          <dgm:resizeHandles val="exact"/>
        </dgm:presLayoutVars>
      </dgm:prSet>
      <dgm:spPr/>
    </dgm:pt>
    <dgm:pt modelId="{EAE92DB0-C14C-44BD-A592-D06AF8FC4FB5}" type="pres">
      <dgm:prSet presAssocID="{F28DC599-0818-455F-9963-446DF71888C6}" presName="compNode" presStyleCnt="0"/>
      <dgm:spPr/>
    </dgm:pt>
    <dgm:pt modelId="{DF0EBDC0-1FBB-4F67-83FC-F01726AC9E62}" type="pres">
      <dgm:prSet presAssocID="{F28DC599-0818-455F-9963-446DF71888C6}" presName="iconBgRect" presStyleLbl="bgShp" presStyleIdx="0" presStyleCnt="4"/>
      <dgm:spPr/>
    </dgm:pt>
    <dgm:pt modelId="{353CB7BF-C484-49C5-87B7-22C8381362B6}" type="pres">
      <dgm:prSet presAssocID="{F28DC599-0818-455F-9963-446DF71888C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2F90803-0907-4893-A50F-B770AE6BEAD4}" type="pres">
      <dgm:prSet presAssocID="{F28DC599-0818-455F-9963-446DF71888C6}" presName="spaceRect" presStyleCnt="0"/>
      <dgm:spPr/>
    </dgm:pt>
    <dgm:pt modelId="{83219985-47A2-4E97-A7B2-8AA5D577428B}" type="pres">
      <dgm:prSet presAssocID="{F28DC599-0818-455F-9963-446DF71888C6}" presName="textRect" presStyleLbl="revTx" presStyleIdx="0" presStyleCnt="4">
        <dgm:presLayoutVars>
          <dgm:chMax val="1"/>
          <dgm:chPref val="1"/>
        </dgm:presLayoutVars>
      </dgm:prSet>
      <dgm:spPr/>
    </dgm:pt>
    <dgm:pt modelId="{3FB9C2A1-EC3A-4D1D-A94B-A8B5CAB5286C}" type="pres">
      <dgm:prSet presAssocID="{C7B04675-1928-49F6-A665-E8F323B5F24D}" presName="sibTrans" presStyleCnt="0"/>
      <dgm:spPr/>
    </dgm:pt>
    <dgm:pt modelId="{DCF258C8-A730-4322-85D3-A516F044186A}" type="pres">
      <dgm:prSet presAssocID="{2B4D9822-B6FC-4216-AE85-61D2D6EFDB16}" presName="compNode" presStyleCnt="0"/>
      <dgm:spPr/>
    </dgm:pt>
    <dgm:pt modelId="{31DD1D27-CBB2-4886-B275-E830C8ECBFBC}" type="pres">
      <dgm:prSet presAssocID="{2B4D9822-B6FC-4216-AE85-61D2D6EFDB16}" presName="iconBgRect" presStyleLbl="bgShp" presStyleIdx="1" presStyleCnt="4"/>
      <dgm:spPr/>
    </dgm:pt>
    <dgm:pt modelId="{B87630CE-12C8-4940-8349-9F1688EAEAA2}" type="pres">
      <dgm:prSet presAssocID="{2B4D9822-B6FC-4216-AE85-61D2D6EFDB1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6DBD369D-1BB9-4E5A-A0B1-A16313FD3B48}" type="pres">
      <dgm:prSet presAssocID="{2B4D9822-B6FC-4216-AE85-61D2D6EFDB16}" presName="spaceRect" presStyleCnt="0"/>
      <dgm:spPr/>
    </dgm:pt>
    <dgm:pt modelId="{DA9A4F47-3E81-45D5-A4AC-C225BC25128F}" type="pres">
      <dgm:prSet presAssocID="{2B4D9822-B6FC-4216-AE85-61D2D6EFDB16}" presName="textRect" presStyleLbl="revTx" presStyleIdx="1" presStyleCnt="4">
        <dgm:presLayoutVars>
          <dgm:chMax val="1"/>
          <dgm:chPref val="1"/>
        </dgm:presLayoutVars>
      </dgm:prSet>
      <dgm:spPr/>
    </dgm:pt>
    <dgm:pt modelId="{554EF84F-9996-4895-BBD3-00B6092D5A08}" type="pres">
      <dgm:prSet presAssocID="{3742F752-4B1A-4D78-B756-8151AE2D4073}" presName="sibTrans" presStyleCnt="0"/>
      <dgm:spPr/>
    </dgm:pt>
    <dgm:pt modelId="{A49DBA25-6535-4AD4-8F8E-E48536FBDBDA}" type="pres">
      <dgm:prSet presAssocID="{B004736B-6CE5-4E5D-A91C-AE24B8BEFD4B}" presName="compNode" presStyleCnt="0"/>
      <dgm:spPr/>
    </dgm:pt>
    <dgm:pt modelId="{9A2036D6-B7C8-4A45-B8B2-EB9AF63AE121}" type="pres">
      <dgm:prSet presAssocID="{B004736B-6CE5-4E5D-A91C-AE24B8BEFD4B}" presName="iconBgRect" presStyleLbl="bgShp" presStyleIdx="2" presStyleCnt="4"/>
      <dgm:spPr/>
    </dgm:pt>
    <dgm:pt modelId="{6E7AEA4C-01DC-4299-93ED-485C9E7A19D6}" type="pres">
      <dgm:prSet presAssocID="{B004736B-6CE5-4E5D-A91C-AE24B8BEFD4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D58F498E-1381-4EC5-ACAF-57E997E6583E}" type="pres">
      <dgm:prSet presAssocID="{B004736B-6CE5-4E5D-A91C-AE24B8BEFD4B}" presName="spaceRect" presStyleCnt="0"/>
      <dgm:spPr/>
    </dgm:pt>
    <dgm:pt modelId="{E760253F-75BC-4BE3-872C-313C1511AE28}" type="pres">
      <dgm:prSet presAssocID="{B004736B-6CE5-4E5D-A91C-AE24B8BEFD4B}" presName="textRect" presStyleLbl="revTx" presStyleIdx="2" presStyleCnt="4">
        <dgm:presLayoutVars>
          <dgm:chMax val="1"/>
          <dgm:chPref val="1"/>
        </dgm:presLayoutVars>
      </dgm:prSet>
      <dgm:spPr/>
    </dgm:pt>
    <dgm:pt modelId="{95F5B33A-2077-44D4-99EF-BE53F16BDBB8}" type="pres">
      <dgm:prSet presAssocID="{03750CF1-B27E-4D89-8C37-80C01B3A24FE}" presName="sibTrans" presStyleCnt="0"/>
      <dgm:spPr/>
    </dgm:pt>
    <dgm:pt modelId="{DC4CAB3C-4877-4237-AD7A-24C68F28AD2E}" type="pres">
      <dgm:prSet presAssocID="{C11D52AB-E263-4FFB-9E98-AD5AB87F0AAA}" presName="compNode" presStyleCnt="0"/>
      <dgm:spPr/>
    </dgm:pt>
    <dgm:pt modelId="{82F7D179-7A7B-4384-87B0-42753E6B94AF}" type="pres">
      <dgm:prSet presAssocID="{C11D52AB-E263-4FFB-9E98-AD5AB87F0AAA}" presName="iconBgRect" presStyleLbl="bgShp" presStyleIdx="3" presStyleCnt="4"/>
      <dgm:spPr/>
    </dgm:pt>
    <dgm:pt modelId="{8CC83DFF-4224-4832-81EA-1F19ED550AE3}" type="pres">
      <dgm:prSet presAssocID="{C11D52AB-E263-4FFB-9E98-AD5AB87F0AA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artir"/>
        </a:ext>
      </dgm:extLst>
    </dgm:pt>
    <dgm:pt modelId="{4E2A5064-97CF-405A-9BE1-56C90EE2BF8E}" type="pres">
      <dgm:prSet presAssocID="{C11D52AB-E263-4FFB-9E98-AD5AB87F0AAA}" presName="spaceRect" presStyleCnt="0"/>
      <dgm:spPr/>
    </dgm:pt>
    <dgm:pt modelId="{A6C8C40B-A4DA-4BDF-81E8-0415F5D7DD4A}" type="pres">
      <dgm:prSet presAssocID="{C11D52AB-E263-4FFB-9E98-AD5AB87F0AA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02E8047-D851-4303-8EB9-42D07C87E34C}" srcId="{D85A818B-039F-4944-9A00-A17E3FC289B4}" destId="{C11D52AB-E263-4FFB-9E98-AD5AB87F0AAA}" srcOrd="3" destOrd="0" parTransId="{F6016C79-D308-4787-8C2E-33213B6921B5}" sibTransId="{DADAEFD9-1DCF-47CB-9BA3-AC9892D06DBF}"/>
    <dgm:cxn modelId="{E3F8E06D-1C95-4D45-B32D-2FC84478DD30}" type="presOf" srcId="{2B4D9822-B6FC-4216-AE85-61D2D6EFDB16}" destId="{DA9A4F47-3E81-45D5-A4AC-C225BC25128F}" srcOrd="0" destOrd="0" presId="urn:microsoft.com/office/officeart/2018/5/layout/IconCircleLabelList"/>
    <dgm:cxn modelId="{AE2A8D4F-789A-42D5-B1DA-62CC1C26C999}" srcId="{D85A818B-039F-4944-9A00-A17E3FC289B4}" destId="{B004736B-6CE5-4E5D-A91C-AE24B8BEFD4B}" srcOrd="2" destOrd="0" parTransId="{B0595571-0BE1-4235-BF0D-2C2F99EC572D}" sibTransId="{03750CF1-B27E-4D89-8C37-80C01B3A24FE}"/>
    <dgm:cxn modelId="{77EB5C8D-CA36-4479-8951-4CC7BC2F44BD}" type="presOf" srcId="{C11D52AB-E263-4FFB-9E98-AD5AB87F0AAA}" destId="{A6C8C40B-A4DA-4BDF-81E8-0415F5D7DD4A}" srcOrd="0" destOrd="0" presId="urn:microsoft.com/office/officeart/2018/5/layout/IconCircleLabelList"/>
    <dgm:cxn modelId="{650F77A3-F9BF-462F-9D99-CBA868666B5F}" type="presOf" srcId="{B004736B-6CE5-4E5D-A91C-AE24B8BEFD4B}" destId="{E760253F-75BC-4BE3-872C-313C1511AE28}" srcOrd="0" destOrd="0" presId="urn:microsoft.com/office/officeart/2018/5/layout/IconCircleLabelList"/>
    <dgm:cxn modelId="{EE547DBC-5D8B-4FDA-AA94-454EBDDA6571}" srcId="{D85A818B-039F-4944-9A00-A17E3FC289B4}" destId="{F28DC599-0818-455F-9963-446DF71888C6}" srcOrd="0" destOrd="0" parTransId="{668B6780-C7FC-40ED-9E2D-F583F3FCBB64}" sibTransId="{C7B04675-1928-49F6-A665-E8F323B5F24D}"/>
    <dgm:cxn modelId="{E99014C2-4406-45C7-8AFD-788BEDFE0AC8}" type="presOf" srcId="{D85A818B-039F-4944-9A00-A17E3FC289B4}" destId="{CCE4ED0A-DEE3-480D-8A33-21A4E0D86FEC}" srcOrd="0" destOrd="0" presId="urn:microsoft.com/office/officeart/2018/5/layout/IconCircleLabelList"/>
    <dgm:cxn modelId="{5F6180EB-811B-48CE-9ECE-1B880BD4042A}" type="presOf" srcId="{F28DC599-0818-455F-9963-446DF71888C6}" destId="{83219985-47A2-4E97-A7B2-8AA5D577428B}" srcOrd="0" destOrd="0" presId="urn:microsoft.com/office/officeart/2018/5/layout/IconCircleLabelList"/>
    <dgm:cxn modelId="{BF8D33F9-274A-4CAB-B40B-F3C6DD1EC8A1}" srcId="{D85A818B-039F-4944-9A00-A17E3FC289B4}" destId="{2B4D9822-B6FC-4216-AE85-61D2D6EFDB16}" srcOrd="1" destOrd="0" parTransId="{80E143BC-11B7-43FC-8881-760121A81B2B}" sibTransId="{3742F752-4B1A-4D78-B756-8151AE2D4073}"/>
    <dgm:cxn modelId="{F8D09095-52C3-4515-BADB-023A750F3194}" type="presParOf" srcId="{CCE4ED0A-DEE3-480D-8A33-21A4E0D86FEC}" destId="{EAE92DB0-C14C-44BD-A592-D06AF8FC4FB5}" srcOrd="0" destOrd="0" presId="urn:microsoft.com/office/officeart/2018/5/layout/IconCircleLabelList"/>
    <dgm:cxn modelId="{0941CBA7-8000-4E7F-B351-4CC30D93D964}" type="presParOf" srcId="{EAE92DB0-C14C-44BD-A592-D06AF8FC4FB5}" destId="{DF0EBDC0-1FBB-4F67-83FC-F01726AC9E62}" srcOrd="0" destOrd="0" presId="urn:microsoft.com/office/officeart/2018/5/layout/IconCircleLabelList"/>
    <dgm:cxn modelId="{2E023B6D-D401-4217-859D-DA08B67C1342}" type="presParOf" srcId="{EAE92DB0-C14C-44BD-A592-D06AF8FC4FB5}" destId="{353CB7BF-C484-49C5-87B7-22C8381362B6}" srcOrd="1" destOrd="0" presId="urn:microsoft.com/office/officeart/2018/5/layout/IconCircleLabelList"/>
    <dgm:cxn modelId="{88B1F264-4AC7-487A-A0AD-15CBAFD4959A}" type="presParOf" srcId="{EAE92DB0-C14C-44BD-A592-D06AF8FC4FB5}" destId="{32F90803-0907-4893-A50F-B770AE6BEAD4}" srcOrd="2" destOrd="0" presId="urn:microsoft.com/office/officeart/2018/5/layout/IconCircleLabelList"/>
    <dgm:cxn modelId="{1BE7D97F-23B9-4180-9587-8F89AA6234FD}" type="presParOf" srcId="{EAE92DB0-C14C-44BD-A592-D06AF8FC4FB5}" destId="{83219985-47A2-4E97-A7B2-8AA5D577428B}" srcOrd="3" destOrd="0" presId="urn:microsoft.com/office/officeart/2018/5/layout/IconCircleLabelList"/>
    <dgm:cxn modelId="{F145980C-AA1A-491C-9622-CED9957A82D7}" type="presParOf" srcId="{CCE4ED0A-DEE3-480D-8A33-21A4E0D86FEC}" destId="{3FB9C2A1-EC3A-4D1D-A94B-A8B5CAB5286C}" srcOrd="1" destOrd="0" presId="urn:microsoft.com/office/officeart/2018/5/layout/IconCircleLabelList"/>
    <dgm:cxn modelId="{47E270FC-26B9-454B-840A-CB041A14D155}" type="presParOf" srcId="{CCE4ED0A-DEE3-480D-8A33-21A4E0D86FEC}" destId="{DCF258C8-A730-4322-85D3-A516F044186A}" srcOrd="2" destOrd="0" presId="urn:microsoft.com/office/officeart/2018/5/layout/IconCircleLabelList"/>
    <dgm:cxn modelId="{9A074980-041C-49C2-BA0E-DE7C853230B8}" type="presParOf" srcId="{DCF258C8-A730-4322-85D3-A516F044186A}" destId="{31DD1D27-CBB2-4886-B275-E830C8ECBFBC}" srcOrd="0" destOrd="0" presId="urn:microsoft.com/office/officeart/2018/5/layout/IconCircleLabelList"/>
    <dgm:cxn modelId="{073D1E04-28C8-4FD0-BE12-7C43CC36DC86}" type="presParOf" srcId="{DCF258C8-A730-4322-85D3-A516F044186A}" destId="{B87630CE-12C8-4940-8349-9F1688EAEAA2}" srcOrd="1" destOrd="0" presId="urn:microsoft.com/office/officeart/2018/5/layout/IconCircleLabelList"/>
    <dgm:cxn modelId="{3B44202B-C495-41C3-9303-5C053F708C0B}" type="presParOf" srcId="{DCF258C8-A730-4322-85D3-A516F044186A}" destId="{6DBD369D-1BB9-4E5A-A0B1-A16313FD3B48}" srcOrd="2" destOrd="0" presId="urn:microsoft.com/office/officeart/2018/5/layout/IconCircleLabelList"/>
    <dgm:cxn modelId="{3F06853C-5AD9-4AE2-BBF3-730BE186A5F2}" type="presParOf" srcId="{DCF258C8-A730-4322-85D3-A516F044186A}" destId="{DA9A4F47-3E81-45D5-A4AC-C225BC25128F}" srcOrd="3" destOrd="0" presId="urn:microsoft.com/office/officeart/2018/5/layout/IconCircleLabelList"/>
    <dgm:cxn modelId="{8022FBA3-5D98-42A8-81CA-3D47C31E9709}" type="presParOf" srcId="{CCE4ED0A-DEE3-480D-8A33-21A4E0D86FEC}" destId="{554EF84F-9996-4895-BBD3-00B6092D5A08}" srcOrd="3" destOrd="0" presId="urn:microsoft.com/office/officeart/2018/5/layout/IconCircleLabelList"/>
    <dgm:cxn modelId="{F02A75AD-C0A2-4D64-A5A5-2FFED74212D7}" type="presParOf" srcId="{CCE4ED0A-DEE3-480D-8A33-21A4E0D86FEC}" destId="{A49DBA25-6535-4AD4-8F8E-E48536FBDBDA}" srcOrd="4" destOrd="0" presId="urn:microsoft.com/office/officeart/2018/5/layout/IconCircleLabelList"/>
    <dgm:cxn modelId="{03898F81-3E00-4811-8237-ACB94A14EEF1}" type="presParOf" srcId="{A49DBA25-6535-4AD4-8F8E-E48536FBDBDA}" destId="{9A2036D6-B7C8-4A45-B8B2-EB9AF63AE121}" srcOrd="0" destOrd="0" presId="urn:microsoft.com/office/officeart/2018/5/layout/IconCircleLabelList"/>
    <dgm:cxn modelId="{1A28CD52-CF10-4407-8CE4-39A1CD7ED36D}" type="presParOf" srcId="{A49DBA25-6535-4AD4-8F8E-E48536FBDBDA}" destId="{6E7AEA4C-01DC-4299-93ED-485C9E7A19D6}" srcOrd="1" destOrd="0" presId="urn:microsoft.com/office/officeart/2018/5/layout/IconCircleLabelList"/>
    <dgm:cxn modelId="{D5DD686E-E891-4FB4-911D-49EC5495CF18}" type="presParOf" srcId="{A49DBA25-6535-4AD4-8F8E-E48536FBDBDA}" destId="{D58F498E-1381-4EC5-ACAF-57E997E6583E}" srcOrd="2" destOrd="0" presId="urn:microsoft.com/office/officeart/2018/5/layout/IconCircleLabelList"/>
    <dgm:cxn modelId="{E58F26A5-CF7D-489F-8FA2-3F4B39F33EEC}" type="presParOf" srcId="{A49DBA25-6535-4AD4-8F8E-E48536FBDBDA}" destId="{E760253F-75BC-4BE3-872C-313C1511AE28}" srcOrd="3" destOrd="0" presId="urn:microsoft.com/office/officeart/2018/5/layout/IconCircleLabelList"/>
    <dgm:cxn modelId="{5202D2B5-97BC-426F-8C59-B50ADE42C7C6}" type="presParOf" srcId="{CCE4ED0A-DEE3-480D-8A33-21A4E0D86FEC}" destId="{95F5B33A-2077-44D4-99EF-BE53F16BDBB8}" srcOrd="5" destOrd="0" presId="urn:microsoft.com/office/officeart/2018/5/layout/IconCircleLabelList"/>
    <dgm:cxn modelId="{A07B2502-8B9D-40B5-B307-D93EF3040807}" type="presParOf" srcId="{CCE4ED0A-DEE3-480D-8A33-21A4E0D86FEC}" destId="{DC4CAB3C-4877-4237-AD7A-24C68F28AD2E}" srcOrd="6" destOrd="0" presId="urn:microsoft.com/office/officeart/2018/5/layout/IconCircleLabelList"/>
    <dgm:cxn modelId="{201B666E-5AA8-4204-AFC3-8F877A5C3400}" type="presParOf" srcId="{DC4CAB3C-4877-4237-AD7A-24C68F28AD2E}" destId="{82F7D179-7A7B-4384-87B0-42753E6B94AF}" srcOrd="0" destOrd="0" presId="urn:microsoft.com/office/officeart/2018/5/layout/IconCircleLabelList"/>
    <dgm:cxn modelId="{D532910E-BC9C-4477-B5B4-39964D71E8FB}" type="presParOf" srcId="{DC4CAB3C-4877-4237-AD7A-24C68F28AD2E}" destId="{8CC83DFF-4224-4832-81EA-1F19ED550AE3}" srcOrd="1" destOrd="0" presId="urn:microsoft.com/office/officeart/2018/5/layout/IconCircleLabelList"/>
    <dgm:cxn modelId="{9B878502-EA89-4A1F-92B3-265A77A91508}" type="presParOf" srcId="{DC4CAB3C-4877-4237-AD7A-24C68F28AD2E}" destId="{4E2A5064-97CF-405A-9BE1-56C90EE2BF8E}" srcOrd="2" destOrd="0" presId="urn:microsoft.com/office/officeart/2018/5/layout/IconCircleLabelList"/>
    <dgm:cxn modelId="{22E334C0-ABD6-45B0-9BA1-1855BEF94946}" type="presParOf" srcId="{DC4CAB3C-4877-4237-AD7A-24C68F28AD2E}" destId="{A6C8C40B-A4DA-4BDF-81E8-0415F5D7DD4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D15021-2D20-44F8-9AB8-D5C63EFE35A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222A7B2-E2E6-4901-B379-29A183042A7F}">
      <dgm:prSet/>
      <dgm:spPr/>
      <dgm:t>
        <a:bodyPr/>
        <a:lstStyle/>
        <a:p>
          <a:pPr>
            <a:defRPr cap="all"/>
          </a:pPr>
          <a:r>
            <a:rPr lang="en-US"/>
            <a:t>- Conectividad y adaptadores</a:t>
          </a:r>
        </a:p>
      </dgm:t>
    </dgm:pt>
    <dgm:pt modelId="{51A326C2-9692-4665-B15C-348BC6CC9440}" type="parTrans" cxnId="{9181D8E2-F354-40B6-BB8F-63D973610219}">
      <dgm:prSet/>
      <dgm:spPr/>
      <dgm:t>
        <a:bodyPr/>
        <a:lstStyle/>
        <a:p>
          <a:endParaRPr lang="en-US"/>
        </a:p>
      </dgm:t>
    </dgm:pt>
    <dgm:pt modelId="{A116928D-A646-49F3-8EA5-79C1BE094A8F}" type="sibTrans" cxnId="{9181D8E2-F354-40B6-BB8F-63D973610219}">
      <dgm:prSet/>
      <dgm:spPr/>
      <dgm:t>
        <a:bodyPr/>
        <a:lstStyle/>
        <a:p>
          <a:endParaRPr lang="en-US"/>
        </a:p>
      </dgm:t>
    </dgm:pt>
    <dgm:pt modelId="{0D310380-ABE6-4AE3-80E2-980D8D126F29}">
      <dgm:prSet/>
      <dgm:spPr/>
      <dgm:t>
        <a:bodyPr/>
        <a:lstStyle/>
        <a:p>
          <a:pPr>
            <a:defRPr cap="all"/>
          </a:pPr>
          <a:r>
            <a:rPr lang="en-US"/>
            <a:t>- Logs del sistema</a:t>
          </a:r>
        </a:p>
      </dgm:t>
    </dgm:pt>
    <dgm:pt modelId="{6808BE3C-14A7-40DD-834E-B638A39E98E7}" type="parTrans" cxnId="{407EDFF1-4B27-4FFC-8218-D518A1B3DA33}">
      <dgm:prSet/>
      <dgm:spPr/>
      <dgm:t>
        <a:bodyPr/>
        <a:lstStyle/>
        <a:p>
          <a:endParaRPr lang="en-US"/>
        </a:p>
      </dgm:t>
    </dgm:pt>
    <dgm:pt modelId="{6CED335F-BE27-40F1-B661-FD9AD2E09F79}" type="sibTrans" cxnId="{407EDFF1-4B27-4FFC-8218-D518A1B3DA33}">
      <dgm:prSet/>
      <dgm:spPr/>
      <dgm:t>
        <a:bodyPr/>
        <a:lstStyle/>
        <a:p>
          <a:endParaRPr lang="en-US"/>
        </a:p>
      </dgm:t>
    </dgm:pt>
    <dgm:pt modelId="{D9594431-DD63-465C-A7EE-125CC54876F7}">
      <dgm:prSet/>
      <dgm:spPr/>
      <dgm:t>
        <a:bodyPr/>
        <a:lstStyle/>
        <a:p>
          <a:pPr>
            <a:defRPr cap="all"/>
          </a:pPr>
          <a:r>
            <a:rPr lang="en-US"/>
            <a:t>- Registro y exportación de eventos</a:t>
          </a:r>
        </a:p>
      </dgm:t>
    </dgm:pt>
    <dgm:pt modelId="{D511655E-4B82-4530-B0C3-8A332E00CFD9}" type="parTrans" cxnId="{7B26EA39-8FB9-46DE-AE65-9EDC6EFF8A58}">
      <dgm:prSet/>
      <dgm:spPr/>
      <dgm:t>
        <a:bodyPr/>
        <a:lstStyle/>
        <a:p>
          <a:endParaRPr lang="en-US"/>
        </a:p>
      </dgm:t>
    </dgm:pt>
    <dgm:pt modelId="{B6AB0E2C-1282-406B-BBB8-3A27D4A503B8}" type="sibTrans" cxnId="{7B26EA39-8FB9-46DE-AE65-9EDC6EFF8A58}">
      <dgm:prSet/>
      <dgm:spPr/>
      <dgm:t>
        <a:bodyPr/>
        <a:lstStyle/>
        <a:p>
          <a:endParaRPr lang="en-US"/>
        </a:p>
      </dgm:t>
    </dgm:pt>
    <dgm:pt modelId="{4E1F8E81-B167-44C0-AB23-AA9389207E8F}">
      <dgm:prSet/>
      <dgm:spPr/>
      <dgm:t>
        <a:bodyPr/>
        <a:lstStyle/>
        <a:p>
          <a:pPr>
            <a:defRPr cap="all"/>
          </a:pPr>
          <a:r>
            <a:rPr lang="en-US"/>
            <a:t>- Programación de tareas automáticas</a:t>
          </a:r>
        </a:p>
      </dgm:t>
    </dgm:pt>
    <dgm:pt modelId="{D0270E64-6205-49B7-A752-25B01920E1EF}" type="parTrans" cxnId="{B821BF8C-B2E4-4C88-95FB-9148DDFF9031}">
      <dgm:prSet/>
      <dgm:spPr/>
      <dgm:t>
        <a:bodyPr/>
        <a:lstStyle/>
        <a:p>
          <a:endParaRPr lang="en-US"/>
        </a:p>
      </dgm:t>
    </dgm:pt>
    <dgm:pt modelId="{2141B1B5-A9FC-4C2B-ADEE-D467EB3417AD}" type="sibTrans" cxnId="{B821BF8C-B2E4-4C88-95FB-9148DDFF9031}">
      <dgm:prSet/>
      <dgm:spPr/>
      <dgm:t>
        <a:bodyPr/>
        <a:lstStyle/>
        <a:p>
          <a:endParaRPr lang="en-US"/>
        </a:p>
      </dgm:t>
    </dgm:pt>
    <dgm:pt modelId="{CFAD7790-6D39-4CFA-88CE-4FEDB98EC428}" type="pres">
      <dgm:prSet presAssocID="{5BD15021-2D20-44F8-9AB8-D5C63EFE35A6}" presName="root" presStyleCnt="0">
        <dgm:presLayoutVars>
          <dgm:dir/>
          <dgm:resizeHandles val="exact"/>
        </dgm:presLayoutVars>
      </dgm:prSet>
      <dgm:spPr/>
    </dgm:pt>
    <dgm:pt modelId="{E52667BD-3DCF-4954-8ABA-696E0FF955B6}" type="pres">
      <dgm:prSet presAssocID="{4222A7B2-E2E6-4901-B379-29A183042A7F}" presName="compNode" presStyleCnt="0"/>
      <dgm:spPr/>
    </dgm:pt>
    <dgm:pt modelId="{22618DD8-9AFA-47CA-9139-FEC217A2F5B7}" type="pres">
      <dgm:prSet presAssocID="{4222A7B2-E2E6-4901-B379-29A183042A7F}" presName="iconBgRect" presStyleLbl="bgShp" presStyleIdx="0" presStyleCnt="4"/>
      <dgm:spPr/>
    </dgm:pt>
    <dgm:pt modelId="{19424E06-AFE2-4FB6-9D66-D9AEF449372D}" type="pres">
      <dgm:prSet presAssocID="{4222A7B2-E2E6-4901-B379-29A183042A7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DB10DCCC-1FF5-4653-95A2-E0FE06793AAF}" type="pres">
      <dgm:prSet presAssocID="{4222A7B2-E2E6-4901-B379-29A183042A7F}" presName="spaceRect" presStyleCnt="0"/>
      <dgm:spPr/>
    </dgm:pt>
    <dgm:pt modelId="{AE160366-F564-4A02-BE0B-804352552F5F}" type="pres">
      <dgm:prSet presAssocID="{4222A7B2-E2E6-4901-B379-29A183042A7F}" presName="textRect" presStyleLbl="revTx" presStyleIdx="0" presStyleCnt="4">
        <dgm:presLayoutVars>
          <dgm:chMax val="1"/>
          <dgm:chPref val="1"/>
        </dgm:presLayoutVars>
      </dgm:prSet>
      <dgm:spPr/>
    </dgm:pt>
    <dgm:pt modelId="{A1D44548-C52C-4A6D-BF82-09718F2C6AE6}" type="pres">
      <dgm:prSet presAssocID="{A116928D-A646-49F3-8EA5-79C1BE094A8F}" presName="sibTrans" presStyleCnt="0"/>
      <dgm:spPr/>
    </dgm:pt>
    <dgm:pt modelId="{E148B1AA-9023-4B28-B12A-E570A88BE94C}" type="pres">
      <dgm:prSet presAssocID="{0D310380-ABE6-4AE3-80E2-980D8D126F29}" presName="compNode" presStyleCnt="0"/>
      <dgm:spPr/>
    </dgm:pt>
    <dgm:pt modelId="{535B356A-E3A3-43A8-A9BA-3DB526DB5A2E}" type="pres">
      <dgm:prSet presAssocID="{0D310380-ABE6-4AE3-80E2-980D8D126F29}" presName="iconBgRect" presStyleLbl="bgShp" presStyleIdx="1" presStyleCnt="4"/>
      <dgm:spPr/>
    </dgm:pt>
    <dgm:pt modelId="{BF8FC4F7-EC64-492F-8311-5CB7273585C0}" type="pres">
      <dgm:prSet presAssocID="{0D310380-ABE6-4AE3-80E2-980D8D126F2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argar"/>
        </a:ext>
      </dgm:extLst>
    </dgm:pt>
    <dgm:pt modelId="{AD965AFC-25B8-4F2B-934F-B6342EE9C471}" type="pres">
      <dgm:prSet presAssocID="{0D310380-ABE6-4AE3-80E2-980D8D126F29}" presName="spaceRect" presStyleCnt="0"/>
      <dgm:spPr/>
    </dgm:pt>
    <dgm:pt modelId="{E90F17C8-DC0D-490D-A7EE-BCFC82A9BC70}" type="pres">
      <dgm:prSet presAssocID="{0D310380-ABE6-4AE3-80E2-980D8D126F29}" presName="textRect" presStyleLbl="revTx" presStyleIdx="1" presStyleCnt="4">
        <dgm:presLayoutVars>
          <dgm:chMax val="1"/>
          <dgm:chPref val="1"/>
        </dgm:presLayoutVars>
      </dgm:prSet>
      <dgm:spPr/>
    </dgm:pt>
    <dgm:pt modelId="{BA8010A5-5C93-464C-9242-3AEDDC8434E8}" type="pres">
      <dgm:prSet presAssocID="{6CED335F-BE27-40F1-B661-FD9AD2E09F79}" presName="sibTrans" presStyleCnt="0"/>
      <dgm:spPr/>
    </dgm:pt>
    <dgm:pt modelId="{E480B0F6-90ED-4239-9493-72646335BC7C}" type="pres">
      <dgm:prSet presAssocID="{D9594431-DD63-465C-A7EE-125CC54876F7}" presName="compNode" presStyleCnt="0"/>
      <dgm:spPr/>
    </dgm:pt>
    <dgm:pt modelId="{6571D257-42CA-4732-BC48-49A29209B827}" type="pres">
      <dgm:prSet presAssocID="{D9594431-DD63-465C-A7EE-125CC54876F7}" presName="iconBgRect" presStyleLbl="bgShp" presStyleIdx="2" presStyleCnt="4"/>
      <dgm:spPr/>
    </dgm:pt>
    <dgm:pt modelId="{69270E83-E6F1-4DBF-B699-0EC6B5237855}" type="pres">
      <dgm:prSet presAssocID="{D9594431-DD63-465C-A7EE-125CC54876F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artir"/>
        </a:ext>
      </dgm:extLst>
    </dgm:pt>
    <dgm:pt modelId="{44CD6B8D-C129-4E4D-B709-1232685C2184}" type="pres">
      <dgm:prSet presAssocID="{D9594431-DD63-465C-A7EE-125CC54876F7}" presName="spaceRect" presStyleCnt="0"/>
      <dgm:spPr/>
    </dgm:pt>
    <dgm:pt modelId="{42CEB183-322D-4949-8087-83FB23C09DEE}" type="pres">
      <dgm:prSet presAssocID="{D9594431-DD63-465C-A7EE-125CC54876F7}" presName="textRect" presStyleLbl="revTx" presStyleIdx="2" presStyleCnt="4">
        <dgm:presLayoutVars>
          <dgm:chMax val="1"/>
          <dgm:chPref val="1"/>
        </dgm:presLayoutVars>
      </dgm:prSet>
      <dgm:spPr/>
    </dgm:pt>
    <dgm:pt modelId="{7651E124-5B97-4BDF-9799-246739FB1CFF}" type="pres">
      <dgm:prSet presAssocID="{B6AB0E2C-1282-406B-BBB8-3A27D4A503B8}" presName="sibTrans" presStyleCnt="0"/>
      <dgm:spPr/>
    </dgm:pt>
    <dgm:pt modelId="{7588F024-4F1A-48AB-9465-4586BC360A85}" type="pres">
      <dgm:prSet presAssocID="{4E1F8E81-B167-44C0-AB23-AA9389207E8F}" presName="compNode" presStyleCnt="0"/>
      <dgm:spPr/>
    </dgm:pt>
    <dgm:pt modelId="{FA7B5E38-8B39-4871-91A8-D02958FD7778}" type="pres">
      <dgm:prSet presAssocID="{4E1F8E81-B167-44C0-AB23-AA9389207E8F}" presName="iconBgRect" presStyleLbl="bgShp" presStyleIdx="3" presStyleCnt="4"/>
      <dgm:spPr/>
    </dgm:pt>
    <dgm:pt modelId="{9B2BBA52-3140-427A-BB00-3831C626176A}" type="pres">
      <dgm:prSet presAssocID="{4E1F8E81-B167-44C0-AB23-AA9389207E8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77921261-ACD5-49AD-841E-A18B115D7FED}" type="pres">
      <dgm:prSet presAssocID="{4E1F8E81-B167-44C0-AB23-AA9389207E8F}" presName="spaceRect" presStyleCnt="0"/>
      <dgm:spPr/>
    </dgm:pt>
    <dgm:pt modelId="{B2DBFC5C-BB25-4EA4-B32D-5AA83CECE27C}" type="pres">
      <dgm:prSet presAssocID="{4E1F8E81-B167-44C0-AB23-AA9389207E8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B26EA39-8FB9-46DE-AE65-9EDC6EFF8A58}" srcId="{5BD15021-2D20-44F8-9AB8-D5C63EFE35A6}" destId="{D9594431-DD63-465C-A7EE-125CC54876F7}" srcOrd="2" destOrd="0" parTransId="{D511655E-4B82-4530-B0C3-8A332E00CFD9}" sibTransId="{B6AB0E2C-1282-406B-BBB8-3A27D4A503B8}"/>
    <dgm:cxn modelId="{E4BBF13D-5D5C-4232-B522-37FF9C05B0C0}" type="presOf" srcId="{4222A7B2-E2E6-4901-B379-29A183042A7F}" destId="{AE160366-F564-4A02-BE0B-804352552F5F}" srcOrd="0" destOrd="0" presId="urn:microsoft.com/office/officeart/2018/5/layout/IconCircleLabelList"/>
    <dgm:cxn modelId="{90237A61-D16C-4B29-9744-BACD021FDD57}" type="presOf" srcId="{5BD15021-2D20-44F8-9AB8-D5C63EFE35A6}" destId="{CFAD7790-6D39-4CFA-88CE-4FEDB98EC428}" srcOrd="0" destOrd="0" presId="urn:microsoft.com/office/officeart/2018/5/layout/IconCircleLabelList"/>
    <dgm:cxn modelId="{B821BF8C-B2E4-4C88-95FB-9148DDFF9031}" srcId="{5BD15021-2D20-44F8-9AB8-D5C63EFE35A6}" destId="{4E1F8E81-B167-44C0-AB23-AA9389207E8F}" srcOrd="3" destOrd="0" parTransId="{D0270E64-6205-49B7-A752-25B01920E1EF}" sibTransId="{2141B1B5-A9FC-4C2B-ADEE-D467EB3417AD}"/>
    <dgm:cxn modelId="{3DDE31B5-AA55-4D03-927A-1D3E55840D9D}" type="presOf" srcId="{4E1F8E81-B167-44C0-AB23-AA9389207E8F}" destId="{B2DBFC5C-BB25-4EA4-B32D-5AA83CECE27C}" srcOrd="0" destOrd="0" presId="urn:microsoft.com/office/officeart/2018/5/layout/IconCircleLabelList"/>
    <dgm:cxn modelId="{51B0F9BB-695A-4EFF-86C5-8ABBF551EB6B}" type="presOf" srcId="{D9594431-DD63-465C-A7EE-125CC54876F7}" destId="{42CEB183-322D-4949-8087-83FB23C09DEE}" srcOrd="0" destOrd="0" presId="urn:microsoft.com/office/officeart/2018/5/layout/IconCircleLabelList"/>
    <dgm:cxn modelId="{99BAAAD6-3B11-4515-96AC-C34BA2503859}" type="presOf" srcId="{0D310380-ABE6-4AE3-80E2-980D8D126F29}" destId="{E90F17C8-DC0D-490D-A7EE-BCFC82A9BC70}" srcOrd="0" destOrd="0" presId="urn:microsoft.com/office/officeart/2018/5/layout/IconCircleLabelList"/>
    <dgm:cxn modelId="{9181D8E2-F354-40B6-BB8F-63D973610219}" srcId="{5BD15021-2D20-44F8-9AB8-D5C63EFE35A6}" destId="{4222A7B2-E2E6-4901-B379-29A183042A7F}" srcOrd="0" destOrd="0" parTransId="{51A326C2-9692-4665-B15C-348BC6CC9440}" sibTransId="{A116928D-A646-49F3-8EA5-79C1BE094A8F}"/>
    <dgm:cxn modelId="{407EDFF1-4B27-4FFC-8218-D518A1B3DA33}" srcId="{5BD15021-2D20-44F8-9AB8-D5C63EFE35A6}" destId="{0D310380-ABE6-4AE3-80E2-980D8D126F29}" srcOrd="1" destOrd="0" parTransId="{6808BE3C-14A7-40DD-834E-B638A39E98E7}" sibTransId="{6CED335F-BE27-40F1-B661-FD9AD2E09F79}"/>
    <dgm:cxn modelId="{633D3FE6-3A6B-43F3-819F-0D15BB663770}" type="presParOf" srcId="{CFAD7790-6D39-4CFA-88CE-4FEDB98EC428}" destId="{E52667BD-3DCF-4954-8ABA-696E0FF955B6}" srcOrd="0" destOrd="0" presId="urn:microsoft.com/office/officeart/2018/5/layout/IconCircleLabelList"/>
    <dgm:cxn modelId="{D31CCA3F-A00F-40CD-B55A-1737877B5D25}" type="presParOf" srcId="{E52667BD-3DCF-4954-8ABA-696E0FF955B6}" destId="{22618DD8-9AFA-47CA-9139-FEC217A2F5B7}" srcOrd="0" destOrd="0" presId="urn:microsoft.com/office/officeart/2018/5/layout/IconCircleLabelList"/>
    <dgm:cxn modelId="{903C13CE-58A5-4B2F-96BC-2D8376480A78}" type="presParOf" srcId="{E52667BD-3DCF-4954-8ABA-696E0FF955B6}" destId="{19424E06-AFE2-4FB6-9D66-D9AEF449372D}" srcOrd="1" destOrd="0" presId="urn:microsoft.com/office/officeart/2018/5/layout/IconCircleLabelList"/>
    <dgm:cxn modelId="{ADBAE06F-66F1-4F17-B364-28E3DB8DF11C}" type="presParOf" srcId="{E52667BD-3DCF-4954-8ABA-696E0FF955B6}" destId="{DB10DCCC-1FF5-4653-95A2-E0FE06793AAF}" srcOrd="2" destOrd="0" presId="urn:microsoft.com/office/officeart/2018/5/layout/IconCircleLabelList"/>
    <dgm:cxn modelId="{2BC01504-04A7-43FF-8456-68B45B0D63C6}" type="presParOf" srcId="{E52667BD-3DCF-4954-8ABA-696E0FF955B6}" destId="{AE160366-F564-4A02-BE0B-804352552F5F}" srcOrd="3" destOrd="0" presId="urn:microsoft.com/office/officeart/2018/5/layout/IconCircleLabelList"/>
    <dgm:cxn modelId="{832901A9-2035-423D-A137-B938A3D213F2}" type="presParOf" srcId="{CFAD7790-6D39-4CFA-88CE-4FEDB98EC428}" destId="{A1D44548-C52C-4A6D-BF82-09718F2C6AE6}" srcOrd="1" destOrd="0" presId="urn:microsoft.com/office/officeart/2018/5/layout/IconCircleLabelList"/>
    <dgm:cxn modelId="{EF41643F-5DD4-41AD-B75E-91F0EBA92E3B}" type="presParOf" srcId="{CFAD7790-6D39-4CFA-88CE-4FEDB98EC428}" destId="{E148B1AA-9023-4B28-B12A-E570A88BE94C}" srcOrd="2" destOrd="0" presId="urn:microsoft.com/office/officeart/2018/5/layout/IconCircleLabelList"/>
    <dgm:cxn modelId="{8719DBB2-076B-4171-96E3-73D4F6B1CDAF}" type="presParOf" srcId="{E148B1AA-9023-4B28-B12A-E570A88BE94C}" destId="{535B356A-E3A3-43A8-A9BA-3DB526DB5A2E}" srcOrd="0" destOrd="0" presId="urn:microsoft.com/office/officeart/2018/5/layout/IconCircleLabelList"/>
    <dgm:cxn modelId="{1622DCB2-A5C0-4BC3-901E-F36F7F416398}" type="presParOf" srcId="{E148B1AA-9023-4B28-B12A-E570A88BE94C}" destId="{BF8FC4F7-EC64-492F-8311-5CB7273585C0}" srcOrd="1" destOrd="0" presId="urn:microsoft.com/office/officeart/2018/5/layout/IconCircleLabelList"/>
    <dgm:cxn modelId="{51AED782-051C-43C9-BAF5-924D90DD4265}" type="presParOf" srcId="{E148B1AA-9023-4B28-B12A-E570A88BE94C}" destId="{AD965AFC-25B8-4F2B-934F-B6342EE9C471}" srcOrd="2" destOrd="0" presId="urn:microsoft.com/office/officeart/2018/5/layout/IconCircleLabelList"/>
    <dgm:cxn modelId="{5F856F9C-8F03-42BF-A116-D1F55349D9F1}" type="presParOf" srcId="{E148B1AA-9023-4B28-B12A-E570A88BE94C}" destId="{E90F17C8-DC0D-490D-A7EE-BCFC82A9BC70}" srcOrd="3" destOrd="0" presId="urn:microsoft.com/office/officeart/2018/5/layout/IconCircleLabelList"/>
    <dgm:cxn modelId="{BA90FD52-BF09-4A2B-9A4C-12F9FBB14ADD}" type="presParOf" srcId="{CFAD7790-6D39-4CFA-88CE-4FEDB98EC428}" destId="{BA8010A5-5C93-464C-9242-3AEDDC8434E8}" srcOrd="3" destOrd="0" presId="urn:microsoft.com/office/officeart/2018/5/layout/IconCircleLabelList"/>
    <dgm:cxn modelId="{6C74A3F5-97A5-4CBF-B126-1ED67256B267}" type="presParOf" srcId="{CFAD7790-6D39-4CFA-88CE-4FEDB98EC428}" destId="{E480B0F6-90ED-4239-9493-72646335BC7C}" srcOrd="4" destOrd="0" presId="urn:microsoft.com/office/officeart/2018/5/layout/IconCircleLabelList"/>
    <dgm:cxn modelId="{47A10538-6080-4362-B20F-D7D5884D01CC}" type="presParOf" srcId="{E480B0F6-90ED-4239-9493-72646335BC7C}" destId="{6571D257-42CA-4732-BC48-49A29209B827}" srcOrd="0" destOrd="0" presId="urn:microsoft.com/office/officeart/2018/5/layout/IconCircleLabelList"/>
    <dgm:cxn modelId="{0298EE12-534D-455C-85AB-E688E2106725}" type="presParOf" srcId="{E480B0F6-90ED-4239-9493-72646335BC7C}" destId="{69270E83-E6F1-4DBF-B699-0EC6B5237855}" srcOrd="1" destOrd="0" presId="urn:microsoft.com/office/officeart/2018/5/layout/IconCircleLabelList"/>
    <dgm:cxn modelId="{5A87B4EF-E8B8-46CF-8005-F1A6F88041E1}" type="presParOf" srcId="{E480B0F6-90ED-4239-9493-72646335BC7C}" destId="{44CD6B8D-C129-4E4D-B709-1232685C2184}" srcOrd="2" destOrd="0" presId="urn:microsoft.com/office/officeart/2018/5/layout/IconCircleLabelList"/>
    <dgm:cxn modelId="{104FB2D6-A37F-45DD-95EE-EC45683DAE1A}" type="presParOf" srcId="{E480B0F6-90ED-4239-9493-72646335BC7C}" destId="{42CEB183-322D-4949-8087-83FB23C09DEE}" srcOrd="3" destOrd="0" presId="urn:microsoft.com/office/officeart/2018/5/layout/IconCircleLabelList"/>
    <dgm:cxn modelId="{A8A1C5C2-6200-4DBB-BAD3-F027808503DE}" type="presParOf" srcId="{CFAD7790-6D39-4CFA-88CE-4FEDB98EC428}" destId="{7651E124-5B97-4BDF-9799-246739FB1CFF}" srcOrd="5" destOrd="0" presId="urn:microsoft.com/office/officeart/2018/5/layout/IconCircleLabelList"/>
    <dgm:cxn modelId="{6121777C-EE9A-41C5-A713-A8E03E3FCA0B}" type="presParOf" srcId="{CFAD7790-6D39-4CFA-88CE-4FEDB98EC428}" destId="{7588F024-4F1A-48AB-9465-4586BC360A85}" srcOrd="6" destOrd="0" presId="urn:microsoft.com/office/officeart/2018/5/layout/IconCircleLabelList"/>
    <dgm:cxn modelId="{53733683-88E5-4244-A847-C65CED6A680C}" type="presParOf" srcId="{7588F024-4F1A-48AB-9465-4586BC360A85}" destId="{FA7B5E38-8B39-4871-91A8-D02958FD7778}" srcOrd="0" destOrd="0" presId="urn:microsoft.com/office/officeart/2018/5/layout/IconCircleLabelList"/>
    <dgm:cxn modelId="{00F77F58-BAF2-4A25-A7ED-EFC9331836E9}" type="presParOf" srcId="{7588F024-4F1A-48AB-9465-4586BC360A85}" destId="{9B2BBA52-3140-427A-BB00-3831C626176A}" srcOrd="1" destOrd="0" presId="urn:microsoft.com/office/officeart/2018/5/layout/IconCircleLabelList"/>
    <dgm:cxn modelId="{EEDD94F1-9518-42A5-ADD1-5C2ABA019FAB}" type="presParOf" srcId="{7588F024-4F1A-48AB-9465-4586BC360A85}" destId="{77921261-ACD5-49AD-841E-A18B115D7FED}" srcOrd="2" destOrd="0" presId="urn:microsoft.com/office/officeart/2018/5/layout/IconCircleLabelList"/>
    <dgm:cxn modelId="{23E4718A-F5A2-415B-9893-8EAC2886D37D}" type="presParOf" srcId="{7588F024-4F1A-48AB-9465-4586BC360A85}" destId="{B2DBFC5C-BB25-4EA4-B32D-5AA83CECE27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BDD4A57-13E7-4A90-AE56-C9729462A5E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13C8502-BF22-44C6-AD59-71C0FD6079C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Gestión de permisos con icacls</a:t>
          </a:r>
        </a:p>
      </dgm:t>
    </dgm:pt>
    <dgm:pt modelId="{EFDB705E-31DC-47E6-B24B-FF0EFECF3DF0}" type="parTrans" cxnId="{75FF4547-1BC1-4052-8654-AC950D051BE3}">
      <dgm:prSet/>
      <dgm:spPr/>
      <dgm:t>
        <a:bodyPr/>
        <a:lstStyle/>
        <a:p>
          <a:endParaRPr lang="en-US"/>
        </a:p>
      </dgm:t>
    </dgm:pt>
    <dgm:pt modelId="{FE6C1E4D-41BC-41EC-A412-36F4EE0D193B}" type="sibTrans" cxnId="{75FF4547-1BC1-4052-8654-AC950D051BE3}">
      <dgm:prSet/>
      <dgm:spPr/>
      <dgm:t>
        <a:bodyPr/>
        <a:lstStyle/>
        <a:p>
          <a:endParaRPr lang="en-US"/>
        </a:p>
      </dgm:t>
    </dgm:pt>
    <dgm:pt modelId="{7230D9D2-1F5C-4F17-9994-400D17096E4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Creación de usuarios locales</a:t>
          </a:r>
        </a:p>
      </dgm:t>
    </dgm:pt>
    <dgm:pt modelId="{14175BAE-AAAF-4470-8D99-42E097DE6EDF}" type="parTrans" cxnId="{EBE6A28B-BB35-4156-A9CD-3AF727528239}">
      <dgm:prSet/>
      <dgm:spPr/>
      <dgm:t>
        <a:bodyPr/>
        <a:lstStyle/>
        <a:p>
          <a:endParaRPr lang="en-US"/>
        </a:p>
      </dgm:t>
    </dgm:pt>
    <dgm:pt modelId="{C2764260-60F2-46B9-975C-EAF21CADBC9B}" type="sibTrans" cxnId="{EBE6A28B-BB35-4156-A9CD-3AF727528239}">
      <dgm:prSet/>
      <dgm:spPr/>
      <dgm:t>
        <a:bodyPr/>
        <a:lstStyle/>
        <a:p>
          <a:endParaRPr lang="en-US"/>
        </a:p>
      </dgm:t>
    </dgm:pt>
    <dgm:pt modelId="{6B99C997-0BB8-48CE-AD19-495A5A06742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Introducción a Active Directory (RSAT)</a:t>
          </a:r>
        </a:p>
      </dgm:t>
    </dgm:pt>
    <dgm:pt modelId="{5AD74C3F-37FB-468C-B383-F84E68E3B777}" type="parTrans" cxnId="{F170D8B7-8804-45F7-A9FF-3BA692460641}">
      <dgm:prSet/>
      <dgm:spPr/>
      <dgm:t>
        <a:bodyPr/>
        <a:lstStyle/>
        <a:p>
          <a:endParaRPr lang="en-US"/>
        </a:p>
      </dgm:t>
    </dgm:pt>
    <dgm:pt modelId="{C017BBEC-B67D-464C-BFD8-228923C29B21}" type="sibTrans" cxnId="{F170D8B7-8804-45F7-A9FF-3BA692460641}">
      <dgm:prSet/>
      <dgm:spPr/>
      <dgm:t>
        <a:bodyPr/>
        <a:lstStyle/>
        <a:p>
          <a:endParaRPr lang="en-US"/>
        </a:p>
      </dgm:t>
    </dgm:pt>
    <dgm:pt modelId="{054293FC-D6CD-4999-8BB8-B1E6DA6D7747}" type="pres">
      <dgm:prSet presAssocID="{6BDD4A57-13E7-4A90-AE56-C9729462A5EA}" presName="root" presStyleCnt="0">
        <dgm:presLayoutVars>
          <dgm:dir/>
          <dgm:resizeHandles val="exact"/>
        </dgm:presLayoutVars>
      </dgm:prSet>
      <dgm:spPr/>
    </dgm:pt>
    <dgm:pt modelId="{8B830771-9D7E-463E-AFB7-C551861EBE81}" type="pres">
      <dgm:prSet presAssocID="{F13C8502-BF22-44C6-AD59-71C0FD6079C4}" presName="compNode" presStyleCnt="0"/>
      <dgm:spPr/>
    </dgm:pt>
    <dgm:pt modelId="{7BFD5ACA-6784-4631-9F58-A23A192D973C}" type="pres">
      <dgm:prSet presAssocID="{F13C8502-BF22-44C6-AD59-71C0FD6079C4}" presName="iconBgRect" presStyleLbl="bgShp" presStyleIdx="0" presStyleCnt="3"/>
      <dgm:spPr/>
    </dgm:pt>
    <dgm:pt modelId="{3DA27B71-CFB9-4447-980A-123221130F0C}" type="pres">
      <dgm:prSet presAssocID="{F13C8502-BF22-44C6-AD59-71C0FD6079C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6ECE33C9-130C-49D7-B715-2D812AED31FC}" type="pres">
      <dgm:prSet presAssocID="{F13C8502-BF22-44C6-AD59-71C0FD6079C4}" presName="spaceRect" presStyleCnt="0"/>
      <dgm:spPr/>
    </dgm:pt>
    <dgm:pt modelId="{703475E6-0D9D-4DC9-8E1D-8749F33E0970}" type="pres">
      <dgm:prSet presAssocID="{F13C8502-BF22-44C6-AD59-71C0FD6079C4}" presName="textRect" presStyleLbl="revTx" presStyleIdx="0" presStyleCnt="3">
        <dgm:presLayoutVars>
          <dgm:chMax val="1"/>
          <dgm:chPref val="1"/>
        </dgm:presLayoutVars>
      </dgm:prSet>
      <dgm:spPr/>
    </dgm:pt>
    <dgm:pt modelId="{34DEAC7F-C764-429A-9CF2-D26888941D7B}" type="pres">
      <dgm:prSet presAssocID="{FE6C1E4D-41BC-41EC-A412-36F4EE0D193B}" presName="sibTrans" presStyleCnt="0"/>
      <dgm:spPr/>
    </dgm:pt>
    <dgm:pt modelId="{6FEC57A7-4CBD-4787-8EA6-4EF3455F89F9}" type="pres">
      <dgm:prSet presAssocID="{7230D9D2-1F5C-4F17-9994-400D17096E49}" presName="compNode" presStyleCnt="0"/>
      <dgm:spPr/>
    </dgm:pt>
    <dgm:pt modelId="{71545806-DCDB-4984-8F4C-EFED27DB3CB3}" type="pres">
      <dgm:prSet presAssocID="{7230D9D2-1F5C-4F17-9994-400D17096E49}" presName="iconBgRect" presStyleLbl="bgShp" presStyleIdx="1" presStyleCnt="3"/>
      <dgm:spPr/>
    </dgm:pt>
    <dgm:pt modelId="{6983BC2E-B435-4DDE-B7C3-80C52518AFAA}" type="pres">
      <dgm:prSet presAssocID="{7230D9D2-1F5C-4F17-9994-400D17096E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26F2DC82-A8EA-4D04-83F1-0329E3697F5C}" type="pres">
      <dgm:prSet presAssocID="{7230D9D2-1F5C-4F17-9994-400D17096E49}" presName="spaceRect" presStyleCnt="0"/>
      <dgm:spPr/>
    </dgm:pt>
    <dgm:pt modelId="{62128A7D-250B-4AB8-AE6C-5E71DBC0F291}" type="pres">
      <dgm:prSet presAssocID="{7230D9D2-1F5C-4F17-9994-400D17096E49}" presName="textRect" presStyleLbl="revTx" presStyleIdx="1" presStyleCnt="3">
        <dgm:presLayoutVars>
          <dgm:chMax val="1"/>
          <dgm:chPref val="1"/>
        </dgm:presLayoutVars>
      </dgm:prSet>
      <dgm:spPr/>
    </dgm:pt>
    <dgm:pt modelId="{EE4138F6-853E-41E8-B6E7-40BE402269C9}" type="pres">
      <dgm:prSet presAssocID="{C2764260-60F2-46B9-975C-EAF21CADBC9B}" presName="sibTrans" presStyleCnt="0"/>
      <dgm:spPr/>
    </dgm:pt>
    <dgm:pt modelId="{6566470B-3DFA-4F5E-A160-03157AC64ACF}" type="pres">
      <dgm:prSet presAssocID="{6B99C997-0BB8-48CE-AD19-495A5A06742B}" presName="compNode" presStyleCnt="0"/>
      <dgm:spPr/>
    </dgm:pt>
    <dgm:pt modelId="{B95E8DBE-F8C9-4531-8400-A1E33D0D744E}" type="pres">
      <dgm:prSet presAssocID="{6B99C997-0BB8-48CE-AD19-495A5A06742B}" presName="iconBgRect" presStyleLbl="bgShp" presStyleIdx="2" presStyleCnt="3"/>
      <dgm:spPr/>
    </dgm:pt>
    <dgm:pt modelId="{6EAAEBC8-A395-4E5F-A45E-ABE737D67585}" type="pres">
      <dgm:prSet presAssocID="{6B99C997-0BB8-48CE-AD19-495A5A06742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D5F01479-39DA-47EC-BF0B-E6282A28F6F5}" type="pres">
      <dgm:prSet presAssocID="{6B99C997-0BB8-48CE-AD19-495A5A06742B}" presName="spaceRect" presStyleCnt="0"/>
      <dgm:spPr/>
    </dgm:pt>
    <dgm:pt modelId="{5DD1910A-E19E-41EA-82EA-BAA1646C94FC}" type="pres">
      <dgm:prSet presAssocID="{6B99C997-0BB8-48CE-AD19-495A5A06742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5DD0637-42CA-42DC-A571-0584017D5B34}" type="presOf" srcId="{6B99C997-0BB8-48CE-AD19-495A5A06742B}" destId="{5DD1910A-E19E-41EA-82EA-BAA1646C94FC}" srcOrd="0" destOrd="0" presId="urn:microsoft.com/office/officeart/2018/5/layout/IconCircleLabelList"/>
    <dgm:cxn modelId="{75FF4547-1BC1-4052-8654-AC950D051BE3}" srcId="{6BDD4A57-13E7-4A90-AE56-C9729462A5EA}" destId="{F13C8502-BF22-44C6-AD59-71C0FD6079C4}" srcOrd="0" destOrd="0" parTransId="{EFDB705E-31DC-47E6-B24B-FF0EFECF3DF0}" sibTransId="{FE6C1E4D-41BC-41EC-A412-36F4EE0D193B}"/>
    <dgm:cxn modelId="{F655F070-E723-4E01-B44C-0E3088E6F236}" type="presOf" srcId="{F13C8502-BF22-44C6-AD59-71C0FD6079C4}" destId="{703475E6-0D9D-4DC9-8E1D-8749F33E0970}" srcOrd="0" destOrd="0" presId="urn:microsoft.com/office/officeart/2018/5/layout/IconCircleLabelList"/>
    <dgm:cxn modelId="{9786E753-3630-4B7A-ADF9-3EB642F4F2AB}" type="presOf" srcId="{6BDD4A57-13E7-4A90-AE56-C9729462A5EA}" destId="{054293FC-D6CD-4999-8BB8-B1E6DA6D7747}" srcOrd="0" destOrd="0" presId="urn:microsoft.com/office/officeart/2018/5/layout/IconCircleLabelList"/>
    <dgm:cxn modelId="{EBE6A28B-BB35-4156-A9CD-3AF727528239}" srcId="{6BDD4A57-13E7-4A90-AE56-C9729462A5EA}" destId="{7230D9D2-1F5C-4F17-9994-400D17096E49}" srcOrd="1" destOrd="0" parTransId="{14175BAE-AAAF-4470-8D99-42E097DE6EDF}" sibTransId="{C2764260-60F2-46B9-975C-EAF21CADBC9B}"/>
    <dgm:cxn modelId="{F170D8B7-8804-45F7-A9FF-3BA692460641}" srcId="{6BDD4A57-13E7-4A90-AE56-C9729462A5EA}" destId="{6B99C997-0BB8-48CE-AD19-495A5A06742B}" srcOrd="2" destOrd="0" parTransId="{5AD74C3F-37FB-468C-B383-F84E68E3B777}" sibTransId="{C017BBEC-B67D-464C-BFD8-228923C29B21}"/>
    <dgm:cxn modelId="{1C3BA5CC-9652-4973-83B1-A2F56F1DF1FB}" type="presOf" srcId="{7230D9D2-1F5C-4F17-9994-400D17096E49}" destId="{62128A7D-250B-4AB8-AE6C-5E71DBC0F291}" srcOrd="0" destOrd="0" presId="urn:microsoft.com/office/officeart/2018/5/layout/IconCircleLabelList"/>
    <dgm:cxn modelId="{EE9E855C-D461-4D57-BBA4-7D43087364D5}" type="presParOf" srcId="{054293FC-D6CD-4999-8BB8-B1E6DA6D7747}" destId="{8B830771-9D7E-463E-AFB7-C551861EBE81}" srcOrd="0" destOrd="0" presId="urn:microsoft.com/office/officeart/2018/5/layout/IconCircleLabelList"/>
    <dgm:cxn modelId="{FE974831-8B4A-4C50-8E50-200165149D32}" type="presParOf" srcId="{8B830771-9D7E-463E-AFB7-C551861EBE81}" destId="{7BFD5ACA-6784-4631-9F58-A23A192D973C}" srcOrd="0" destOrd="0" presId="urn:microsoft.com/office/officeart/2018/5/layout/IconCircleLabelList"/>
    <dgm:cxn modelId="{572232F9-F69C-4438-A029-2B933E09525C}" type="presParOf" srcId="{8B830771-9D7E-463E-AFB7-C551861EBE81}" destId="{3DA27B71-CFB9-4447-980A-123221130F0C}" srcOrd="1" destOrd="0" presId="urn:microsoft.com/office/officeart/2018/5/layout/IconCircleLabelList"/>
    <dgm:cxn modelId="{ABCC1B29-45A6-447E-990C-CD8981DFF51D}" type="presParOf" srcId="{8B830771-9D7E-463E-AFB7-C551861EBE81}" destId="{6ECE33C9-130C-49D7-B715-2D812AED31FC}" srcOrd="2" destOrd="0" presId="urn:microsoft.com/office/officeart/2018/5/layout/IconCircleLabelList"/>
    <dgm:cxn modelId="{D06F5824-29A8-4499-8BEE-C7EB67268A30}" type="presParOf" srcId="{8B830771-9D7E-463E-AFB7-C551861EBE81}" destId="{703475E6-0D9D-4DC9-8E1D-8749F33E0970}" srcOrd="3" destOrd="0" presId="urn:microsoft.com/office/officeart/2018/5/layout/IconCircleLabelList"/>
    <dgm:cxn modelId="{96AD2676-6F3B-4988-B277-78CA04C89EA4}" type="presParOf" srcId="{054293FC-D6CD-4999-8BB8-B1E6DA6D7747}" destId="{34DEAC7F-C764-429A-9CF2-D26888941D7B}" srcOrd="1" destOrd="0" presId="urn:microsoft.com/office/officeart/2018/5/layout/IconCircleLabelList"/>
    <dgm:cxn modelId="{336CFBC1-8961-464A-9EC2-BBD3207E8105}" type="presParOf" srcId="{054293FC-D6CD-4999-8BB8-B1E6DA6D7747}" destId="{6FEC57A7-4CBD-4787-8EA6-4EF3455F89F9}" srcOrd="2" destOrd="0" presId="urn:microsoft.com/office/officeart/2018/5/layout/IconCircleLabelList"/>
    <dgm:cxn modelId="{838566F5-B13A-4B3C-AEF0-30C8FA50E33F}" type="presParOf" srcId="{6FEC57A7-4CBD-4787-8EA6-4EF3455F89F9}" destId="{71545806-DCDB-4984-8F4C-EFED27DB3CB3}" srcOrd="0" destOrd="0" presId="urn:microsoft.com/office/officeart/2018/5/layout/IconCircleLabelList"/>
    <dgm:cxn modelId="{1F8110F8-81B0-40D0-8467-BA4363D5ADEB}" type="presParOf" srcId="{6FEC57A7-4CBD-4787-8EA6-4EF3455F89F9}" destId="{6983BC2E-B435-4DDE-B7C3-80C52518AFAA}" srcOrd="1" destOrd="0" presId="urn:microsoft.com/office/officeart/2018/5/layout/IconCircleLabelList"/>
    <dgm:cxn modelId="{A0047F6A-AC9A-4B1D-BDA5-670B640CB363}" type="presParOf" srcId="{6FEC57A7-4CBD-4787-8EA6-4EF3455F89F9}" destId="{26F2DC82-A8EA-4D04-83F1-0329E3697F5C}" srcOrd="2" destOrd="0" presId="urn:microsoft.com/office/officeart/2018/5/layout/IconCircleLabelList"/>
    <dgm:cxn modelId="{EEE24F89-E51B-4CD7-B4A1-0A9393D038E1}" type="presParOf" srcId="{6FEC57A7-4CBD-4787-8EA6-4EF3455F89F9}" destId="{62128A7D-250B-4AB8-AE6C-5E71DBC0F291}" srcOrd="3" destOrd="0" presId="urn:microsoft.com/office/officeart/2018/5/layout/IconCircleLabelList"/>
    <dgm:cxn modelId="{1CE2AFF8-0EA2-4147-B903-E69FC078F184}" type="presParOf" srcId="{054293FC-D6CD-4999-8BB8-B1E6DA6D7747}" destId="{EE4138F6-853E-41E8-B6E7-40BE402269C9}" srcOrd="3" destOrd="0" presId="urn:microsoft.com/office/officeart/2018/5/layout/IconCircleLabelList"/>
    <dgm:cxn modelId="{E6487436-88BF-4D49-9951-8223BFEA8FAC}" type="presParOf" srcId="{054293FC-D6CD-4999-8BB8-B1E6DA6D7747}" destId="{6566470B-3DFA-4F5E-A160-03157AC64ACF}" srcOrd="4" destOrd="0" presId="urn:microsoft.com/office/officeart/2018/5/layout/IconCircleLabelList"/>
    <dgm:cxn modelId="{FCAB1E0F-AAAB-4645-997A-04ADD0B00A55}" type="presParOf" srcId="{6566470B-3DFA-4F5E-A160-03157AC64ACF}" destId="{B95E8DBE-F8C9-4531-8400-A1E33D0D744E}" srcOrd="0" destOrd="0" presId="urn:microsoft.com/office/officeart/2018/5/layout/IconCircleLabelList"/>
    <dgm:cxn modelId="{B6527413-27BB-4F79-AF8A-0C944B99C908}" type="presParOf" srcId="{6566470B-3DFA-4F5E-A160-03157AC64ACF}" destId="{6EAAEBC8-A395-4E5F-A45E-ABE737D67585}" srcOrd="1" destOrd="0" presId="urn:microsoft.com/office/officeart/2018/5/layout/IconCircleLabelList"/>
    <dgm:cxn modelId="{532E9DF2-E6A9-4F59-BD90-5EAD25326ABA}" type="presParOf" srcId="{6566470B-3DFA-4F5E-A160-03157AC64ACF}" destId="{D5F01479-39DA-47EC-BF0B-E6282A28F6F5}" srcOrd="2" destOrd="0" presId="urn:microsoft.com/office/officeart/2018/5/layout/IconCircleLabelList"/>
    <dgm:cxn modelId="{53FA3619-B534-4A79-B3C1-82256AFA23D6}" type="presParOf" srcId="{6566470B-3DFA-4F5E-A160-03157AC64ACF}" destId="{5DD1910A-E19E-41EA-82EA-BAA1646C94F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2F243F7-31C1-4160-A57D-74D4560F418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BD9A035-4691-40FC-8680-FE39924A8AC4}">
      <dgm:prSet/>
      <dgm:spPr/>
      <dgm:t>
        <a:bodyPr/>
        <a:lstStyle/>
        <a:p>
          <a:r>
            <a:rPr lang="en-US"/>
            <a:t>- PowerShell 5.1 o superior</a:t>
          </a:r>
        </a:p>
      </dgm:t>
    </dgm:pt>
    <dgm:pt modelId="{2328B172-03C4-4617-B05C-0AB37EE448F7}" type="parTrans" cxnId="{79D1DDEE-5CD2-4C77-86E7-29F17F47FF66}">
      <dgm:prSet/>
      <dgm:spPr/>
      <dgm:t>
        <a:bodyPr/>
        <a:lstStyle/>
        <a:p>
          <a:endParaRPr lang="en-US"/>
        </a:p>
      </dgm:t>
    </dgm:pt>
    <dgm:pt modelId="{F0B1F2DF-C798-42FC-8AC5-F56924179C66}" type="sibTrans" cxnId="{79D1DDEE-5CD2-4C77-86E7-29F17F47FF66}">
      <dgm:prSet/>
      <dgm:spPr/>
      <dgm:t>
        <a:bodyPr/>
        <a:lstStyle/>
        <a:p>
          <a:endParaRPr lang="en-US"/>
        </a:p>
      </dgm:t>
    </dgm:pt>
    <dgm:pt modelId="{0C8C44DF-0F53-4F2E-978E-4B0B8E963B50}">
      <dgm:prSet/>
      <dgm:spPr/>
      <dgm:t>
        <a:bodyPr/>
        <a:lstStyle/>
        <a:p>
          <a:r>
            <a:rPr lang="en-US"/>
            <a:t>- Sistema operativo Windows (preferente)</a:t>
          </a:r>
        </a:p>
      </dgm:t>
    </dgm:pt>
    <dgm:pt modelId="{75219A0C-B9B5-4915-AF6E-05DC4869ECF1}" type="parTrans" cxnId="{4C887296-525B-471F-9D2B-B8FFE3E7BD28}">
      <dgm:prSet/>
      <dgm:spPr/>
      <dgm:t>
        <a:bodyPr/>
        <a:lstStyle/>
        <a:p>
          <a:endParaRPr lang="en-US"/>
        </a:p>
      </dgm:t>
    </dgm:pt>
    <dgm:pt modelId="{7231B823-98C8-42DE-B76F-8B7C2C80FFE9}" type="sibTrans" cxnId="{4C887296-525B-471F-9D2B-B8FFE3E7BD28}">
      <dgm:prSet/>
      <dgm:spPr/>
      <dgm:t>
        <a:bodyPr/>
        <a:lstStyle/>
        <a:p>
          <a:endParaRPr lang="en-US"/>
        </a:p>
      </dgm:t>
    </dgm:pt>
    <dgm:pt modelId="{8ED04EB4-ED53-431C-AF7B-E025B4233B89}">
      <dgm:prSet/>
      <dgm:spPr/>
      <dgm:t>
        <a:bodyPr/>
        <a:lstStyle/>
        <a:p>
          <a:r>
            <a:rPr lang="en-US"/>
            <a:t>- Editor: PowerShell ISE o Visual Studio Code</a:t>
          </a:r>
        </a:p>
      </dgm:t>
    </dgm:pt>
    <dgm:pt modelId="{A21F777E-F659-4882-864E-D969E34DB236}" type="parTrans" cxnId="{3D0E0AE8-CD52-4F49-98A8-D554E459D93B}">
      <dgm:prSet/>
      <dgm:spPr/>
      <dgm:t>
        <a:bodyPr/>
        <a:lstStyle/>
        <a:p>
          <a:endParaRPr lang="en-US"/>
        </a:p>
      </dgm:t>
    </dgm:pt>
    <dgm:pt modelId="{402E439E-B8CD-4A79-AE26-CFF8CC00E1C9}" type="sibTrans" cxnId="{3D0E0AE8-CD52-4F49-98A8-D554E459D93B}">
      <dgm:prSet/>
      <dgm:spPr/>
      <dgm:t>
        <a:bodyPr/>
        <a:lstStyle/>
        <a:p>
          <a:endParaRPr lang="en-US"/>
        </a:p>
      </dgm:t>
    </dgm:pt>
    <dgm:pt modelId="{C009DDC3-1F9A-45F8-AE77-876D9A017B8A}">
      <dgm:prSet/>
      <dgm:spPr/>
      <dgm:t>
        <a:bodyPr/>
        <a:lstStyle/>
        <a:p>
          <a:r>
            <a:rPr lang="en-US"/>
            <a:t>- Material de apoyo proporcionado por el profesor</a:t>
          </a:r>
        </a:p>
      </dgm:t>
    </dgm:pt>
    <dgm:pt modelId="{5823A23C-4752-4D16-A98A-6D81CE2EDCAB}" type="parTrans" cxnId="{7B1A4360-F5EF-4432-BF5C-5BCADBC8CB95}">
      <dgm:prSet/>
      <dgm:spPr/>
      <dgm:t>
        <a:bodyPr/>
        <a:lstStyle/>
        <a:p>
          <a:endParaRPr lang="en-US"/>
        </a:p>
      </dgm:t>
    </dgm:pt>
    <dgm:pt modelId="{E7D0C3BF-C791-4722-9500-8F8BD737BE93}" type="sibTrans" cxnId="{7B1A4360-F5EF-4432-BF5C-5BCADBC8CB95}">
      <dgm:prSet/>
      <dgm:spPr/>
      <dgm:t>
        <a:bodyPr/>
        <a:lstStyle/>
        <a:p>
          <a:endParaRPr lang="en-US"/>
        </a:p>
      </dgm:t>
    </dgm:pt>
    <dgm:pt modelId="{78683073-09E7-4749-86C7-7DD2A1D56635}" type="pres">
      <dgm:prSet presAssocID="{B2F243F7-31C1-4160-A57D-74D4560F418C}" presName="root" presStyleCnt="0">
        <dgm:presLayoutVars>
          <dgm:dir/>
          <dgm:resizeHandles val="exact"/>
        </dgm:presLayoutVars>
      </dgm:prSet>
      <dgm:spPr/>
    </dgm:pt>
    <dgm:pt modelId="{295236CD-A3BD-47DD-B1D3-7354430D4CE0}" type="pres">
      <dgm:prSet presAssocID="{6BD9A035-4691-40FC-8680-FE39924A8AC4}" presName="compNode" presStyleCnt="0"/>
      <dgm:spPr/>
    </dgm:pt>
    <dgm:pt modelId="{2828FFB9-7582-4855-9876-FBB1C9DC57DA}" type="pres">
      <dgm:prSet presAssocID="{6BD9A035-4691-40FC-8680-FE39924A8AC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utar"/>
        </a:ext>
      </dgm:extLst>
    </dgm:pt>
    <dgm:pt modelId="{5145D4A9-7FAF-4CD1-B2CB-35F472682476}" type="pres">
      <dgm:prSet presAssocID="{6BD9A035-4691-40FC-8680-FE39924A8AC4}" presName="spaceRect" presStyleCnt="0"/>
      <dgm:spPr/>
    </dgm:pt>
    <dgm:pt modelId="{DA14B352-CB73-44E8-A072-B7E35AEEE4EF}" type="pres">
      <dgm:prSet presAssocID="{6BD9A035-4691-40FC-8680-FE39924A8AC4}" presName="textRect" presStyleLbl="revTx" presStyleIdx="0" presStyleCnt="4">
        <dgm:presLayoutVars>
          <dgm:chMax val="1"/>
          <dgm:chPref val="1"/>
        </dgm:presLayoutVars>
      </dgm:prSet>
      <dgm:spPr/>
    </dgm:pt>
    <dgm:pt modelId="{A2529830-C73B-4D2D-8F5F-59FB02E3251A}" type="pres">
      <dgm:prSet presAssocID="{F0B1F2DF-C798-42FC-8AC5-F56924179C66}" presName="sibTrans" presStyleCnt="0"/>
      <dgm:spPr/>
    </dgm:pt>
    <dgm:pt modelId="{2B092CCA-1027-4730-84C7-E828D526325A}" type="pres">
      <dgm:prSet presAssocID="{0C8C44DF-0F53-4F2E-978E-4B0B8E963B50}" presName="compNode" presStyleCnt="0"/>
      <dgm:spPr/>
    </dgm:pt>
    <dgm:pt modelId="{22DA401C-81E6-438F-BDC1-B9985A5AE035}" type="pres">
      <dgm:prSet presAssocID="{0C8C44DF-0F53-4F2E-978E-4B0B8E963B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C38725E-61DB-4DB0-9679-430DB6416EA1}" type="pres">
      <dgm:prSet presAssocID="{0C8C44DF-0F53-4F2E-978E-4B0B8E963B50}" presName="spaceRect" presStyleCnt="0"/>
      <dgm:spPr/>
    </dgm:pt>
    <dgm:pt modelId="{D1C02802-E0A2-48AF-82C2-F2E5BCB97DA9}" type="pres">
      <dgm:prSet presAssocID="{0C8C44DF-0F53-4F2E-978E-4B0B8E963B50}" presName="textRect" presStyleLbl="revTx" presStyleIdx="1" presStyleCnt="4">
        <dgm:presLayoutVars>
          <dgm:chMax val="1"/>
          <dgm:chPref val="1"/>
        </dgm:presLayoutVars>
      </dgm:prSet>
      <dgm:spPr/>
    </dgm:pt>
    <dgm:pt modelId="{28183A02-A8B5-4F69-83E0-F6E5ABDFBAB0}" type="pres">
      <dgm:prSet presAssocID="{7231B823-98C8-42DE-B76F-8B7C2C80FFE9}" presName="sibTrans" presStyleCnt="0"/>
      <dgm:spPr/>
    </dgm:pt>
    <dgm:pt modelId="{D81C4C9B-03AE-4A03-A955-F504D3C30938}" type="pres">
      <dgm:prSet presAssocID="{8ED04EB4-ED53-431C-AF7B-E025B4233B89}" presName="compNode" presStyleCnt="0"/>
      <dgm:spPr/>
    </dgm:pt>
    <dgm:pt modelId="{41D35510-F2AF-4011-824D-238FF424CE51}" type="pres">
      <dgm:prSet presAssocID="{8ED04EB4-ED53-431C-AF7B-E025B4233B8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a"/>
        </a:ext>
      </dgm:extLst>
    </dgm:pt>
    <dgm:pt modelId="{3375476F-FB0F-4388-9468-F3C10978130D}" type="pres">
      <dgm:prSet presAssocID="{8ED04EB4-ED53-431C-AF7B-E025B4233B89}" presName="spaceRect" presStyleCnt="0"/>
      <dgm:spPr/>
    </dgm:pt>
    <dgm:pt modelId="{921BAA63-F91F-4DCE-98C2-8BBD8F7829B7}" type="pres">
      <dgm:prSet presAssocID="{8ED04EB4-ED53-431C-AF7B-E025B4233B89}" presName="textRect" presStyleLbl="revTx" presStyleIdx="2" presStyleCnt="4">
        <dgm:presLayoutVars>
          <dgm:chMax val="1"/>
          <dgm:chPref val="1"/>
        </dgm:presLayoutVars>
      </dgm:prSet>
      <dgm:spPr/>
    </dgm:pt>
    <dgm:pt modelId="{220F1186-D9A6-4342-BCB6-F1091A777520}" type="pres">
      <dgm:prSet presAssocID="{402E439E-B8CD-4A79-AE26-CFF8CC00E1C9}" presName="sibTrans" presStyleCnt="0"/>
      <dgm:spPr/>
    </dgm:pt>
    <dgm:pt modelId="{98E244FC-167A-4FA0-B8B6-AC3C023EDD7E}" type="pres">
      <dgm:prSet presAssocID="{C009DDC3-1F9A-45F8-AE77-876D9A017B8A}" presName="compNode" presStyleCnt="0"/>
      <dgm:spPr/>
    </dgm:pt>
    <dgm:pt modelId="{8F8D47E9-345A-4479-899C-3626592DE20B}" type="pres">
      <dgm:prSet presAssocID="{C009DDC3-1F9A-45F8-AE77-876D9A017B8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1C549DBF-2962-472B-87B7-78E5EA903263}" type="pres">
      <dgm:prSet presAssocID="{C009DDC3-1F9A-45F8-AE77-876D9A017B8A}" presName="spaceRect" presStyleCnt="0"/>
      <dgm:spPr/>
    </dgm:pt>
    <dgm:pt modelId="{F2E68641-6337-4BEF-A6BD-99A28926E7AD}" type="pres">
      <dgm:prSet presAssocID="{C009DDC3-1F9A-45F8-AE77-876D9A017B8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6EA981C-B44B-415F-96F4-59923324D657}" type="presOf" srcId="{6BD9A035-4691-40FC-8680-FE39924A8AC4}" destId="{DA14B352-CB73-44E8-A072-B7E35AEEE4EF}" srcOrd="0" destOrd="0" presId="urn:microsoft.com/office/officeart/2018/2/layout/IconLabelList"/>
    <dgm:cxn modelId="{7B1A4360-F5EF-4432-BF5C-5BCADBC8CB95}" srcId="{B2F243F7-31C1-4160-A57D-74D4560F418C}" destId="{C009DDC3-1F9A-45F8-AE77-876D9A017B8A}" srcOrd="3" destOrd="0" parTransId="{5823A23C-4752-4D16-A98A-6D81CE2EDCAB}" sibTransId="{E7D0C3BF-C791-4722-9500-8F8BD737BE93}"/>
    <dgm:cxn modelId="{A2DF0A6A-DA36-459C-80CA-0EC00F51726A}" type="presOf" srcId="{B2F243F7-31C1-4160-A57D-74D4560F418C}" destId="{78683073-09E7-4749-86C7-7DD2A1D56635}" srcOrd="0" destOrd="0" presId="urn:microsoft.com/office/officeart/2018/2/layout/IconLabelList"/>
    <dgm:cxn modelId="{4C887296-525B-471F-9D2B-B8FFE3E7BD28}" srcId="{B2F243F7-31C1-4160-A57D-74D4560F418C}" destId="{0C8C44DF-0F53-4F2E-978E-4B0B8E963B50}" srcOrd="1" destOrd="0" parTransId="{75219A0C-B9B5-4915-AF6E-05DC4869ECF1}" sibTransId="{7231B823-98C8-42DE-B76F-8B7C2C80FFE9}"/>
    <dgm:cxn modelId="{AEAB0F9A-042F-4C93-A2FD-253F678B2617}" type="presOf" srcId="{C009DDC3-1F9A-45F8-AE77-876D9A017B8A}" destId="{F2E68641-6337-4BEF-A6BD-99A28926E7AD}" srcOrd="0" destOrd="0" presId="urn:microsoft.com/office/officeart/2018/2/layout/IconLabelList"/>
    <dgm:cxn modelId="{CE9C53AB-A994-439F-A40C-79F85CCC3C9B}" type="presOf" srcId="{8ED04EB4-ED53-431C-AF7B-E025B4233B89}" destId="{921BAA63-F91F-4DCE-98C2-8BBD8F7829B7}" srcOrd="0" destOrd="0" presId="urn:microsoft.com/office/officeart/2018/2/layout/IconLabelList"/>
    <dgm:cxn modelId="{338555D3-7EF3-4E2C-9FF5-C64640BFDF3B}" type="presOf" srcId="{0C8C44DF-0F53-4F2E-978E-4B0B8E963B50}" destId="{D1C02802-E0A2-48AF-82C2-F2E5BCB97DA9}" srcOrd="0" destOrd="0" presId="urn:microsoft.com/office/officeart/2018/2/layout/IconLabelList"/>
    <dgm:cxn modelId="{3D0E0AE8-CD52-4F49-98A8-D554E459D93B}" srcId="{B2F243F7-31C1-4160-A57D-74D4560F418C}" destId="{8ED04EB4-ED53-431C-AF7B-E025B4233B89}" srcOrd="2" destOrd="0" parTransId="{A21F777E-F659-4882-864E-D969E34DB236}" sibTransId="{402E439E-B8CD-4A79-AE26-CFF8CC00E1C9}"/>
    <dgm:cxn modelId="{79D1DDEE-5CD2-4C77-86E7-29F17F47FF66}" srcId="{B2F243F7-31C1-4160-A57D-74D4560F418C}" destId="{6BD9A035-4691-40FC-8680-FE39924A8AC4}" srcOrd="0" destOrd="0" parTransId="{2328B172-03C4-4617-B05C-0AB37EE448F7}" sibTransId="{F0B1F2DF-C798-42FC-8AC5-F56924179C66}"/>
    <dgm:cxn modelId="{EE22CBF9-4FF3-46BF-BB88-0C9771A157AF}" type="presParOf" srcId="{78683073-09E7-4749-86C7-7DD2A1D56635}" destId="{295236CD-A3BD-47DD-B1D3-7354430D4CE0}" srcOrd="0" destOrd="0" presId="urn:microsoft.com/office/officeart/2018/2/layout/IconLabelList"/>
    <dgm:cxn modelId="{4E4A2CEE-9801-4F34-B9BB-DD08521F1BC1}" type="presParOf" srcId="{295236CD-A3BD-47DD-B1D3-7354430D4CE0}" destId="{2828FFB9-7582-4855-9876-FBB1C9DC57DA}" srcOrd="0" destOrd="0" presId="urn:microsoft.com/office/officeart/2018/2/layout/IconLabelList"/>
    <dgm:cxn modelId="{794B04C2-7617-4BCB-85DA-F96875609BC7}" type="presParOf" srcId="{295236CD-A3BD-47DD-B1D3-7354430D4CE0}" destId="{5145D4A9-7FAF-4CD1-B2CB-35F472682476}" srcOrd="1" destOrd="0" presId="urn:microsoft.com/office/officeart/2018/2/layout/IconLabelList"/>
    <dgm:cxn modelId="{F50C198C-D294-4CAA-8C90-A430071BAE66}" type="presParOf" srcId="{295236CD-A3BD-47DD-B1D3-7354430D4CE0}" destId="{DA14B352-CB73-44E8-A072-B7E35AEEE4EF}" srcOrd="2" destOrd="0" presId="urn:microsoft.com/office/officeart/2018/2/layout/IconLabelList"/>
    <dgm:cxn modelId="{758AC9E4-2391-4DA0-8F6D-51FB9B03841E}" type="presParOf" srcId="{78683073-09E7-4749-86C7-7DD2A1D56635}" destId="{A2529830-C73B-4D2D-8F5F-59FB02E3251A}" srcOrd="1" destOrd="0" presId="urn:microsoft.com/office/officeart/2018/2/layout/IconLabelList"/>
    <dgm:cxn modelId="{7680C809-6EB0-43A7-A347-FE6BD3B1BF0A}" type="presParOf" srcId="{78683073-09E7-4749-86C7-7DD2A1D56635}" destId="{2B092CCA-1027-4730-84C7-E828D526325A}" srcOrd="2" destOrd="0" presId="urn:microsoft.com/office/officeart/2018/2/layout/IconLabelList"/>
    <dgm:cxn modelId="{C13A1B10-65A3-43D3-A5F1-5AA40B73276B}" type="presParOf" srcId="{2B092CCA-1027-4730-84C7-E828D526325A}" destId="{22DA401C-81E6-438F-BDC1-B9985A5AE035}" srcOrd="0" destOrd="0" presId="urn:microsoft.com/office/officeart/2018/2/layout/IconLabelList"/>
    <dgm:cxn modelId="{677121CB-B379-408E-B3B0-E733A9BC3512}" type="presParOf" srcId="{2B092CCA-1027-4730-84C7-E828D526325A}" destId="{8C38725E-61DB-4DB0-9679-430DB6416EA1}" srcOrd="1" destOrd="0" presId="urn:microsoft.com/office/officeart/2018/2/layout/IconLabelList"/>
    <dgm:cxn modelId="{AD554F68-2BB8-4472-8FA4-6C255C41D0CC}" type="presParOf" srcId="{2B092CCA-1027-4730-84C7-E828D526325A}" destId="{D1C02802-E0A2-48AF-82C2-F2E5BCB97DA9}" srcOrd="2" destOrd="0" presId="urn:microsoft.com/office/officeart/2018/2/layout/IconLabelList"/>
    <dgm:cxn modelId="{9E59088A-F7D6-447A-8439-5DD34B42A998}" type="presParOf" srcId="{78683073-09E7-4749-86C7-7DD2A1D56635}" destId="{28183A02-A8B5-4F69-83E0-F6E5ABDFBAB0}" srcOrd="3" destOrd="0" presId="urn:microsoft.com/office/officeart/2018/2/layout/IconLabelList"/>
    <dgm:cxn modelId="{9EA34EC5-9948-4564-8466-51FCE98039BD}" type="presParOf" srcId="{78683073-09E7-4749-86C7-7DD2A1D56635}" destId="{D81C4C9B-03AE-4A03-A955-F504D3C30938}" srcOrd="4" destOrd="0" presId="urn:microsoft.com/office/officeart/2018/2/layout/IconLabelList"/>
    <dgm:cxn modelId="{2EC2B621-A778-484B-9384-2F99D5804016}" type="presParOf" srcId="{D81C4C9B-03AE-4A03-A955-F504D3C30938}" destId="{41D35510-F2AF-4011-824D-238FF424CE51}" srcOrd="0" destOrd="0" presId="urn:microsoft.com/office/officeart/2018/2/layout/IconLabelList"/>
    <dgm:cxn modelId="{F529B4FB-6418-425A-9C66-D34AAFDEBFBC}" type="presParOf" srcId="{D81C4C9B-03AE-4A03-A955-F504D3C30938}" destId="{3375476F-FB0F-4388-9468-F3C10978130D}" srcOrd="1" destOrd="0" presId="urn:microsoft.com/office/officeart/2018/2/layout/IconLabelList"/>
    <dgm:cxn modelId="{1F034C8F-9F48-4413-B7E7-BD4A8DE93499}" type="presParOf" srcId="{D81C4C9B-03AE-4A03-A955-F504D3C30938}" destId="{921BAA63-F91F-4DCE-98C2-8BBD8F7829B7}" srcOrd="2" destOrd="0" presId="urn:microsoft.com/office/officeart/2018/2/layout/IconLabelList"/>
    <dgm:cxn modelId="{9658EEEF-39D3-440B-8A43-2276B84BF5A3}" type="presParOf" srcId="{78683073-09E7-4749-86C7-7DD2A1D56635}" destId="{220F1186-D9A6-4342-BCB6-F1091A777520}" srcOrd="5" destOrd="0" presId="urn:microsoft.com/office/officeart/2018/2/layout/IconLabelList"/>
    <dgm:cxn modelId="{C610DFFE-942D-49E8-9F9C-3861D207D088}" type="presParOf" srcId="{78683073-09E7-4749-86C7-7DD2A1D56635}" destId="{98E244FC-167A-4FA0-B8B6-AC3C023EDD7E}" srcOrd="6" destOrd="0" presId="urn:microsoft.com/office/officeart/2018/2/layout/IconLabelList"/>
    <dgm:cxn modelId="{6B5F86BD-1085-4537-9A05-EBC983FF8211}" type="presParOf" srcId="{98E244FC-167A-4FA0-B8B6-AC3C023EDD7E}" destId="{8F8D47E9-345A-4479-899C-3626592DE20B}" srcOrd="0" destOrd="0" presId="urn:microsoft.com/office/officeart/2018/2/layout/IconLabelList"/>
    <dgm:cxn modelId="{D94267BE-C0C0-41EB-BB0C-F22B30E061DA}" type="presParOf" srcId="{98E244FC-167A-4FA0-B8B6-AC3C023EDD7E}" destId="{1C549DBF-2962-472B-87B7-78E5EA903263}" srcOrd="1" destOrd="0" presId="urn:microsoft.com/office/officeart/2018/2/layout/IconLabelList"/>
    <dgm:cxn modelId="{387A21B4-F086-47B6-A495-EA5CCCD32F84}" type="presParOf" srcId="{98E244FC-167A-4FA0-B8B6-AC3C023EDD7E}" destId="{F2E68641-6337-4BEF-A6BD-99A28926E7A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A59DE0-2312-445E-A46A-F9838C4E0DDC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17F11B-4ACD-413B-83B3-AD28F860B51B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FC796-49A4-48C7-800B-7DED9A5564B1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Modalidad: Streaming (en directo).</a:t>
          </a:r>
        </a:p>
      </dsp:txBody>
      <dsp:txXfrm>
        <a:off x="1330115" y="659889"/>
        <a:ext cx="2546008" cy="1080124"/>
      </dsp:txXfrm>
    </dsp:sp>
    <dsp:sp modelId="{588C5869-1CBF-4859-8E88-8B76B0F91D3D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B1B72C-7FB4-474F-AD50-CDE19BBFD041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873B3-8B12-4650-B5E9-CF82CEB0C751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El profesor realiza las prácticas en tiempo real.</a:t>
          </a:r>
        </a:p>
      </dsp:txBody>
      <dsp:txXfrm>
        <a:off x="5631327" y="659889"/>
        <a:ext cx="2546008" cy="1080124"/>
      </dsp:txXfrm>
    </dsp:sp>
    <dsp:sp modelId="{6D69669F-00DB-4AEB-9F54-5827F393622B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C3CDA9-C667-45F6-A4CC-46388C162168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4DBF0-EFDD-4D9C-B56F-5BD966A624BD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Los alumnos realizan los ejercicios de forma autónoma.</a:t>
          </a:r>
        </a:p>
      </dsp:txBody>
      <dsp:txXfrm>
        <a:off x="1330115" y="2452790"/>
        <a:ext cx="2546008" cy="1080124"/>
      </dsp:txXfrm>
    </dsp:sp>
    <dsp:sp modelId="{D34F2965-1782-460D-8E53-511160E0E240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A964F4-6260-4BE3-8994-34138C1DE5C3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ABD33-42C3-4827-BF48-59081E7F7592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 facilitarán scripts, materiales y soluciones.</a:t>
          </a:r>
        </a:p>
      </dsp:txBody>
      <dsp:txXfrm>
        <a:off x="5631327" y="2452790"/>
        <a:ext cx="2546008" cy="10801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C35C2C-6D1C-47FD-A78C-02E9D827FBA6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Introducción y diferencias con cmd</a:t>
          </a:r>
        </a:p>
      </dsp:txBody>
      <dsp:txXfrm>
        <a:off x="0" y="431616"/>
        <a:ext cx="2561209" cy="1536725"/>
      </dsp:txXfrm>
    </dsp:sp>
    <dsp:sp modelId="{53336526-EDBA-4E53-AD1A-15F9287938F9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Cmdlets, help, pipeline</a:t>
          </a:r>
        </a:p>
      </dsp:txBody>
      <dsp:txXfrm>
        <a:off x="2817330" y="431616"/>
        <a:ext cx="2561209" cy="1536725"/>
      </dsp:txXfrm>
    </dsp:sp>
    <dsp:sp modelId="{53E9332B-0E4F-40F3-91DD-ED9714C4F7D8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Variables y tipos de datos</a:t>
          </a:r>
        </a:p>
      </dsp:txBody>
      <dsp:txXfrm>
        <a:off x="5634661" y="431616"/>
        <a:ext cx="2561209" cy="1536725"/>
      </dsp:txXfrm>
    </dsp:sp>
    <dsp:sp modelId="{ABA4FC85-B2C5-423A-899F-52A7AC615762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Estructuras de control</a:t>
          </a:r>
        </a:p>
      </dsp:txBody>
      <dsp:txXfrm>
        <a:off x="1408665" y="2224462"/>
        <a:ext cx="2561209" cy="1536725"/>
      </dsp:txXfrm>
    </dsp:sp>
    <dsp:sp modelId="{F23608F4-4065-4CCB-9407-6BD94CEFD147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Funciones y primeros scripts</a:t>
          </a:r>
        </a:p>
      </dsp:txBody>
      <dsp:txXfrm>
        <a:off x="4225995" y="2224462"/>
        <a:ext cx="2561209" cy="15367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0EBDC0-1FBB-4F67-83FC-F01726AC9E62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3CB7BF-C484-49C5-87B7-22C8381362B6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219985-47A2-4E97-A7B2-8AA5D577428B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- Gestión de archivos y carpetas</a:t>
          </a:r>
        </a:p>
      </dsp:txBody>
      <dsp:txXfrm>
        <a:off x="25435" y="2456402"/>
        <a:ext cx="1800000" cy="720000"/>
      </dsp:txXfrm>
    </dsp:sp>
    <dsp:sp modelId="{31DD1D27-CBB2-4886-B275-E830C8ECBFBC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7630CE-12C8-4940-8349-9F1688EAEAA2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9A4F47-3E81-45D5-A4AC-C225BC25128F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- Filtrado y búsqueda de información</a:t>
          </a:r>
        </a:p>
      </dsp:txBody>
      <dsp:txXfrm>
        <a:off x="2140435" y="2456402"/>
        <a:ext cx="1800000" cy="720000"/>
      </dsp:txXfrm>
    </dsp:sp>
    <dsp:sp modelId="{9A2036D6-B7C8-4A45-B8B2-EB9AF63AE121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7AEA4C-01DC-4299-93ED-485C9E7A19D6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0253F-75BC-4BE3-872C-313C1511AE28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- Manejo de procesos y servicios</a:t>
          </a:r>
        </a:p>
      </dsp:txBody>
      <dsp:txXfrm>
        <a:off x="4255435" y="2456402"/>
        <a:ext cx="1800000" cy="720000"/>
      </dsp:txXfrm>
    </dsp:sp>
    <dsp:sp modelId="{82F7D179-7A7B-4384-87B0-42753E6B94AF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C83DFF-4224-4832-81EA-1F19ED550AE3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C8C40B-A4DA-4BDF-81E8-0415F5D7DD4A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- Exportación a CSV, JSON y texto</a:t>
          </a:r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18DD8-9AFA-47CA-9139-FEC217A2F5B7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24E06-AFE2-4FB6-9D66-D9AEF449372D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160366-F564-4A02-BE0B-804352552F5F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- Conectividad y adaptadores</a:t>
          </a:r>
        </a:p>
      </dsp:txBody>
      <dsp:txXfrm>
        <a:off x="25435" y="2456402"/>
        <a:ext cx="1800000" cy="720000"/>
      </dsp:txXfrm>
    </dsp:sp>
    <dsp:sp modelId="{535B356A-E3A3-43A8-A9BA-3DB526DB5A2E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8FC4F7-EC64-492F-8311-5CB7273585C0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F17C8-DC0D-490D-A7EE-BCFC82A9BC70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- Logs del sistema</a:t>
          </a:r>
        </a:p>
      </dsp:txBody>
      <dsp:txXfrm>
        <a:off x="2140435" y="2456402"/>
        <a:ext cx="1800000" cy="720000"/>
      </dsp:txXfrm>
    </dsp:sp>
    <dsp:sp modelId="{6571D257-42CA-4732-BC48-49A29209B827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270E83-E6F1-4DBF-B699-0EC6B5237855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CEB183-322D-4949-8087-83FB23C09DEE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- Registro y exportación de eventos</a:t>
          </a:r>
        </a:p>
      </dsp:txBody>
      <dsp:txXfrm>
        <a:off x="4255435" y="2456402"/>
        <a:ext cx="1800000" cy="720000"/>
      </dsp:txXfrm>
    </dsp:sp>
    <dsp:sp modelId="{FA7B5E38-8B39-4871-91A8-D02958FD7778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2BBA52-3140-427A-BB00-3831C626176A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BFC5C-BB25-4EA4-B32D-5AA83CECE27C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- Programación de tareas automáticas</a:t>
          </a:r>
        </a:p>
      </dsp:txBody>
      <dsp:txXfrm>
        <a:off x="6370435" y="24564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FD5ACA-6784-4631-9F58-A23A192D973C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27B71-CFB9-4447-980A-123221130F0C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475E6-0D9D-4DC9-8E1D-8749F33E0970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- Gestión de permisos con icacls</a:t>
          </a:r>
        </a:p>
      </dsp:txBody>
      <dsp:txXfrm>
        <a:off x="46529" y="2703902"/>
        <a:ext cx="2418750" cy="720000"/>
      </dsp:txXfrm>
    </dsp:sp>
    <dsp:sp modelId="{71545806-DCDB-4984-8F4C-EFED27DB3CB3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83BC2E-B435-4DDE-B7C3-80C52518AFAA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128A7D-250B-4AB8-AE6C-5E71DBC0F291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- Creación de usuarios locales</a:t>
          </a:r>
        </a:p>
      </dsp:txBody>
      <dsp:txXfrm>
        <a:off x="2888560" y="2703902"/>
        <a:ext cx="2418750" cy="720000"/>
      </dsp:txXfrm>
    </dsp:sp>
    <dsp:sp modelId="{B95E8DBE-F8C9-4531-8400-A1E33D0D744E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AAEBC8-A395-4E5F-A45E-ABE737D67585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1910A-E19E-41EA-82EA-BAA1646C94FC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- Introducción a Active Directory (RSAT)</a:t>
          </a:r>
        </a:p>
      </dsp:txBody>
      <dsp:txXfrm>
        <a:off x="5730591" y="2703902"/>
        <a:ext cx="241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28FFB9-7582-4855-9876-FBB1C9DC57DA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4B352-CB73-44E8-A072-B7E35AEEE4EF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PowerShell 5.1 o superior</a:t>
          </a:r>
        </a:p>
      </dsp:txBody>
      <dsp:txXfrm>
        <a:off x="25435" y="2276522"/>
        <a:ext cx="1800000" cy="720000"/>
      </dsp:txXfrm>
    </dsp:sp>
    <dsp:sp modelId="{22DA401C-81E6-438F-BDC1-B9985A5AE035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C02802-E0A2-48AF-82C2-F2E5BCB97DA9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Sistema operativo Windows (preferente)</a:t>
          </a:r>
        </a:p>
      </dsp:txBody>
      <dsp:txXfrm>
        <a:off x="2140435" y="2276522"/>
        <a:ext cx="1800000" cy="720000"/>
      </dsp:txXfrm>
    </dsp:sp>
    <dsp:sp modelId="{41D35510-F2AF-4011-824D-238FF424CE51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1BAA63-F91F-4DCE-98C2-8BBD8F7829B7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Editor: PowerShell ISE o Visual Studio Code</a:t>
          </a:r>
        </a:p>
      </dsp:txBody>
      <dsp:txXfrm>
        <a:off x="4255435" y="2276522"/>
        <a:ext cx="1800000" cy="720000"/>
      </dsp:txXfrm>
    </dsp:sp>
    <dsp:sp modelId="{8F8D47E9-345A-4479-899C-3626592DE20B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E68641-6337-4BEF-A6BD-99A28926E7AD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Material de apoyo proporcionado por el profesor</a:t>
          </a:r>
        </a:p>
      </dsp:txBody>
      <dsp:txXfrm>
        <a:off x="6370435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249FAFD5-F889-C08C-9E2C-1657E39E29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10999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19465" y="-2819458"/>
            <a:ext cx="3512260" cy="9151192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137434"/>
            <a:ext cx="5850495" cy="1520987"/>
          </a:xfrm>
        </p:spPr>
        <p:txBody>
          <a:bodyPr anchor="t">
            <a:normAutofit/>
          </a:bodyPr>
          <a:lstStyle/>
          <a:p>
            <a:pPr algn="l"/>
            <a:r>
              <a:rPr lang="es-ES" sz="3500">
                <a:solidFill>
                  <a:srgbClr val="FFFFFF"/>
                </a:solidFill>
              </a:rPr>
              <a:t>Curso de PowerShell</a:t>
            </a:r>
          </a:p>
          <a:p>
            <a:pPr algn="l"/>
            <a:r>
              <a:rPr lang="es-ES" sz="3500">
                <a:solidFill>
                  <a:srgbClr val="FFFFFF"/>
                </a:solidFill>
              </a:rPr>
              <a:t>Programación y Administración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55769" y="1075816"/>
            <a:ext cx="2425271" cy="9151191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4293441"/>
            <a:ext cx="4721499" cy="1588514"/>
          </a:xfrm>
        </p:spPr>
        <p:txBody>
          <a:bodyPr anchor="b">
            <a:normAutofit/>
          </a:bodyPr>
          <a:lstStyle/>
          <a:p>
            <a:pPr algn="l"/>
            <a:r>
              <a:rPr lang="es-ES" sz="1600" dirty="0">
                <a:solidFill>
                  <a:srgbClr val="FFFFFF"/>
                </a:solidFill>
              </a:rPr>
              <a:t>Duración: 15 horas · Modalidad: </a:t>
            </a:r>
            <a:r>
              <a:rPr lang="es-ES" sz="1600" dirty="0" err="1">
                <a:solidFill>
                  <a:srgbClr val="FFFFFF"/>
                </a:solidFill>
              </a:rPr>
              <a:t>Streaming</a:t>
            </a:r>
            <a:endParaRPr lang="es-ES" sz="1600" dirty="0">
              <a:solidFill>
                <a:srgbClr val="FFFFFF"/>
              </a:solidFill>
            </a:endParaRPr>
          </a:p>
          <a:p>
            <a:pPr algn="l"/>
            <a:r>
              <a:rPr lang="es-ES" sz="1600" dirty="0">
                <a:solidFill>
                  <a:srgbClr val="FFFFFF"/>
                </a:solidFill>
              </a:rPr>
              <a:t>Profesor: Alberto Ruiz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 descr="Logotipo&#10;&#10;El contenido generado por IA puede ser incorrecto.">
            <a:extLst>
              <a:ext uri="{FF2B5EF4-FFF2-40B4-BE49-F238E27FC236}">
                <a16:creationId xmlns:a16="http://schemas.microsoft.com/office/drawing/2014/main" id="{9E596021-507D-4B99-C1A3-9F8AFDB9F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105" y="6094378"/>
            <a:ext cx="1438652" cy="624401"/>
          </a:xfrm>
          <a:prstGeom prst="rect">
            <a:avLst/>
          </a:prstGeom>
        </p:spPr>
      </p:pic>
      <p:pic>
        <p:nvPicPr>
          <p:cNvPr id="8" name="Imagen 7" descr="Imagen que contiene cuarto&#10;&#10;El contenido generado por IA puede ser incorrecto.">
            <a:extLst>
              <a:ext uri="{FF2B5EF4-FFF2-40B4-BE49-F238E27FC236}">
                <a16:creationId xmlns:a16="http://schemas.microsoft.com/office/drawing/2014/main" id="{6F54F589-69DF-090B-91F1-4912E45BF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043" y="6102393"/>
            <a:ext cx="1329442" cy="642564"/>
          </a:xfrm>
          <a:prstGeom prst="rect">
            <a:avLst/>
          </a:prstGeom>
        </p:spPr>
      </p:pic>
      <p:pic>
        <p:nvPicPr>
          <p:cNvPr id="12" name="Imagen 1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5C6EEECA-91E3-5816-3AEC-37B0E4BEF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757" y="6108647"/>
            <a:ext cx="1199703" cy="2979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Objetivos del curso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Conocer la sintaxis básica de PowerShell.</a:t>
            </a:r>
          </a:p>
          <a:p>
            <a:r>
              <a:rPr lang="es-ES" sz="1700"/>
              <a:t>Automatizar tareas administrativas en Windows.</a:t>
            </a:r>
          </a:p>
          <a:p>
            <a:r>
              <a:rPr lang="es-ES" sz="1700"/>
              <a:t>Gestionar archivos, procesos y servicios del sistema.</a:t>
            </a:r>
          </a:p>
          <a:p>
            <a:r>
              <a:rPr lang="es-ES" sz="1700"/>
              <a:t>Monitorizar eventos y tareas programadas.</a:t>
            </a:r>
          </a:p>
          <a:p>
            <a:r>
              <a:rPr lang="es-ES" sz="1700"/>
              <a:t>Aplicar prácticas básicas de seguridad con scripts.</a:t>
            </a:r>
          </a:p>
        </p:txBody>
      </p:sp>
      <p:pic>
        <p:nvPicPr>
          <p:cNvPr id="5" name="Picture 4" descr="Una pared cubierta con notas adhesivas.">
            <a:extLst>
              <a:ext uri="{FF2B5EF4-FFF2-40B4-BE49-F238E27FC236}">
                <a16:creationId xmlns:a16="http://schemas.microsoft.com/office/drawing/2014/main" id="{B7394140-E851-030D-A0F2-2FE5B1B4A2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55" r="31365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Metodología del curso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554D21-92D4-6B1E-032B-410CE180D5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068968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Bloque 1: Fundamentos de PowerShell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7FAF87-786D-FA97-0B88-4DB691ECA6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344038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Bloque 2: Archivos, procesos y servicios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099D5D-9B04-D535-A529-DCFE2A5279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7703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000">
                <a:solidFill>
                  <a:srgbClr val="FFFFFF"/>
                </a:solidFill>
              </a:rPr>
              <a:t>Bloque 3: Red, eventos y tareas programadas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B3423E-0BBE-F556-B91B-D344050166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58476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700">
                <a:solidFill>
                  <a:srgbClr val="FFFFFF"/>
                </a:solidFill>
              </a:rPr>
              <a:t>Bloque 4: Seguridad y administración de usuarios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4FEA76-5D50-EEA8-2894-3C40703B09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63630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Recursos y requisitos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D08FD2-1B1A-C14C-09EB-7B9C5AEC90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63245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247</Words>
  <Application>Microsoft Office PowerPoint</Application>
  <PresentationFormat>Presentación en pantalla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Curso de PowerShell Programación y Administración</vt:lpstr>
      <vt:lpstr>Objetivos del curso</vt:lpstr>
      <vt:lpstr>Metodología del curso</vt:lpstr>
      <vt:lpstr>Bloque 1: Fundamentos de PowerShell</vt:lpstr>
      <vt:lpstr>Bloque 2: Archivos, procesos y servicios</vt:lpstr>
      <vt:lpstr>Bloque 3: Red, eventos y tareas programadas</vt:lpstr>
      <vt:lpstr>Bloque 4: Seguridad y administración de usuarios</vt:lpstr>
      <vt:lpstr>Recursos y requisitos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2025-07-30T15:47:51Z</dcterms:modified>
  <cp:category/>
</cp:coreProperties>
</file>