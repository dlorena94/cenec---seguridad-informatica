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3" r:id="rId37"/>
    <p:sldId id="291" r:id="rId38"/>
    <p:sldId id="292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A6CBF3-C27C-49B7-892F-FD8A48A1F59E}" v="1" dt="2025-10-06T17:40:09.9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58" y="54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9743E567-337F-4C21-A62A-0C7FCC4B4E77}"/>
    <pc:docChg chg="custSel addSld modSld">
      <pc:chgData name="Alberto Ruiz" userId="47fa91d207cfb014" providerId="LiveId" clId="{9743E567-337F-4C21-A62A-0C7FCC4B4E77}" dt="2025-10-05T11:17:45.203" v="21" actId="478"/>
      <pc:docMkLst>
        <pc:docMk/>
      </pc:docMkLst>
      <pc:sldChg chg="delSp modSp new mod">
        <pc:chgData name="Alberto Ruiz" userId="47fa91d207cfb014" providerId="LiveId" clId="{9743E567-337F-4C21-A62A-0C7FCC4B4E77}" dt="2025-10-05T11:17:45.203" v="21" actId="478"/>
        <pc:sldMkLst>
          <pc:docMk/>
          <pc:sldMk cId="72232670" sldId="293"/>
        </pc:sldMkLst>
        <pc:spChg chg="mod">
          <ac:chgData name="Alberto Ruiz" userId="47fa91d207cfb014" providerId="LiveId" clId="{9743E567-337F-4C21-A62A-0C7FCC4B4E77}" dt="2025-10-05T11:17:20.219" v="18" actId="20577"/>
          <ac:spMkLst>
            <pc:docMk/>
            <pc:sldMk cId="72232670" sldId="293"/>
            <ac:spMk id="2" creationId="{5F3B69EE-D0C3-2258-015C-49EF93264129}"/>
          </ac:spMkLst>
        </pc:spChg>
        <pc:spChg chg="del mod">
          <ac:chgData name="Alberto Ruiz" userId="47fa91d207cfb014" providerId="LiveId" clId="{9743E567-337F-4C21-A62A-0C7FCC4B4E77}" dt="2025-10-05T11:17:45.203" v="21" actId="478"/>
          <ac:spMkLst>
            <pc:docMk/>
            <pc:sldMk cId="72232670" sldId="293"/>
            <ac:spMk id="3" creationId="{CD025D9A-ACE0-9D95-CCCF-DF781B7AD3D9}"/>
          </ac:spMkLst>
        </pc:spChg>
      </pc:sldChg>
    </pc:docChg>
  </pc:docChgLst>
  <pc:docChgLst>
    <pc:chgData name="Alberto Ruiz" userId="47fa91d207cfb014" providerId="LiveId" clId="{85FEFC20-368C-4804-AF35-776ECB9C6605}"/>
    <pc:docChg chg="custSel addSld delSld modSld">
      <pc:chgData name="Alberto Ruiz" userId="47fa91d207cfb014" providerId="LiveId" clId="{85FEFC20-368C-4804-AF35-776ECB9C6605}" dt="2025-10-06T17:41:10.312" v="161" actId="14100"/>
      <pc:docMkLst>
        <pc:docMk/>
      </pc:docMkLst>
      <pc:sldChg chg="addSp modSp mod modMedia setBg">
        <pc:chgData name="Alberto Ruiz" userId="47fa91d207cfb014" providerId="LiveId" clId="{85FEFC20-368C-4804-AF35-776ECB9C6605}" dt="2025-10-05T15:53:14.097" v="128"/>
        <pc:sldMkLst>
          <pc:docMk/>
          <pc:sldMk cId="0" sldId="256"/>
        </pc:sldMkLst>
        <pc:spChg chg="mod">
          <ac:chgData name="Alberto Ruiz" userId="47fa91d207cfb014" providerId="LiveId" clId="{85FEFC20-368C-4804-AF35-776ECB9C6605}" dt="2025-09-10T07:16:22.136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6:22.136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6:22.136" v="0" actId="26606"/>
          <ac:spMkLst>
            <pc:docMk/>
            <pc:sldMk cId="0" sldId="256"/>
            <ac:spMk id="9" creationId="{C1DD1A8A-57D5-4A81-AD04-532B043C5611}"/>
          </ac:spMkLst>
        </pc:spChg>
        <pc:spChg chg="add">
          <ac:chgData name="Alberto Ruiz" userId="47fa91d207cfb014" providerId="LiveId" clId="{85FEFC20-368C-4804-AF35-776ECB9C6605}" dt="2025-09-10T07:16:22.136" v="0" actId="26606"/>
          <ac:spMkLst>
            <pc:docMk/>
            <pc:sldMk cId="0" sldId="256"/>
            <ac:spMk id="11" creationId="{007891EC-4501-44ED-A8C8-B11B6DB767AB}"/>
          </ac:spMkLst>
        </pc:spChg>
        <pc:picChg chg="add mod">
          <ac:chgData name="Alberto Ruiz" userId="47fa91d207cfb014" providerId="LiveId" clId="{85FEFC20-368C-4804-AF35-776ECB9C6605}" dt="2025-10-05T15:53:14.097" v="128"/>
          <ac:picMkLst>
            <pc:docMk/>
            <pc:sldMk cId="0" sldId="256"/>
            <ac:picMk id="4" creationId="{576A1BFC-2181-CFE8-7303-B58BB2CF429D}"/>
          </ac:picMkLst>
        </pc:picChg>
        <pc:picChg chg="add mod">
          <ac:chgData name="Alberto Ruiz" userId="47fa91d207cfb014" providerId="LiveId" clId="{85FEFC20-368C-4804-AF35-776ECB9C6605}" dt="2025-09-10T07:16:22.967" v="2"/>
          <ac:picMkLst>
            <pc:docMk/>
            <pc:sldMk cId="0" sldId="256"/>
            <ac:picMk id="5" creationId="{F377370E-AF15-2CB6-15EB-D3122E509D2B}"/>
          </ac:picMkLst>
        </pc:picChg>
        <pc:picChg chg="add mod">
          <ac:chgData name="Alberto Ruiz" userId="47fa91d207cfb014" providerId="LiveId" clId="{85FEFC20-368C-4804-AF35-776ECB9C6605}" dt="2025-10-05T15:53:14.097" v="128"/>
          <ac:picMkLst>
            <pc:docMk/>
            <pc:sldMk cId="0" sldId="256"/>
            <ac:picMk id="6" creationId="{A4D19130-49F7-CE43-4CD1-2B32375B31C4}"/>
          </ac:picMkLst>
        </pc:picChg>
      </pc:sldChg>
      <pc:sldChg chg="addSp delSp modSp mod setBg">
        <pc:chgData name="Alberto Ruiz" userId="47fa91d207cfb014" providerId="LiveId" clId="{85FEFC20-368C-4804-AF35-776ECB9C6605}" dt="2025-09-10T07:16:37.468" v="3" actId="26606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5-09-10T07:16:37.468" v="3" actId="26606"/>
          <ac:spMkLst>
            <pc:docMk/>
            <pc:sldMk cId="0" sldId="257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6:37.468" v="3" actId="26606"/>
          <ac:spMkLst>
            <pc:docMk/>
            <pc:sldMk cId="0" sldId="257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6:37.468" v="3" actId="26606"/>
          <ac:spMkLst>
            <pc:docMk/>
            <pc:sldMk cId="0" sldId="257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6:37.468" v="3" actId="26606"/>
          <ac:spMkLst>
            <pc:docMk/>
            <pc:sldMk cId="0" sldId="257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6:37.468" v="3" actId="26606"/>
          <ac:spMkLst>
            <pc:docMk/>
            <pc:sldMk cId="0" sldId="257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6:37.468" v="3" actId="26606"/>
          <ac:grpSpMkLst>
            <pc:docMk/>
            <pc:sldMk cId="0" sldId="257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6:37.468" v="3" actId="26606"/>
          <ac:grpSpMkLst>
            <pc:docMk/>
            <pc:sldMk cId="0" sldId="257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6:37.468" v="3" actId="26606"/>
          <ac:graphicFrameMkLst>
            <pc:docMk/>
            <pc:sldMk cId="0" sldId="257"/>
            <ac:graphicFrameMk id="5" creationId="{0B8FFE01-054D-7877-0811-404A99CF56E0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6:45.170" v="4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5-09-10T07:16:45.170" v="4" actId="26606"/>
          <ac:spMkLst>
            <pc:docMk/>
            <pc:sldMk cId="0" sldId="258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6:45.170" v="4" actId="26606"/>
          <ac:spMkLst>
            <pc:docMk/>
            <pc:sldMk cId="0" sldId="258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6:45.170" v="4" actId="26606"/>
          <ac:spMkLst>
            <pc:docMk/>
            <pc:sldMk cId="0" sldId="258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6:45.170" v="4" actId="26606"/>
          <ac:spMkLst>
            <pc:docMk/>
            <pc:sldMk cId="0" sldId="258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6:45.170" v="4" actId="26606"/>
          <ac:spMkLst>
            <pc:docMk/>
            <pc:sldMk cId="0" sldId="258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6:45.170" v="4" actId="26606"/>
          <ac:grpSpMkLst>
            <pc:docMk/>
            <pc:sldMk cId="0" sldId="258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6:45.170" v="4" actId="26606"/>
          <ac:grpSpMkLst>
            <pc:docMk/>
            <pc:sldMk cId="0" sldId="258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6:45.170" v="4" actId="26606"/>
          <ac:graphicFrameMkLst>
            <pc:docMk/>
            <pc:sldMk cId="0" sldId="258"/>
            <ac:graphicFrameMk id="5" creationId="{03BCF50F-94FC-670D-5A68-2C0296E3D2D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6:50.740" v="5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5-09-10T07:16:50.740" v="5" actId="26606"/>
          <ac:spMkLst>
            <pc:docMk/>
            <pc:sldMk cId="0" sldId="25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6:50.740" v="5" actId="26606"/>
          <ac:spMkLst>
            <pc:docMk/>
            <pc:sldMk cId="0" sldId="25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6:50.740" v="5" actId="26606"/>
          <ac:spMkLst>
            <pc:docMk/>
            <pc:sldMk cId="0" sldId="25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6:50.740" v="5" actId="26606"/>
          <ac:spMkLst>
            <pc:docMk/>
            <pc:sldMk cId="0" sldId="25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6:50.740" v="5" actId="26606"/>
          <ac:spMkLst>
            <pc:docMk/>
            <pc:sldMk cId="0" sldId="25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6:50.740" v="5" actId="26606"/>
          <ac:grpSpMkLst>
            <pc:docMk/>
            <pc:sldMk cId="0" sldId="25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6:50.740" v="5" actId="26606"/>
          <ac:grpSpMkLst>
            <pc:docMk/>
            <pc:sldMk cId="0" sldId="25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6:50.740" v="5" actId="26606"/>
          <ac:graphicFrameMkLst>
            <pc:docMk/>
            <pc:sldMk cId="0" sldId="259"/>
            <ac:graphicFrameMk id="5" creationId="{DD0F4A53-F7A1-435C-9DBC-C8FE297CF725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28:28.745" v="77" actId="20577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5-09-10T07:16:56.997" v="6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6:56.997" v="6" actId="26606"/>
          <ac:spMkLst>
            <pc:docMk/>
            <pc:sldMk cId="0" sldId="26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6:56.997" v="6" actId="26606"/>
          <ac:spMkLst>
            <pc:docMk/>
            <pc:sldMk cId="0" sldId="26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6:56.997" v="6" actId="26606"/>
          <ac:spMkLst>
            <pc:docMk/>
            <pc:sldMk cId="0" sldId="26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6:56.997" v="6" actId="26606"/>
          <ac:spMkLst>
            <pc:docMk/>
            <pc:sldMk cId="0" sldId="26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6:56.997" v="6" actId="26606"/>
          <ac:grpSpMkLst>
            <pc:docMk/>
            <pc:sldMk cId="0" sldId="26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6:56.997" v="6" actId="26606"/>
          <ac:grpSpMkLst>
            <pc:docMk/>
            <pc:sldMk cId="0" sldId="260"/>
            <ac:grpSpMk id="21" creationId="{AF9AF3F3-CE0C-4125-BDD7-346487FA0B40}"/>
          </ac:grpSpMkLst>
        </pc:grpChg>
        <pc:graphicFrameChg chg="add modGraphic">
          <ac:chgData name="Alberto Ruiz" userId="47fa91d207cfb014" providerId="LiveId" clId="{85FEFC20-368C-4804-AF35-776ECB9C6605}" dt="2025-09-10T07:28:28.745" v="77" actId="20577"/>
          <ac:graphicFrameMkLst>
            <pc:docMk/>
            <pc:sldMk cId="0" sldId="260"/>
            <ac:graphicFrameMk id="5" creationId="{5D1A35FA-B704-D9E9-C30C-E3DBACA19770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01.578" v="7" actId="2660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5-09-10T07:17:01.578" v="7" actId="26606"/>
          <ac:spMkLst>
            <pc:docMk/>
            <pc:sldMk cId="0" sldId="26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01.578" v="7" actId="26606"/>
          <ac:spMkLst>
            <pc:docMk/>
            <pc:sldMk cId="0" sldId="26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01.578" v="7" actId="26606"/>
          <ac:spMkLst>
            <pc:docMk/>
            <pc:sldMk cId="0" sldId="26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01.578" v="7" actId="26606"/>
          <ac:spMkLst>
            <pc:docMk/>
            <pc:sldMk cId="0" sldId="26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01.578" v="7" actId="26606"/>
          <ac:spMkLst>
            <pc:docMk/>
            <pc:sldMk cId="0" sldId="26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01.578" v="7" actId="26606"/>
          <ac:grpSpMkLst>
            <pc:docMk/>
            <pc:sldMk cId="0" sldId="26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01.578" v="7" actId="26606"/>
          <ac:grpSpMkLst>
            <pc:docMk/>
            <pc:sldMk cId="0" sldId="261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01.578" v="7" actId="26606"/>
          <ac:graphicFrameMkLst>
            <pc:docMk/>
            <pc:sldMk cId="0" sldId="261"/>
            <ac:graphicFrameMk id="5" creationId="{0BAFF6C5-DC4E-E69D-F5C7-4FC46F308E9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43:44.739" v="127" actId="20577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5-09-10T07:17:05.041" v="8" actId="26606"/>
          <ac:spMkLst>
            <pc:docMk/>
            <pc:sldMk cId="0" sldId="26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05.041" v="8" actId="26606"/>
          <ac:spMkLst>
            <pc:docMk/>
            <pc:sldMk cId="0" sldId="26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05.041" v="8" actId="26606"/>
          <ac:spMkLst>
            <pc:docMk/>
            <pc:sldMk cId="0" sldId="26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05.041" v="8" actId="26606"/>
          <ac:spMkLst>
            <pc:docMk/>
            <pc:sldMk cId="0" sldId="26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05.041" v="8" actId="26606"/>
          <ac:spMkLst>
            <pc:docMk/>
            <pc:sldMk cId="0" sldId="26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05.041" v="8" actId="26606"/>
          <ac:grpSpMkLst>
            <pc:docMk/>
            <pc:sldMk cId="0" sldId="26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05.041" v="8" actId="26606"/>
          <ac:grpSpMkLst>
            <pc:docMk/>
            <pc:sldMk cId="0" sldId="262"/>
            <ac:grpSpMk id="21" creationId="{AF9AF3F3-CE0C-4125-BDD7-346487FA0B40}"/>
          </ac:grpSpMkLst>
        </pc:grpChg>
        <pc:graphicFrameChg chg="add mod modGraphic">
          <ac:chgData name="Alberto Ruiz" userId="47fa91d207cfb014" providerId="LiveId" clId="{85FEFC20-368C-4804-AF35-776ECB9C6605}" dt="2025-09-10T07:43:44.739" v="127" actId="20577"/>
          <ac:graphicFrameMkLst>
            <pc:docMk/>
            <pc:sldMk cId="0" sldId="262"/>
            <ac:graphicFrameMk id="5" creationId="{A0B1AB5C-79D8-EC27-B038-671BD66C611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09.935" v="9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5-09-10T07:17:09.935" v="9" actId="26606"/>
          <ac:spMkLst>
            <pc:docMk/>
            <pc:sldMk cId="0" sldId="263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09.935" v="9" actId="26606"/>
          <ac:spMkLst>
            <pc:docMk/>
            <pc:sldMk cId="0" sldId="263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09.935" v="9" actId="26606"/>
          <ac:spMkLst>
            <pc:docMk/>
            <pc:sldMk cId="0" sldId="263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09.935" v="9" actId="26606"/>
          <ac:spMkLst>
            <pc:docMk/>
            <pc:sldMk cId="0" sldId="263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09.935" v="9" actId="26606"/>
          <ac:spMkLst>
            <pc:docMk/>
            <pc:sldMk cId="0" sldId="263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09.935" v="9" actId="26606"/>
          <ac:grpSpMkLst>
            <pc:docMk/>
            <pc:sldMk cId="0" sldId="263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09.935" v="9" actId="26606"/>
          <ac:grpSpMkLst>
            <pc:docMk/>
            <pc:sldMk cId="0" sldId="263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09.935" v="9" actId="26606"/>
          <ac:graphicFrameMkLst>
            <pc:docMk/>
            <pc:sldMk cId="0" sldId="263"/>
            <ac:graphicFrameMk id="5" creationId="{DEF32326-DB2F-5EB6-8B67-FCA9A81BBF72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15.780" v="10" actId="26606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5-09-10T07:17:15.780" v="10" actId="26606"/>
          <ac:spMkLst>
            <pc:docMk/>
            <pc:sldMk cId="0" sldId="264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15.780" v="10" actId="26606"/>
          <ac:spMkLst>
            <pc:docMk/>
            <pc:sldMk cId="0" sldId="264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15.780" v="10" actId="26606"/>
          <ac:spMkLst>
            <pc:docMk/>
            <pc:sldMk cId="0" sldId="264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15.780" v="10" actId="26606"/>
          <ac:spMkLst>
            <pc:docMk/>
            <pc:sldMk cId="0" sldId="264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15.780" v="10" actId="26606"/>
          <ac:spMkLst>
            <pc:docMk/>
            <pc:sldMk cId="0" sldId="264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15.780" v="10" actId="26606"/>
          <ac:grpSpMkLst>
            <pc:docMk/>
            <pc:sldMk cId="0" sldId="264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15.780" v="10" actId="26606"/>
          <ac:grpSpMkLst>
            <pc:docMk/>
            <pc:sldMk cId="0" sldId="264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15.780" v="10" actId="26606"/>
          <ac:graphicFrameMkLst>
            <pc:docMk/>
            <pc:sldMk cId="0" sldId="264"/>
            <ac:graphicFrameMk id="5" creationId="{FC578F05-2F91-57E5-94C2-F41358491F6D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20.669" v="11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5-09-10T07:17:20.669" v="11" actId="26606"/>
          <ac:spMkLst>
            <pc:docMk/>
            <pc:sldMk cId="0" sldId="265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20.669" v="11" actId="26606"/>
          <ac:spMkLst>
            <pc:docMk/>
            <pc:sldMk cId="0" sldId="265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20.669" v="11" actId="26606"/>
          <ac:spMkLst>
            <pc:docMk/>
            <pc:sldMk cId="0" sldId="265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20.669" v="11" actId="26606"/>
          <ac:spMkLst>
            <pc:docMk/>
            <pc:sldMk cId="0" sldId="265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20.669" v="11" actId="26606"/>
          <ac:spMkLst>
            <pc:docMk/>
            <pc:sldMk cId="0" sldId="265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20.669" v="11" actId="26606"/>
          <ac:grpSpMkLst>
            <pc:docMk/>
            <pc:sldMk cId="0" sldId="265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20.669" v="11" actId="26606"/>
          <ac:grpSpMkLst>
            <pc:docMk/>
            <pc:sldMk cId="0" sldId="265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20.669" v="11" actId="26606"/>
          <ac:graphicFrameMkLst>
            <pc:docMk/>
            <pc:sldMk cId="0" sldId="265"/>
            <ac:graphicFrameMk id="5" creationId="{4BFEB53A-C9A1-F3D2-FFAF-BACF1EB12795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24.548" v="12" actId="26606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5-09-10T07:17:24.548" v="12" actId="26606"/>
          <ac:spMkLst>
            <pc:docMk/>
            <pc:sldMk cId="0" sldId="266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24.548" v="12" actId="26606"/>
          <ac:spMkLst>
            <pc:docMk/>
            <pc:sldMk cId="0" sldId="266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24.548" v="12" actId="26606"/>
          <ac:spMkLst>
            <pc:docMk/>
            <pc:sldMk cId="0" sldId="266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24.548" v="12" actId="26606"/>
          <ac:spMkLst>
            <pc:docMk/>
            <pc:sldMk cId="0" sldId="266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24.548" v="12" actId="26606"/>
          <ac:spMkLst>
            <pc:docMk/>
            <pc:sldMk cId="0" sldId="266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24.548" v="12" actId="26606"/>
          <ac:grpSpMkLst>
            <pc:docMk/>
            <pc:sldMk cId="0" sldId="266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24.548" v="12" actId="26606"/>
          <ac:grpSpMkLst>
            <pc:docMk/>
            <pc:sldMk cId="0" sldId="266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24.548" v="12" actId="26606"/>
          <ac:graphicFrameMkLst>
            <pc:docMk/>
            <pc:sldMk cId="0" sldId="266"/>
            <ac:graphicFrameMk id="5" creationId="{99A782B2-8805-9DE3-80DD-16D4B350B60A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27.735" v="13" actId="26606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5-09-10T07:17:27.735" v="13" actId="26606"/>
          <ac:spMkLst>
            <pc:docMk/>
            <pc:sldMk cId="0" sldId="267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27.735" v="13" actId="26606"/>
          <ac:spMkLst>
            <pc:docMk/>
            <pc:sldMk cId="0" sldId="267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27.735" v="13" actId="26606"/>
          <ac:spMkLst>
            <pc:docMk/>
            <pc:sldMk cId="0" sldId="267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27.735" v="13" actId="26606"/>
          <ac:spMkLst>
            <pc:docMk/>
            <pc:sldMk cId="0" sldId="267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27.735" v="13" actId="26606"/>
          <ac:spMkLst>
            <pc:docMk/>
            <pc:sldMk cId="0" sldId="267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27.735" v="13" actId="26606"/>
          <ac:grpSpMkLst>
            <pc:docMk/>
            <pc:sldMk cId="0" sldId="267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27.735" v="13" actId="26606"/>
          <ac:grpSpMkLst>
            <pc:docMk/>
            <pc:sldMk cId="0" sldId="267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27.735" v="13" actId="26606"/>
          <ac:graphicFrameMkLst>
            <pc:docMk/>
            <pc:sldMk cId="0" sldId="267"/>
            <ac:graphicFrameMk id="5" creationId="{2CC435A5-E680-A771-E886-BC577B0F8BB0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41.798" v="14" actId="2660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5-09-10T07:17:41.798" v="14" actId="26606"/>
          <ac:spMkLst>
            <pc:docMk/>
            <pc:sldMk cId="0" sldId="268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41.798" v="14" actId="26606"/>
          <ac:spMkLst>
            <pc:docMk/>
            <pc:sldMk cId="0" sldId="268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41.798" v="14" actId="26606"/>
          <ac:spMkLst>
            <pc:docMk/>
            <pc:sldMk cId="0" sldId="268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41.798" v="14" actId="26606"/>
          <ac:spMkLst>
            <pc:docMk/>
            <pc:sldMk cId="0" sldId="268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41.798" v="14" actId="26606"/>
          <ac:spMkLst>
            <pc:docMk/>
            <pc:sldMk cId="0" sldId="268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41.798" v="14" actId="26606"/>
          <ac:grpSpMkLst>
            <pc:docMk/>
            <pc:sldMk cId="0" sldId="268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41.798" v="14" actId="26606"/>
          <ac:grpSpMkLst>
            <pc:docMk/>
            <pc:sldMk cId="0" sldId="268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41.798" v="14" actId="26606"/>
          <ac:graphicFrameMkLst>
            <pc:docMk/>
            <pc:sldMk cId="0" sldId="268"/>
            <ac:graphicFrameMk id="5" creationId="{678FDDEA-688B-54A0-56EB-D343228A7E6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45.470" v="15" actId="26606"/>
        <pc:sldMkLst>
          <pc:docMk/>
          <pc:sldMk cId="0" sldId="269"/>
        </pc:sldMkLst>
        <pc:spChg chg="mod">
          <ac:chgData name="Alberto Ruiz" userId="47fa91d207cfb014" providerId="LiveId" clId="{85FEFC20-368C-4804-AF35-776ECB9C6605}" dt="2025-09-10T07:17:45.470" v="15" actId="26606"/>
          <ac:spMkLst>
            <pc:docMk/>
            <pc:sldMk cId="0" sldId="26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45.470" v="15" actId="26606"/>
          <ac:spMkLst>
            <pc:docMk/>
            <pc:sldMk cId="0" sldId="26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45.470" v="15" actId="26606"/>
          <ac:spMkLst>
            <pc:docMk/>
            <pc:sldMk cId="0" sldId="26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45.470" v="15" actId="26606"/>
          <ac:spMkLst>
            <pc:docMk/>
            <pc:sldMk cId="0" sldId="26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45.470" v="15" actId="26606"/>
          <ac:spMkLst>
            <pc:docMk/>
            <pc:sldMk cId="0" sldId="26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45.470" v="15" actId="26606"/>
          <ac:grpSpMkLst>
            <pc:docMk/>
            <pc:sldMk cId="0" sldId="26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45.470" v="15" actId="26606"/>
          <ac:grpSpMkLst>
            <pc:docMk/>
            <pc:sldMk cId="0" sldId="26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45.470" v="15" actId="26606"/>
          <ac:graphicFrameMkLst>
            <pc:docMk/>
            <pc:sldMk cId="0" sldId="269"/>
            <ac:graphicFrameMk id="5" creationId="{A3A916F4-8106-2582-2095-ED6FDDF398B9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48.428" v="16" actId="26606"/>
        <pc:sldMkLst>
          <pc:docMk/>
          <pc:sldMk cId="0" sldId="270"/>
        </pc:sldMkLst>
        <pc:spChg chg="mod">
          <ac:chgData name="Alberto Ruiz" userId="47fa91d207cfb014" providerId="LiveId" clId="{85FEFC20-368C-4804-AF35-776ECB9C6605}" dt="2025-09-10T07:17:48.428" v="16" actId="26606"/>
          <ac:spMkLst>
            <pc:docMk/>
            <pc:sldMk cId="0" sldId="27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48.428" v="16" actId="26606"/>
          <ac:spMkLst>
            <pc:docMk/>
            <pc:sldMk cId="0" sldId="27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48.428" v="16" actId="26606"/>
          <ac:spMkLst>
            <pc:docMk/>
            <pc:sldMk cId="0" sldId="27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48.428" v="16" actId="26606"/>
          <ac:spMkLst>
            <pc:docMk/>
            <pc:sldMk cId="0" sldId="27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48.428" v="16" actId="26606"/>
          <ac:spMkLst>
            <pc:docMk/>
            <pc:sldMk cId="0" sldId="27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48.428" v="16" actId="26606"/>
          <ac:grpSpMkLst>
            <pc:docMk/>
            <pc:sldMk cId="0" sldId="27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48.428" v="16" actId="26606"/>
          <ac:grpSpMkLst>
            <pc:docMk/>
            <pc:sldMk cId="0" sldId="27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48.428" v="16" actId="26606"/>
          <ac:graphicFrameMkLst>
            <pc:docMk/>
            <pc:sldMk cId="0" sldId="270"/>
            <ac:graphicFrameMk id="5" creationId="{4AE01149-E915-F3EA-C8D2-15B753B0AA94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53.228" v="17" actId="26606"/>
        <pc:sldMkLst>
          <pc:docMk/>
          <pc:sldMk cId="0" sldId="271"/>
        </pc:sldMkLst>
        <pc:spChg chg="mod">
          <ac:chgData name="Alberto Ruiz" userId="47fa91d207cfb014" providerId="LiveId" clId="{85FEFC20-368C-4804-AF35-776ECB9C6605}" dt="2025-09-10T07:17:53.228" v="17" actId="26606"/>
          <ac:spMkLst>
            <pc:docMk/>
            <pc:sldMk cId="0" sldId="27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53.228" v="17" actId="26606"/>
          <ac:spMkLst>
            <pc:docMk/>
            <pc:sldMk cId="0" sldId="27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53.228" v="17" actId="26606"/>
          <ac:spMkLst>
            <pc:docMk/>
            <pc:sldMk cId="0" sldId="27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53.228" v="17" actId="26606"/>
          <ac:spMkLst>
            <pc:docMk/>
            <pc:sldMk cId="0" sldId="27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53.228" v="17" actId="26606"/>
          <ac:spMkLst>
            <pc:docMk/>
            <pc:sldMk cId="0" sldId="27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53.228" v="17" actId="26606"/>
          <ac:grpSpMkLst>
            <pc:docMk/>
            <pc:sldMk cId="0" sldId="27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53.228" v="17" actId="26606"/>
          <ac:grpSpMkLst>
            <pc:docMk/>
            <pc:sldMk cId="0" sldId="271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53.228" v="17" actId="26606"/>
          <ac:graphicFrameMkLst>
            <pc:docMk/>
            <pc:sldMk cId="0" sldId="271"/>
            <ac:graphicFrameMk id="5" creationId="{19AF5C15-CBF5-90D5-F2F5-51FFE4DEB4FF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57.905" v="18" actId="26606"/>
        <pc:sldMkLst>
          <pc:docMk/>
          <pc:sldMk cId="0" sldId="272"/>
        </pc:sldMkLst>
        <pc:spChg chg="mod">
          <ac:chgData name="Alberto Ruiz" userId="47fa91d207cfb014" providerId="LiveId" clId="{85FEFC20-368C-4804-AF35-776ECB9C6605}" dt="2025-09-10T07:17:57.905" v="18" actId="26606"/>
          <ac:spMkLst>
            <pc:docMk/>
            <pc:sldMk cId="0" sldId="27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57.905" v="18" actId="26606"/>
          <ac:spMkLst>
            <pc:docMk/>
            <pc:sldMk cId="0" sldId="27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57.905" v="18" actId="26606"/>
          <ac:spMkLst>
            <pc:docMk/>
            <pc:sldMk cId="0" sldId="27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57.905" v="18" actId="26606"/>
          <ac:spMkLst>
            <pc:docMk/>
            <pc:sldMk cId="0" sldId="27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57.905" v="18" actId="26606"/>
          <ac:spMkLst>
            <pc:docMk/>
            <pc:sldMk cId="0" sldId="27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57.905" v="18" actId="26606"/>
          <ac:grpSpMkLst>
            <pc:docMk/>
            <pc:sldMk cId="0" sldId="27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57.905" v="18" actId="26606"/>
          <ac:grpSpMkLst>
            <pc:docMk/>
            <pc:sldMk cId="0" sldId="272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57.905" v="18" actId="26606"/>
          <ac:graphicFrameMkLst>
            <pc:docMk/>
            <pc:sldMk cId="0" sldId="272"/>
            <ac:graphicFrameMk id="5" creationId="{7CAB97BA-6FF5-0EEA-F19B-2DA6736F68D8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8:02.310" v="19" actId="26606"/>
        <pc:sldMkLst>
          <pc:docMk/>
          <pc:sldMk cId="0" sldId="273"/>
        </pc:sldMkLst>
        <pc:spChg chg="mod">
          <ac:chgData name="Alberto Ruiz" userId="47fa91d207cfb014" providerId="LiveId" clId="{85FEFC20-368C-4804-AF35-776ECB9C6605}" dt="2025-09-10T07:18:02.310" v="19" actId="26606"/>
          <ac:spMkLst>
            <pc:docMk/>
            <pc:sldMk cId="0" sldId="273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02.310" v="19" actId="26606"/>
          <ac:spMkLst>
            <pc:docMk/>
            <pc:sldMk cId="0" sldId="273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02.310" v="19" actId="26606"/>
          <ac:spMkLst>
            <pc:docMk/>
            <pc:sldMk cId="0" sldId="273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02.310" v="19" actId="26606"/>
          <ac:spMkLst>
            <pc:docMk/>
            <pc:sldMk cId="0" sldId="273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02.310" v="19" actId="26606"/>
          <ac:spMkLst>
            <pc:docMk/>
            <pc:sldMk cId="0" sldId="273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02.310" v="19" actId="26606"/>
          <ac:grpSpMkLst>
            <pc:docMk/>
            <pc:sldMk cId="0" sldId="273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02.310" v="19" actId="26606"/>
          <ac:grpSpMkLst>
            <pc:docMk/>
            <pc:sldMk cId="0" sldId="273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02.310" v="19" actId="26606"/>
          <ac:graphicFrameMkLst>
            <pc:docMk/>
            <pc:sldMk cId="0" sldId="273"/>
            <ac:graphicFrameMk id="5" creationId="{7DC5E8C4-5F54-6B52-CA5F-CFDD8971E82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8:05.894" v="20" actId="26606"/>
        <pc:sldMkLst>
          <pc:docMk/>
          <pc:sldMk cId="0" sldId="274"/>
        </pc:sldMkLst>
        <pc:spChg chg="mod">
          <ac:chgData name="Alberto Ruiz" userId="47fa91d207cfb014" providerId="LiveId" clId="{85FEFC20-368C-4804-AF35-776ECB9C6605}" dt="2025-09-10T07:18:05.894" v="20" actId="26606"/>
          <ac:spMkLst>
            <pc:docMk/>
            <pc:sldMk cId="0" sldId="274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05.894" v="20" actId="26606"/>
          <ac:spMkLst>
            <pc:docMk/>
            <pc:sldMk cId="0" sldId="274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05.894" v="20" actId="26606"/>
          <ac:spMkLst>
            <pc:docMk/>
            <pc:sldMk cId="0" sldId="274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05.894" v="20" actId="26606"/>
          <ac:spMkLst>
            <pc:docMk/>
            <pc:sldMk cId="0" sldId="274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05.894" v="20" actId="26606"/>
          <ac:spMkLst>
            <pc:docMk/>
            <pc:sldMk cId="0" sldId="274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05.894" v="20" actId="26606"/>
          <ac:grpSpMkLst>
            <pc:docMk/>
            <pc:sldMk cId="0" sldId="274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05.894" v="20" actId="26606"/>
          <ac:grpSpMkLst>
            <pc:docMk/>
            <pc:sldMk cId="0" sldId="274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05.894" v="20" actId="26606"/>
          <ac:graphicFrameMkLst>
            <pc:docMk/>
            <pc:sldMk cId="0" sldId="274"/>
            <ac:graphicFrameMk id="5" creationId="{BC76CB95-588E-3822-944F-7CC40B13EE99}"/>
          </ac:graphicFrameMkLst>
        </pc:graphicFrameChg>
      </pc:sldChg>
      <pc:sldChg chg="addSp modSp mod setBg">
        <pc:chgData name="Alberto Ruiz" userId="47fa91d207cfb014" providerId="LiveId" clId="{85FEFC20-368C-4804-AF35-776ECB9C6605}" dt="2025-09-10T07:18:10.329" v="21" actId="26606"/>
        <pc:sldMkLst>
          <pc:docMk/>
          <pc:sldMk cId="0" sldId="275"/>
        </pc:sldMkLst>
        <pc:spChg chg="mod">
          <ac:chgData name="Alberto Ruiz" userId="47fa91d207cfb014" providerId="LiveId" clId="{85FEFC20-368C-4804-AF35-776ECB9C6605}" dt="2025-09-10T07:18:10.329" v="21" actId="26606"/>
          <ac:spMkLst>
            <pc:docMk/>
            <pc:sldMk cId="0" sldId="275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10.329" v="21" actId="26606"/>
          <ac:spMkLst>
            <pc:docMk/>
            <pc:sldMk cId="0" sldId="27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10.329" v="21" actId="26606"/>
          <ac:spMkLst>
            <pc:docMk/>
            <pc:sldMk cId="0" sldId="275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10.329" v="21" actId="26606"/>
          <ac:spMkLst>
            <pc:docMk/>
            <pc:sldMk cId="0" sldId="275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07:18:14.752" v="23"/>
        <pc:sldMkLst>
          <pc:docMk/>
          <pc:sldMk cId="0" sldId="276"/>
        </pc:sldMkLst>
        <pc:spChg chg="mod">
          <ac:chgData name="Alberto Ruiz" userId="47fa91d207cfb014" providerId="LiveId" clId="{85FEFC20-368C-4804-AF35-776ECB9C6605}" dt="2025-09-10T07:18:14.752" v="22" actId="26606"/>
          <ac:spMkLst>
            <pc:docMk/>
            <pc:sldMk cId="0" sldId="27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14.752" v="22" actId="26606"/>
          <ac:spMkLst>
            <pc:docMk/>
            <pc:sldMk cId="0" sldId="27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14.752" v="22" actId="26606"/>
          <ac:spMkLst>
            <pc:docMk/>
            <pc:sldMk cId="0" sldId="276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14.752" v="22" actId="26606"/>
          <ac:spMkLst>
            <pc:docMk/>
            <pc:sldMk cId="0" sldId="276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07:18:18.105" v="25"/>
        <pc:sldMkLst>
          <pc:docMk/>
          <pc:sldMk cId="0" sldId="277"/>
        </pc:sldMkLst>
        <pc:spChg chg="mod">
          <ac:chgData name="Alberto Ruiz" userId="47fa91d207cfb014" providerId="LiveId" clId="{85FEFC20-368C-4804-AF35-776ECB9C6605}" dt="2025-09-10T07:18:18.105" v="24" actId="26606"/>
          <ac:spMkLst>
            <pc:docMk/>
            <pc:sldMk cId="0" sldId="277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18.105" v="24" actId="26606"/>
          <ac:spMkLst>
            <pc:docMk/>
            <pc:sldMk cId="0" sldId="27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18.105" v="24" actId="26606"/>
          <ac:spMkLst>
            <pc:docMk/>
            <pc:sldMk cId="0" sldId="277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18.105" v="24" actId="26606"/>
          <ac:spMkLst>
            <pc:docMk/>
            <pc:sldMk cId="0" sldId="277"/>
            <ac:spMk id="10" creationId="{B34F5AD2-EDBD-4BBD-A55C-EAFFD0C7097A}"/>
          </ac:spMkLst>
        </pc:spChg>
      </pc:sldChg>
      <pc:sldChg chg="addSp delSp modSp mod setBg">
        <pc:chgData name="Alberto Ruiz" userId="47fa91d207cfb014" providerId="LiveId" clId="{85FEFC20-368C-4804-AF35-776ECB9C6605}" dt="2025-09-10T07:18:21.474" v="26" actId="26606"/>
        <pc:sldMkLst>
          <pc:docMk/>
          <pc:sldMk cId="0" sldId="278"/>
        </pc:sldMkLst>
        <pc:spChg chg="mod">
          <ac:chgData name="Alberto Ruiz" userId="47fa91d207cfb014" providerId="LiveId" clId="{85FEFC20-368C-4804-AF35-776ECB9C6605}" dt="2025-09-10T07:18:21.474" v="26" actId="26606"/>
          <ac:spMkLst>
            <pc:docMk/>
            <pc:sldMk cId="0" sldId="278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21.474" v="26" actId="26606"/>
          <ac:spMkLst>
            <pc:docMk/>
            <pc:sldMk cId="0" sldId="278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21.474" v="26" actId="26606"/>
          <ac:spMkLst>
            <pc:docMk/>
            <pc:sldMk cId="0" sldId="278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21.474" v="26" actId="26606"/>
          <ac:spMkLst>
            <pc:docMk/>
            <pc:sldMk cId="0" sldId="278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21.474" v="26" actId="26606"/>
          <ac:spMkLst>
            <pc:docMk/>
            <pc:sldMk cId="0" sldId="278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21.474" v="26" actId="26606"/>
          <ac:grpSpMkLst>
            <pc:docMk/>
            <pc:sldMk cId="0" sldId="278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21.474" v="26" actId="26606"/>
          <ac:grpSpMkLst>
            <pc:docMk/>
            <pc:sldMk cId="0" sldId="278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21.474" v="26" actId="26606"/>
          <ac:graphicFrameMkLst>
            <pc:docMk/>
            <pc:sldMk cId="0" sldId="278"/>
            <ac:graphicFrameMk id="5" creationId="{7253D25E-561B-33C7-05C8-AC886CEEFD54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8:24.630" v="27" actId="26606"/>
        <pc:sldMkLst>
          <pc:docMk/>
          <pc:sldMk cId="0" sldId="279"/>
        </pc:sldMkLst>
        <pc:spChg chg="mod">
          <ac:chgData name="Alberto Ruiz" userId="47fa91d207cfb014" providerId="LiveId" clId="{85FEFC20-368C-4804-AF35-776ECB9C6605}" dt="2025-09-10T07:18:24.630" v="27" actId="26606"/>
          <ac:spMkLst>
            <pc:docMk/>
            <pc:sldMk cId="0" sldId="27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24.630" v="27" actId="26606"/>
          <ac:spMkLst>
            <pc:docMk/>
            <pc:sldMk cId="0" sldId="27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24.630" v="27" actId="26606"/>
          <ac:spMkLst>
            <pc:docMk/>
            <pc:sldMk cId="0" sldId="27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24.630" v="27" actId="26606"/>
          <ac:spMkLst>
            <pc:docMk/>
            <pc:sldMk cId="0" sldId="27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24.630" v="27" actId="26606"/>
          <ac:spMkLst>
            <pc:docMk/>
            <pc:sldMk cId="0" sldId="27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24.630" v="27" actId="26606"/>
          <ac:grpSpMkLst>
            <pc:docMk/>
            <pc:sldMk cId="0" sldId="27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24.630" v="27" actId="26606"/>
          <ac:grpSpMkLst>
            <pc:docMk/>
            <pc:sldMk cId="0" sldId="27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24.630" v="27" actId="26606"/>
          <ac:graphicFrameMkLst>
            <pc:docMk/>
            <pc:sldMk cId="0" sldId="279"/>
            <ac:graphicFrameMk id="5" creationId="{4CCA578C-115A-4E39-0696-2274A4D06F3C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8:28.191" v="28" actId="26606"/>
        <pc:sldMkLst>
          <pc:docMk/>
          <pc:sldMk cId="0" sldId="280"/>
        </pc:sldMkLst>
        <pc:spChg chg="mod">
          <ac:chgData name="Alberto Ruiz" userId="47fa91d207cfb014" providerId="LiveId" clId="{85FEFC20-368C-4804-AF35-776ECB9C6605}" dt="2025-09-10T07:18:28.191" v="28" actId="26606"/>
          <ac:spMkLst>
            <pc:docMk/>
            <pc:sldMk cId="0" sldId="28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28.191" v="28" actId="26606"/>
          <ac:spMkLst>
            <pc:docMk/>
            <pc:sldMk cId="0" sldId="28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28.191" v="28" actId="26606"/>
          <ac:spMkLst>
            <pc:docMk/>
            <pc:sldMk cId="0" sldId="28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28.191" v="28" actId="26606"/>
          <ac:spMkLst>
            <pc:docMk/>
            <pc:sldMk cId="0" sldId="28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28.191" v="28" actId="26606"/>
          <ac:spMkLst>
            <pc:docMk/>
            <pc:sldMk cId="0" sldId="28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28.191" v="28" actId="26606"/>
          <ac:grpSpMkLst>
            <pc:docMk/>
            <pc:sldMk cId="0" sldId="28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28.191" v="28" actId="26606"/>
          <ac:grpSpMkLst>
            <pc:docMk/>
            <pc:sldMk cId="0" sldId="28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28.191" v="28" actId="26606"/>
          <ac:graphicFrameMkLst>
            <pc:docMk/>
            <pc:sldMk cId="0" sldId="280"/>
            <ac:graphicFrameMk id="5" creationId="{8C2C37E0-0B7F-97F1-AC51-C1F0F09F55CB}"/>
          </ac:graphicFrameMkLst>
        </pc:graphicFrameChg>
      </pc:sldChg>
      <pc:sldChg chg="addSp modSp mod setBg addAnim">
        <pc:chgData name="Alberto Ruiz" userId="47fa91d207cfb014" providerId="LiveId" clId="{85FEFC20-368C-4804-AF35-776ECB9C6605}" dt="2025-09-10T07:18:32.298" v="30"/>
        <pc:sldMkLst>
          <pc:docMk/>
          <pc:sldMk cId="0" sldId="281"/>
        </pc:sldMkLst>
        <pc:spChg chg="mod">
          <ac:chgData name="Alberto Ruiz" userId="47fa91d207cfb014" providerId="LiveId" clId="{85FEFC20-368C-4804-AF35-776ECB9C6605}" dt="2025-09-10T07:18:32.296" v="29" actId="26606"/>
          <ac:spMkLst>
            <pc:docMk/>
            <pc:sldMk cId="0" sldId="281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32.296" v="29" actId="26606"/>
          <ac:spMkLst>
            <pc:docMk/>
            <pc:sldMk cId="0" sldId="28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32.296" v="29" actId="26606"/>
          <ac:spMkLst>
            <pc:docMk/>
            <pc:sldMk cId="0" sldId="281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32.296" v="29" actId="26606"/>
          <ac:spMkLst>
            <pc:docMk/>
            <pc:sldMk cId="0" sldId="281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07:18:36.335" v="32"/>
        <pc:sldMkLst>
          <pc:docMk/>
          <pc:sldMk cId="0" sldId="282"/>
        </pc:sldMkLst>
        <pc:spChg chg="mod">
          <ac:chgData name="Alberto Ruiz" userId="47fa91d207cfb014" providerId="LiveId" clId="{85FEFC20-368C-4804-AF35-776ECB9C6605}" dt="2025-09-10T07:18:36.335" v="31" actId="26606"/>
          <ac:spMkLst>
            <pc:docMk/>
            <pc:sldMk cId="0" sldId="282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36.335" v="31" actId="26606"/>
          <ac:spMkLst>
            <pc:docMk/>
            <pc:sldMk cId="0" sldId="28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36.335" v="31" actId="26606"/>
          <ac:spMkLst>
            <pc:docMk/>
            <pc:sldMk cId="0" sldId="282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36.335" v="31" actId="26606"/>
          <ac:spMkLst>
            <pc:docMk/>
            <pc:sldMk cId="0" sldId="282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07:18:40.923" v="34"/>
        <pc:sldMkLst>
          <pc:docMk/>
          <pc:sldMk cId="0" sldId="283"/>
        </pc:sldMkLst>
        <pc:spChg chg="mod">
          <ac:chgData name="Alberto Ruiz" userId="47fa91d207cfb014" providerId="LiveId" clId="{85FEFC20-368C-4804-AF35-776ECB9C6605}" dt="2025-09-10T07:18:40.923" v="33" actId="26606"/>
          <ac:spMkLst>
            <pc:docMk/>
            <pc:sldMk cId="0" sldId="283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40.923" v="33" actId="26606"/>
          <ac:spMkLst>
            <pc:docMk/>
            <pc:sldMk cId="0" sldId="28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40.923" v="33" actId="26606"/>
          <ac:spMkLst>
            <pc:docMk/>
            <pc:sldMk cId="0" sldId="283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40.923" v="33" actId="26606"/>
          <ac:spMkLst>
            <pc:docMk/>
            <pc:sldMk cId="0" sldId="283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07:18:43.966" v="36"/>
        <pc:sldMkLst>
          <pc:docMk/>
          <pc:sldMk cId="0" sldId="284"/>
        </pc:sldMkLst>
        <pc:spChg chg="mod">
          <ac:chgData name="Alberto Ruiz" userId="47fa91d207cfb014" providerId="LiveId" clId="{85FEFC20-368C-4804-AF35-776ECB9C6605}" dt="2025-09-10T07:18:43.966" v="35" actId="26606"/>
          <ac:spMkLst>
            <pc:docMk/>
            <pc:sldMk cId="0" sldId="284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43.966" v="35" actId="26606"/>
          <ac:spMkLst>
            <pc:docMk/>
            <pc:sldMk cId="0" sldId="28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43.966" v="35" actId="26606"/>
          <ac:spMkLst>
            <pc:docMk/>
            <pc:sldMk cId="0" sldId="284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43.966" v="35" actId="26606"/>
          <ac:spMkLst>
            <pc:docMk/>
            <pc:sldMk cId="0" sldId="284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07:18:47.598" v="38"/>
        <pc:sldMkLst>
          <pc:docMk/>
          <pc:sldMk cId="0" sldId="285"/>
        </pc:sldMkLst>
        <pc:spChg chg="mod">
          <ac:chgData name="Alberto Ruiz" userId="47fa91d207cfb014" providerId="LiveId" clId="{85FEFC20-368C-4804-AF35-776ECB9C6605}" dt="2025-09-10T07:18:47.596" v="37" actId="26606"/>
          <ac:spMkLst>
            <pc:docMk/>
            <pc:sldMk cId="0" sldId="285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47.596" v="37" actId="26606"/>
          <ac:spMkLst>
            <pc:docMk/>
            <pc:sldMk cId="0" sldId="28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47.596" v="37" actId="26606"/>
          <ac:spMkLst>
            <pc:docMk/>
            <pc:sldMk cId="0" sldId="285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47.596" v="37" actId="26606"/>
          <ac:spMkLst>
            <pc:docMk/>
            <pc:sldMk cId="0" sldId="285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10-06T16:39:36.143" v="130" actId="1076"/>
        <pc:sldMkLst>
          <pc:docMk/>
          <pc:sldMk cId="0" sldId="286"/>
        </pc:sldMkLst>
        <pc:spChg chg="mod">
          <ac:chgData name="Alberto Ruiz" userId="47fa91d207cfb014" providerId="LiveId" clId="{85FEFC20-368C-4804-AF35-776ECB9C6605}" dt="2025-09-10T07:18:52.104" v="39" actId="26606"/>
          <ac:spMkLst>
            <pc:docMk/>
            <pc:sldMk cId="0" sldId="28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6T16:39:36.143" v="130" actId="1076"/>
          <ac:spMkLst>
            <pc:docMk/>
            <pc:sldMk cId="0" sldId="28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52.104" v="39" actId="26606"/>
          <ac:spMkLst>
            <pc:docMk/>
            <pc:sldMk cId="0" sldId="286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52.104" v="39" actId="26606"/>
          <ac:spMkLst>
            <pc:docMk/>
            <pc:sldMk cId="0" sldId="286"/>
            <ac:spMk id="10" creationId="{B34F5AD2-EDBD-4BBD-A55C-EAFFD0C7097A}"/>
          </ac:spMkLst>
        </pc:spChg>
      </pc:sldChg>
      <pc:sldChg chg="addSp delSp modSp mod setBg">
        <pc:chgData name="Alberto Ruiz" userId="47fa91d207cfb014" providerId="LiveId" clId="{85FEFC20-368C-4804-AF35-776ECB9C6605}" dt="2025-09-10T07:18:55.672" v="41" actId="26606"/>
        <pc:sldMkLst>
          <pc:docMk/>
          <pc:sldMk cId="0" sldId="287"/>
        </pc:sldMkLst>
        <pc:spChg chg="mod">
          <ac:chgData name="Alberto Ruiz" userId="47fa91d207cfb014" providerId="LiveId" clId="{85FEFC20-368C-4804-AF35-776ECB9C6605}" dt="2025-09-10T07:18:55.672" v="41" actId="26606"/>
          <ac:spMkLst>
            <pc:docMk/>
            <pc:sldMk cId="0" sldId="287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55.672" v="41" actId="26606"/>
          <ac:spMkLst>
            <pc:docMk/>
            <pc:sldMk cId="0" sldId="287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55.672" v="41" actId="26606"/>
          <ac:spMkLst>
            <pc:docMk/>
            <pc:sldMk cId="0" sldId="287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55.672" v="41" actId="26606"/>
          <ac:spMkLst>
            <pc:docMk/>
            <pc:sldMk cId="0" sldId="287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55.672" v="41" actId="26606"/>
          <ac:spMkLst>
            <pc:docMk/>
            <pc:sldMk cId="0" sldId="287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55.672" v="41" actId="26606"/>
          <ac:grpSpMkLst>
            <pc:docMk/>
            <pc:sldMk cId="0" sldId="287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55.672" v="41" actId="26606"/>
          <ac:grpSpMkLst>
            <pc:docMk/>
            <pc:sldMk cId="0" sldId="287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55.672" v="41" actId="26606"/>
          <ac:graphicFrameMkLst>
            <pc:docMk/>
            <pc:sldMk cId="0" sldId="287"/>
            <ac:graphicFrameMk id="5" creationId="{E594594C-4593-47C7-04F9-A8E0E462A29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8:59.008" v="42" actId="26606"/>
        <pc:sldMkLst>
          <pc:docMk/>
          <pc:sldMk cId="0" sldId="288"/>
        </pc:sldMkLst>
        <pc:spChg chg="mod">
          <ac:chgData name="Alberto Ruiz" userId="47fa91d207cfb014" providerId="LiveId" clId="{85FEFC20-368C-4804-AF35-776ECB9C6605}" dt="2025-09-10T07:18:59.008" v="42" actId="26606"/>
          <ac:spMkLst>
            <pc:docMk/>
            <pc:sldMk cId="0" sldId="288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59.008" v="42" actId="26606"/>
          <ac:spMkLst>
            <pc:docMk/>
            <pc:sldMk cId="0" sldId="288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59.008" v="42" actId="26606"/>
          <ac:spMkLst>
            <pc:docMk/>
            <pc:sldMk cId="0" sldId="288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59.008" v="42" actId="26606"/>
          <ac:spMkLst>
            <pc:docMk/>
            <pc:sldMk cId="0" sldId="288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59.008" v="42" actId="26606"/>
          <ac:spMkLst>
            <pc:docMk/>
            <pc:sldMk cId="0" sldId="288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59.008" v="42" actId="26606"/>
          <ac:grpSpMkLst>
            <pc:docMk/>
            <pc:sldMk cId="0" sldId="288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59.008" v="42" actId="26606"/>
          <ac:grpSpMkLst>
            <pc:docMk/>
            <pc:sldMk cId="0" sldId="288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59.008" v="42" actId="26606"/>
          <ac:graphicFrameMkLst>
            <pc:docMk/>
            <pc:sldMk cId="0" sldId="288"/>
            <ac:graphicFrameMk id="5" creationId="{CFFE4277-DF6A-9A68-0B71-590C3DC03C12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9:01.848" v="43" actId="26606"/>
        <pc:sldMkLst>
          <pc:docMk/>
          <pc:sldMk cId="0" sldId="289"/>
        </pc:sldMkLst>
        <pc:spChg chg="mod">
          <ac:chgData name="Alberto Ruiz" userId="47fa91d207cfb014" providerId="LiveId" clId="{85FEFC20-368C-4804-AF35-776ECB9C6605}" dt="2025-09-10T07:19:01.848" v="43" actId="26606"/>
          <ac:spMkLst>
            <pc:docMk/>
            <pc:sldMk cId="0" sldId="28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9:01.848" v="43" actId="26606"/>
          <ac:spMkLst>
            <pc:docMk/>
            <pc:sldMk cId="0" sldId="28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9:01.848" v="43" actId="26606"/>
          <ac:spMkLst>
            <pc:docMk/>
            <pc:sldMk cId="0" sldId="28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9:01.848" v="43" actId="26606"/>
          <ac:spMkLst>
            <pc:docMk/>
            <pc:sldMk cId="0" sldId="28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9:01.848" v="43" actId="26606"/>
          <ac:spMkLst>
            <pc:docMk/>
            <pc:sldMk cId="0" sldId="28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9:01.848" v="43" actId="26606"/>
          <ac:grpSpMkLst>
            <pc:docMk/>
            <pc:sldMk cId="0" sldId="28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9:01.848" v="43" actId="26606"/>
          <ac:grpSpMkLst>
            <pc:docMk/>
            <pc:sldMk cId="0" sldId="28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9:01.848" v="43" actId="26606"/>
          <ac:graphicFrameMkLst>
            <pc:docMk/>
            <pc:sldMk cId="0" sldId="289"/>
            <ac:graphicFrameMk id="5" creationId="{7814A7D6-8002-3DB5-18D7-4DC4A461981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9:05.012" v="44" actId="26606"/>
        <pc:sldMkLst>
          <pc:docMk/>
          <pc:sldMk cId="0" sldId="290"/>
        </pc:sldMkLst>
        <pc:spChg chg="mod">
          <ac:chgData name="Alberto Ruiz" userId="47fa91d207cfb014" providerId="LiveId" clId="{85FEFC20-368C-4804-AF35-776ECB9C6605}" dt="2025-09-10T07:19:05.012" v="44" actId="26606"/>
          <ac:spMkLst>
            <pc:docMk/>
            <pc:sldMk cId="0" sldId="29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9:05.012" v="44" actId="26606"/>
          <ac:spMkLst>
            <pc:docMk/>
            <pc:sldMk cId="0" sldId="29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9:05.012" v="44" actId="26606"/>
          <ac:spMkLst>
            <pc:docMk/>
            <pc:sldMk cId="0" sldId="29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9:05.012" v="44" actId="26606"/>
          <ac:spMkLst>
            <pc:docMk/>
            <pc:sldMk cId="0" sldId="29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9:05.012" v="44" actId="26606"/>
          <ac:spMkLst>
            <pc:docMk/>
            <pc:sldMk cId="0" sldId="29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9:05.012" v="44" actId="26606"/>
          <ac:grpSpMkLst>
            <pc:docMk/>
            <pc:sldMk cId="0" sldId="29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9:05.012" v="44" actId="26606"/>
          <ac:grpSpMkLst>
            <pc:docMk/>
            <pc:sldMk cId="0" sldId="29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9:05.012" v="44" actId="26606"/>
          <ac:graphicFrameMkLst>
            <pc:docMk/>
            <pc:sldMk cId="0" sldId="290"/>
            <ac:graphicFrameMk id="5" creationId="{48180B2E-CAEE-BA8E-A02F-9D189E51D11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9:07.970" v="45" actId="26606"/>
        <pc:sldMkLst>
          <pc:docMk/>
          <pc:sldMk cId="0" sldId="291"/>
        </pc:sldMkLst>
        <pc:spChg chg="mod">
          <ac:chgData name="Alberto Ruiz" userId="47fa91d207cfb014" providerId="LiveId" clId="{85FEFC20-368C-4804-AF35-776ECB9C6605}" dt="2025-09-10T07:19:07.970" v="45" actId="26606"/>
          <ac:spMkLst>
            <pc:docMk/>
            <pc:sldMk cId="0" sldId="29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9:07.970" v="45" actId="26606"/>
          <ac:spMkLst>
            <pc:docMk/>
            <pc:sldMk cId="0" sldId="29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9:07.970" v="45" actId="26606"/>
          <ac:spMkLst>
            <pc:docMk/>
            <pc:sldMk cId="0" sldId="29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9:07.970" v="45" actId="26606"/>
          <ac:spMkLst>
            <pc:docMk/>
            <pc:sldMk cId="0" sldId="29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9:07.970" v="45" actId="26606"/>
          <ac:spMkLst>
            <pc:docMk/>
            <pc:sldMk cId="0" sldId="29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9:07.970" v="45" actId="26606"/>
          <ac:grpSpMkLst>
            <pc:docMk/>
            <pc:sldMk cId="0" sldId="29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9:07.970" v="45" actId="26606"/>
          <ac:grpSpMkLst>
            <pc:docMk/>
            <pc:sldMk cId="0" sldId="291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9:07.970" v="45" actId="26606"/>
          <ac:graphicFrameMkLst>
            <pc:docMk/>
            <pc:sldMk cId="0" sldId="291"/>
            <ac:graphicFrameMk id="5" creationId="{28B84DA4-060F-0163-B8E7-3876637DE403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9:10.726" v="46" actId="26606"/>
        <pc:sldMkLst>
          <pc:docMk/>
          <pc:sldMk cId="0" sldId="292"/>
        </pc:sldMkLst>
        <pc:spChg chg="mod">
          <ac:chgData name="Alberto Ruiz" userId="47fa91d207cfb014" providerId="LiveId" clId="{85FEFC20-368C-4804-AF35-776ECB9C6605}" dt="2025-09-10T07:19:10.726" v="46" actId="26606"/>
          <ac:spMkLst>
            <pc:docMk/>
            <pc:sldMk cId="0" sldId="29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9:10.726" v="46" actId="26606"/>
          <ac:spMkLst>
            <pc:docMk/>
            <pc:sldMk cId="0" sldId="29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9:10.726" v="46" actId="26606"/>
          <ac:spMkLst>
            <pc:docMk/>
            <pc:sldMk cId="0" sldId="29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9:10.726" v="46" actId="26606"/>
          <ac:spMkLst>
            <pc:docMk/>
            <pc:sldMk cId="0" sldId="29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9:10.726" v="46" actId="26606"/>
          <ac:spMkLst>
            <pc:docMk/>
            <pc:sldMk cId="0" sldId="29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9:10.726" v="46" actId="26606"/>
          <ac:grpSpMkLst>
            <pc:docMk/>
            <pc:sldMk cId="0" sldId="29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9:10.726" v="46" actId="26606"/>
          <ac:grpSpMkLst>
            <pc:docMk/>
            <pc:sldMk cId="0" sldId="292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9:10.726" v="46" actId="26606"/>
          <ac:graphicFrameMkLst>
            <pc:docMk/>
            <pc:sldMk cId="0" sldId="292"/>
            <ac:graphicFrameMk id="5" creationId="{C7E72845-804D-A927-3EB8-D78FFC493E46}"/>
          </ac:graphicFrameMkLst>
        </pc:graphicFrameChg>
      </pc:sldChg>
      <pc:sldChg chg="del">
        <pc:chgData name="Alberto Ruiz" userId="47fa91d207cfb014" providerId="LiveId" clId="{85FEFC20-368C-4804-AF35-776ECB9C6605}" dt="2025-10-06T16:38:37.465" v="129" actId="47"/>
        <pc:sldMkLst>
          <pc:docMk/>
          <pc:sldMk cId="72232670" sldId="293"/>
        </pc:sldMkLst>
      </pc:sldChg>
      <pc:sldChg chg="addSp modSp new mod setBg">
        <pc:chgData name="Alberto Ruiz" userId="47fa91d207cfb014" providerId="LiveId" clId="{85FEFC20-368C-4804-AF35-776ECB9C6605}" dt="2025-10-06T17:41:10.312" v="161" actId="14100"/>
        <pc:sldMkLst>
          <pc:docMk/>
          <pc:sldMk cId="467688297" sldId="293"/>
        </pc:sldMkLst>
        <pc:spChg chg="mod">
          <ac:chgData name="Alberto Ruiz" userId="47fa91d207cfb014" providerId="LiveId" clId="{85FEFC20-368C-4804-AF35-776ECB9C6605}" dt="2025-10-06T17:40:57.464" v="153" actId="26606"/>
          <ac:spMkLst>
            <pc:docMk/>
            <pc:sldMk cId="467688297" sldId="293"/>
            <ac:spMk id="2" creationId="{F19AAB16-92A3-5606-C63E-0437514BF786}"/>
          </ac:spMkLst>
        </pc:spChg>
        <pc:spChg chg="mod">
          <ac:chgData name="Alberto Ruiz" userId="47fa91d207cfb014" providerId="LiveId" clId="{85FEFC20-368C-4804-AF35-776ECB9C6605}" dt="2025-10-06T17:41:10.312" v="161" actId="14100"/>
          <ac:spMkLst>
            <pc:docMk/>
            <pc:sldMk cId="467688297" sldId="293"/>
            <ac:spMk id="3" creationId="{6B98AD57-D1DF-EB2D-DD12-E1904EF1DFE3}"/>
          </ac:spMkLst>
        </pc:spChg>
        <pc:spChg chg="add">
          <ac:chgData name="Alberto Ruiz" userId="47fa91d207cfb014" providerId="LiveId" clId="{85FEFC20-368C-4804-AF35-776ECB9C6605}" dt="2025-10-06T17:40:57.464" v="153" actId="26606"/>
          <ac:spMkLst>
            <pc:docMk/>
            <pc:sldMk cId="467688297" sldId="293"/>
            <ac:spMk id="8" creationId="{907EF6B7-1338-4443-8C46-6A318D952DFD}"/>
          </ac:spMkLst>
        </pc:spChg>
        <pc:spChg chg="add">
          <ac:chgData name="Alberto Ruiz" userId="47fa91d207cfb014" providerId="LiveId" clId="{85FEFC20-368C-4804-AF35-776ECB9C6605}" dt="2025-10-06T17:40:57.464" v="153" actId="26606"/>
          <ac:spMkLst>
            <pc:docMk/>
            <pc:sldMk cId="467688297" sldId="293"/>
            <ac:spMk id="10" creationId="{DAAE4CDD-124C-4DCF-9584-B6033B545DD5}"/>
          </ac:spMkLst>
        </pc:spChg>
        <pc:spChg chg="add">
          <ac:chgData name="Alberto Ruiz" userId="47fa91d207cfb014" providerId="LiveId" clId="{85FEFC20-368C-4804-AF35-776ECB9C6605}" dt="2025-10-06T17:40:57.464" v="153" actId="26606"/>
          <ac:spMkLst>
            <pc:docMk/>
            <pc:sldMk cId="467688297" sldId="293"/>
            <ac:spMk id="12" creationId="{081E4A58-353D-44AE-B2FC-2A74E2E400F7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41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ata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ata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41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rawing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094021-C1F4-4ACD-B321-A24A887FB16C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5DF5182-39E3-4981-9367-28032076CC99}">
      <dgm:prSet/>
      <dgm:spPr/>
      <dgm:t>
        <a:bodyPr/>
        <a:lstStyle/>
        <a:p>
          <a:r>
            <a:rPr lang="en-US"/>
            <a:t>En este bloque aprenderemos a:</a:t>
          </a:r>
        </a:p>
      </dgm:t>
    </dgm:pt>
    <dgm:pt modelId="{17139551-5DA2-414E-865C-06EFB6FA1B9F}" type="parTrans" cxnId="{CB36762D-FD55-43B3-BA83-85B8AA18954C}">
      <dgm:prSet/>
      <dgm:spPr/>
      <dgm:t>
        <a:bodyPr/>
        <a:lstStyle/>
        <a:p>
          <a:endParaRPr lang="en-US"/>
        </a:p>
      </dgm:t>
    </dgm:pt>
    <dgm:pt modelId="{F44F3F81-895F-4FAC-A29A-0EDB43CC0E37}" type="sibTrans" cxnId="{CB36762D-FD55-43B3-BA83-85B8AA18954C}">
      <dgm:prSet/>
      <dgm:spPr/>
      <dgm:t>
        <a:bodyPr/>
        <a:lstStyle/>
        <a:p>
          <a:endParaRPr lang="en-US"/>
        </a:p>
      </dgm:t>
    </dgm:pt>
    <dgm:pt modelId="{501BEA43-5902-4696-94DA-31001A682398}">
      <dgm:prSet/>
      <dgm:spPr/>
      <dgm:t>
        <a:bodyPr/>
        <a:lstStyle/>
        <a:p>
          <a:r>
            <a:rPr lang="en-US"/>
            <a:t>• Gestionar archivos y carpetas</a:t>
          </a:r>
        </a:p>
      </dgm:t>
    </dgm:pt>
    <dgm:pt modelId="{55361407-D3E5-41B7-8A92-4526358B886C}" type="parTrans" cxnId="{79928A74-E22B-4C82-89BD-067F1DC7D81B}">
      <dgm:prSet/>
      <dgm:spPr/>
      <dgm:t>
        <a:bodyPr/>
        <a:lstStyle/>
        <a:p>
          <a:endParaRPr lang="en-US"/>
        </a:p>
      </dgm:t>
    </dgm:pt>
    <dgm:pt modelId="{DAF1722C-660F-4687-928A-66C6DA891FFC}" type="sibTrans" cxnId="{79928A74-E22B-4C82-89BD-067F1DC7D81B}">
      <dgm:prSet/>
      <dgm:spPr/>
      <dgm:t>
        <a:bodyPr/>
        <a:lstStyle/>
        <a:p>
          <a:endParaRPr lang="en-US"/>
        </a:p>
      </dgm:t>
    </dgm:pt>
    <dgm:pt modelId="{B064A9FC-2084-4C9D-BD00-93740CBC8E7A}">
      <dgm:prSet/>
      <dgm:spPr/>
      <dgm:t>
        <a:bodyPr/>
        <a:lstStyle/>
        <a:p>
          <a:r>
            <a:rPr lang="en-US"/>
            <a:t>• Controlar procesos activos</a:t>
          </a:r>
        </a:p>
      </dgm:t>
    </dgm:pt>
    <dgm:pt modelId="{5F23066B-180E-4308-8CD3-CA61616DAE3F}" type="parTrans" cxnId="{D8F7E990-B505-4E51-8B6E-B05133CFE13F}">
      <dgm:prSet/>
      <dgm:spPr/>
      <dgm:t>
        <a:bodyPr/>
        <a:lstStyle/>
        <a:p>
          <a:endParaRPr lang="en-US"/>
        </a:p>
      </dgm:t>
    </dgm:pt>
    <dgm:pt modelId="{EE339BD7-2578-43A8-816E-08A3835B2064}" type="sibTrans" cxnId="{D8F7E990-B505-4E51-8B6E-B05133CFE13F}">
      <dgm:prSet/>
      <dgm:spPr/>
      <dgm:t>
        <a:bodyPr/>
        <a:lstStyle/>
        <a:p>
          <a:endParaRPr lang="en-US"/>
        </a:p>
      </dgm:t>
    </dgm:pt>
    <dgm:pt modelId="{B0F94FE3-BE78-4F51-8896-9C1ECA456C88}">
      <dgm:prSet/>
      <dgm:spPr/>
      <dgm:t>
        <a:bodyPr/>
        <a:lstStyle/>
        <a:p>
          <a:r>
            <a:rPr lang="en-US"/>
            <a:t>• Administrar servicios del sistema</a:t>
          </a:r>
        </a:p>
      </dgm:t>
    </dgm:pt>
    <dgm:pt modelId="{DDDFB22D-94E5-41E3-8845-043479D15993}" type="parTrans" cxnId="{22683011-840E-4926-8491-53A8DB87C471}">
      <dgm:prSet/>
      <dgm:spPr/>
      <dgm:t>
        <a:bodyPr/>
        <a:lstStyle/>
        <a:p>
          <a:endParaRPr lang="en-US"/>
        </a:p>
      </dgm:t>
    </dgm:pt>
    <dgm:pt modelId="{E0AC7A32-65C3-44C1-864F-533FAB95C7B2}" type="sibTrans" cxnId="{22683011-840E-4926-8491-53A8DB87C471}">
      <dgm:prSet/>
      <dgm:spPr/>
      <dgm:t>
        <a:bodyPr/>
        <a:lstStyle/>
        <a:p>
          <a:endParaRPr lang="en-US"/>
        </a:p>
      </dgm:t>
    </dgm:pt>
    <dgm:pt modelId="{71762D3D-C3AA-47BC-86F6-F799D7DEDBBC}">
      <dgm:prSet/>
      <dgm:spPr/>
      <dgm:t>
        <a:bodyPr/>
        <a:lstStyle/>
        <a:p>
          <a:r>
            <a:rPr lang="en-US"/>
            <a:t>• Exportar información en diferentes formatos</a:t>
          </a:r>
        </a:p>
      </dgm:t>
    </dgm:pt>
    <dgm:pt modelId="{6E98B9C9-572A-4155-816D-BD86B0061212}" type="parTrans" cxnId="{6A1D7C02-28E4-456F-A343-FE1019B550B2}">
      <dgm:prSet/>
      <dgm:spPr/>
      <dgm:t>
        <a:bodyPr/>
        <a:lstStyle/>
        <a:p>
          <a:endParaRPr lang="en-US"/>
        </a:p>
      </dgm:t>
    </dgm:pt>
    <dgm:pt modelId="{71B8F305-A713-4BEF-A0AE-C810DE9202CF}" type="sibTrans" cxnId="{6A1D7C02-28E4-456F-A343-FE1019B550B2}">
      <dgm:prSet/>
      <dgm:spPr/>
      <dgm:t>
        <a:bodyPr/>
        <a:lstStyle/>
        <a:p>
          <a:endParaRPr lang="en-US"/>
        </a:p>
      </dgm:t>
    </dgm:pt>
    <dgm:pt modelId="{692FA09B-1FAD-4185-B30B-6CD7B29E4A28}" type="pres">
      <dgm:prSet presAssocID="{0B094021-C1F4-4ACD-B321-A24A887FB16C}" presName="linear" presStyleCnt="0">
        <dgm:presLayoutVars>
          <dgm:animLvl val="lvl"/>
          <dgm:resizeHandles val="exact"/>
        </dgm:presLayoutVars>
      </dgm:prSet>
      <dgm:spPr/>
    </dgm:pt>
    <dgm:pt modelId="{281D96D1-AD47-4C3E-87F4-4B69E3C0164C}" type="pres">
      <dgm:prSet presAssocID="{55DF5182-39E3-4981-9367-28032076CC9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5C73825-D9B3-4CC0-B1FE-9D28C8C7C9EF}" type="pres">
      <dgm:prSet presAssocID="{F44F3F81-895F-4FAC-A29A-0EDB43CC0E37}" presName="spacer" presStyleCnt="0"/>
      <dgm:spPr/>
    </dgm:pt>
    <dgm:pt modelId="{AE2E9E73-24E2-4FA8-9E0B-BA2C73B0833E}" type="pres">
      <dgm:prSet presAssocID="{501BEA43-5902-4696-94DA-31001A68239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6125AF2-E699-4443-AB46-8D9C8A510938}" type="pres">
      <dgm:prSet presAssocID="{DAF1722C-660F-4687-928A-66C6DA891FFC}" presName="spacer" presStyleCnt="0"/>
      <dgm:spPr/>
    </dgm:pt>
    <dgm:pt modelId="{3DAD0436-2EBF-4131-9B42-E474948ED862}" type="pres">
      <dgm:prSet presAssocID="{B064A9FC-2084-4C9D-BD00-93740CBC8E7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1FACEDC-FC06-46E0-8E3D-A3257436E37C}" type="pres">
      <dgm:prSet presAssocID="{EE339BD7-2578-43A8-816E-08A3835B2064}" presName="spacer" presStyleCnt="0"/>
      <dgm:spPr/>
    </dgm:pt>
    <dgm:pt modelId="{B85A7E4A-D239-4382-BF40-FDA628EFBA55}" type="pres">
      <dgm:prSet presAssocID="{B0F94FE3-BE78-4F51-8896-9C1ECA456C8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0CD4589-706D-479A-9856-85A12ABF845B}" type="pres">
      <dgm:prSet presAssocID="{E0AC7A32-65C3-44C1-864F-533FAB95C7B2}" presName="spacer" presStyleCnt="0"/>
      <dgm:spPr/>
    </dgm:pt>
    <dgm:pt modelId="{2237D046-019A-4675-9A80-84BA7567A8B4}" type="pres">
      <dgm:prSet presAssocID="{71762D3D-C3AA-47BC-86F6-F799D7DEDBB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A1D7C02-28E4-456F-A343-FE1019B550B2}" srcId="{0B094021-C1F4-4ACD-B321-A24A887FB16C}" destId="{71762D3D-C3AA-47BC-86F6-F799D7DEDBBC}" srcOrd="4" destOrd="0" parTransId="{6E98B9C9-572A-4155-816D-BD86B0061212}" sibTransId="{71B8F305-A713-4BEF-A0AE-C810DE9202CF}"/>
    <dgm:cxn modelId="{CD60BB07-33CB-4475-9063-B48B23E3ABE4}" type="presOf" srcId="{71762D3D-C3AA-47BC-86F6-F799D7DEDBBC}" destId="{2237D046-019A-4675-9A80-84BA7567A8B4}" srcOrd="0" destOrd="0" presId="urn:microsoft.com/office/officeart/2005/8/layout/vList2"/>
    <dgm:cxn modelId="{22683011-840E-4926-8491-53A8DB87C471}" srcId="{0B094021-C1F4-4ACD-B321-A24A887FB16C}" destId="{B0F94FE3-BE78-4F51-8896-9C1ECA456C88}" srcOrd="3" destOrd="0" parTransId="{DDDFB22D-94E5-41E3-8845-043479D15993}" sibTransId="{E0AC7A32-65C3-44C1-864F-533FAB95C7B2}"/>
    <dgm:cxn modelId="{CB36762D-FD55-43B3-BA83-85B8AA18954C}" srcId="{0B094021-C1F4-4ACD-B321-A24A887FB16C}" destId="{55DF5182-39E3-4981-9367-28032076CC99}" srcOrd="0" destOrd="0" parTransId="{17139551-5DA2-414E-865C-06EFB6FA1B9F}" sibTransId="{F44F3F81-895F-4FAC-A29A-0EDB43CC0E37}"/>
    <dgm:cxn modelId="{107A4F3E-90A8-4586-9A16-8CA5A351FBE4}" type="presOf" srcId="{B064A9FC-2084-4C9D-BD00-93740CBC8E7A}" destId="{3DAD0436-2EBF-4131-9B42-E474948ED862}" srcOrd="0" destOrd="0" presId="urn:microsoft.com/office/officeart/2005/8/layout/vList2"/>
    <dgm:cxn modelId="{08CF8243-6EB7-4450-91E9-1AEAA8BC1EA0}" type="presOf" srcId="{55DF5182-39E3-4981-9367-28032076CC99}" destId="{281D96D1-AD47-4C3E-87F4-4B69E3C0164C}" srcOrd="0" destOrd="0" presId="urn:microsoft.com/office/officeart/2005/8/layout/vList2"/>
    <dgm:cxn modelId="{BFB8444D-4BE8-4AB8-8251-57BCEF495695}" type="presOf" srcId="{0B094021-C1F4-4ACD-B321-A24A887FB16C}" destId="{692FA09B-1FAD-4185-B30B-6CD7B29E4A28}" srcOrd="0" destOrd="0" presId="urn:microsoft.com/office/officeart/2005/8/layout/vList2"/>
    <dgm:cxn modelId="{79928A74-E22B-4C82-89BD-067F1DC7D81B}" srcId="{0B094021-C1F4-4ACD-B321-A24A887FB16C}" destId="{501BEA43-5902-4696-94DA-31001A682398}" srcOrd="1" destOrd="0" parTransId="{55361407-D3E5-41B7-8A92-4526358B886C}" sibTransId="{DAF1722C-660F-4687-928A-66C6DA891FFC}"/>
    <dgm:cxn modelId="{D8F7E990-B505-4E51-8B6E-B05133CFE13F}" srcId="{0B094021-C1F4-4ACD-B321-A24A887FB16C}" destId="{B064A9FC-2084-4C9D-BD00-93740CBC8E7A}" srcOrd="2" destOrd="0" parTransId="{5F23066B-180E-4308-8CD3-CA61616DAE3F}" sibTransId="{EE339BD7-2578-43A8-816E-08A3835B2064}"/>
    <dgm:cxn modelId="{5B0927BD-60DB-4965-B634-DF2078927DF4}" type="presOf" srcId="{B0F94FE3-BE78-4F51-8896-9C1ECA456C88}" destId="{B85A7E4A-D239-4382-BF40-FDA628EFBA55}" srcOrd="0" destOrd="0" presId="urn:microsoft.com/office/officeart/2005/8/layout/vList2"/>
    <dgm:cxn modelId="{1F0941DB-7887-4517-9C51-544794FFB018}" type="presOf" srcId="{501BEA43-5902-4696-94DA-31001A682398}" destId="{AE2E9E73-24E2-4FA8-9E0B-BA2C73B0833E}" srcOrd="0" destOrd="0" presId="urn:microsoft.com/office/officeart/2005/8/layout/vList2"/>
    <dgm:cxn modelId="{8C534BA0-E3BF-4E4F-9D77-508EBB9F0617}" type="presParOf" srcId="{692FA09B-1FAD-4185-B30B-6CD7B29E4A28}" destId="{281D96D1-AD47-4C3E-87F4-4B69E3C0164C}" srcOrd="0" destOrd="0" presId="urn:microsoft.com/office/officeart/2005/8/layout/vList2"/>
    <dgm:cxn modelId="{4DD9287F-AF9A-4FAE-9A07-9A4893F4FD64}" type="presParOf" srcId="{692FA09B-1FAD-4185-B30B-6CD7B29E4A28}" destId="{25C73825-D9B3-4CC0-B1FE-9D28C8C7C9EF}" srcOrd="1" destOrd="0" presId="urn:microsoft.com/office/officeart/2005/8/layout/vList2"/>
    <dgm:cxn modelId="{4A4B1B84-7C31-4890-9141-8BB8ABF9E5D8}" type="presParOf" srcId="{692FA09B-1FAD-4185-B30B-6CD7B29E4A28}" destId="{AE2E9E73-24E2-4FA8-9E0B-BA2C73B0833E}" srcOrd="2" destOrd="0" presId="urn:microsoft.com/office/officeart/2005/8/layout/vList2"/>
    <dgm:cxn modelId="{4AE4CE50-A43E-4676-A4C9-367BE8212AC6}" type="presParOf" srcId="{692FA09B-1FAD-4185-B30B-6CD7B29E4A28}" destId="{A6125AF2-E699-4443-AB46-8D9C8A510938}" srcOrd="3" destOrd="0" presId="urn:microsoft.com/office/officeart/2005/8/layout/vList2"/>
    <dgm:cxn modelId="{611C686F-542A-4AB8-A296-9D51C7B05E62}" type="presParOf" srcId="{692FA09B-1FAD-4185-B30B-6CD7B29E4A28}" destId="{3DAD0436-2EBF-4131-9B42-E474948ED862}" srcOrd="4" destOrd="0" presId="urn:microsoft.com/office/officeart/2005/8/layout/vList2"/>
    <dgm:cxn modelId="{DC339891-AEB1-4601-B0FD-BA821BA5A7AC}" type="presParOf" srcId="{692FA09B-1FAD-4185-B30B-6CD7B29E4A28}" destId="{81FACEDC-FC06-46E0-8E3D-A3257436E37C}" srcOrd="5" destOrd="0" presId="urn:microsoft.com/office/officeart/2005/8/layout/vList2"/>
    <dgm:cxn modelId="{5A5C54A2-2FD3-4B8D-816E-CB054CDF52F3}" type="presParOf" srcId="{692FA09B-1FAD-4185-B30B-6CD7B29E4A28}" destId="{B85A7E4A-D239-4382-BF40-FDA628EFBA55}" srcOrd="6" destOrd="0" presId="urn:microsoft.com/office/officeart/2005/8/layout/vList2"/>
    <dgm:cxn modelId="{62C15FE7-3641-435F-A7FD-1391F6B82021}" type="presParOf" srcId="{692FA09B-1FAD-4185-B30B-6CD7B29E4A28}" destId="{60CD4589-706D-479A-9856-85A12ABF845B}" srcOrd="7" destOrd="0" presId="urn:microsoft.com/office/officeart/2005/8/layout/vList2"/>
    <dgm:cxn modelId="{83ACE9F0-44FE-4170-B4FF-D31726D746BB}" type="presParOf" srcId="{692FA09B-1FAD-4185-B30B-6CD7B29E4A28}" destId="{2237D046-019A-4675-9A80-84BA7567A8B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8024E0-D504-4146-84D4-5109BAEEF5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93EB1C-3C19-4D19-9F0E-D563F49E01C8}">
      <dgm:prSet/>
      <dgm:spPr/>
      <dgm:t>
        <a:bodyPr/>
        <a:lstStyle/>
        <a:p>
          <a:r>
            <a:rPr lang="en-US"/>
            <a:t>Bloque 1 → Fundamentos (cmdlets, pipeline, variables)</a:t>
          </a:r>
        </a:p>
      </dgm:t>
    </dgm:pt>
    <dgm:pt modelId="{9414C5AA-AA6E-416A-9E5D-367683AECF7D}" type="parTrans" cxnId="{220651BA-3A7C-40BC-A088-3F3C69CD1903}">
      <dgm:prSet/>
      <dgm:spPr/>
      <dgm:t>
        <a:bodyPr/>
        <a:lstStyle/>
        <a:p>
          <a:endParaRPr lang="en-US"/>
        </a:p>
      </dgm:t>
    </dgm:pt>
    <dgm:pt modelId="{30B3366F-1DD1-4F25-B832-EF12A5BA7E80}" type="sibTrans" cxnId="{220651BA-3A7C-40BC-A088-3F3C69CD1903}">
      <dgm:prSet/>
      <dgm:spPr/>
      <dgm:t>
        <a:bodyPr/>
        <a:lstStyle/>
        <a:p>
          <a:endParaRPr lang="en-US"/>
        </a:p>
      </dgm:t>
    </dgm:pt>
    <dgm:pt modelId="{57F0DCFB-F73D-482E-B196-6C4B22033560}">
      <dgm:prSet/>
      <dgm:spPr/>
      <dgm:t>
        <a:bodyPr/>
        <a:lstStyle/>
        <a:p>
          <a:r>
            <a:rPr lang="en-US"/>
            <a:t>Bloque 2 → Aplicación práctica en administración del sistema</a:t>
          </a:r>
        </a:p>
      </dgm:t>
    </dgm:pt>
    <dgm:pt modelId="{7E0E48C6-D238-428E-86AF-7C491C13FF96}" type="parTrans" cxnId="{19E25520-7869-44B3-856F-5FF07128A404}">
      <dgm:prSet/>
      <dgm:spPr/>
      <dgm:t>
        <a:bodyPr/>
        <a:lstStyle/>
        <a:p>
          <a:endParaRPr lang="en-US"/>
        </a:p>
      </dgm:t>
    </dgm:pt>
    <dgm:pt modelId="{5967AE76-5D3F-4041-9E0B-935F43F6A0C2}" type="sibTrans" cxnId="{19E25520-7869-44B3-856F-5FF07128A404}">
      <dgm:prSet/>
      <dgm:spPr/>
      <dgm:t>
        <a:bodyPr/>
        <a:lstStyle/>
        <a:p>
          <a:endParaRPr lang="en-US"/>
        </a:p>
      </dgm:t>
    </dgm:pt>
    <dgm:pt modelId="{D2F2A33D-544C-4D31-9F01-905891A8A54D}" type="pres">
      <dgm:prSet presAssocID="{CF8024E0-D504-4146-84D4-5109BAEEF542}" presName="root" presStyleCnt="0">
        <dgm:presLayoutVars>
          <dgm:dir/>
          <dgm:resizeHandles val="exact"/>
        </dgm:presLayoutVars>
      </dgm:prSet>
      <dgm:spPr/>
    </dgm:pt>
    <dgm:pt modelId="{A0FE2805-9E32-4434-9C50-BD0534F68351}" type="pres">
      <dgm:prSet presAssocID="{3E93EB1C-3C19-4D19-9F0E-D563F49E01C8}" presName="compNode" presStyleCnt="0"/>
      <dgm:spPr/>
    </dgm:pt>
    <dgm:pt modelId="{20FB088F-57CC-4DA0-B458-2240AF881027}" type="pres">
      <dgm:prSet presAssocID="{3E93EB1C-3C19-4D19-9F0E-D563F49E01C8}" presName="bgRect" presStyleLbl="bgShp" presStyleIdx="0" presStyleCnt="2"/>
      <dgm:spPr/>
    </dgm:pt>
    <dgm:pt modelId="{1FDF1703-4380-4A9F-87E4-CDC960BA03C7}" type="pres">
      <dgm:prSet presAssocID="{3E93EB1C-3C19-4D19-9F0E-D563F49E01C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5317B6C9-2218-4274-8DA5-1710DB61E89A}" type="pres">
      <dgm:prSet presAssocID="{3E93EB1C-3C19-4D19-9F0E-D563F49E01C8}" presName="spaceRect" presStyleCnt="0"/>
      <dgm:spPr/>
    </dgm:pt>
    <dgm:pt modelId="{D7AB97BA-C97B-469F-8153-B686840D224A}" type="pres">
      <dgm:prSet presAssocID="{3E93EB1C-3C19-4D19-9F0E-D563F49E01C8}" presName="parTx" presStyleLbl="revTx" presStyleIdx="0" presStyleCnt="2">
        <dgm:presLayoutVars>
          <dgm:chMax val="0"/>
          <dgm:chPref val="0"/>
        </dgm:presLayoutVars>
      </dgm:prSet>
      <dgm:spPr/>
    </dgm:pt>
    <dgm:pt modelId="{7EFEB313-112D-4C27-B3C6-9D89EFEE9DB0}" type="pres">
      <dgm:prSet presAssocID="{30B3366F-1DD1-4F25-B832-EF12A5BA7E80}" presName="sibTrans" presStyleCnt="0"/>
      <dgm:spPr/>
    </dgm:pt>
    <dgm:pt modelId="{234B0FD5-4F27-48CF-94B0-6416423EA7E9}" type="pres">
      <dgm:prSet presAssocID="{57F0DCFB-F73D-482E-B196-6C4B22033560}" presName="compNode" presStyleCnt="0"/>
      <dgm:spPr/>
    </dgm:pt>
    <dgm:pt modelId="{A84B9A18-121E-44E8-A8CF-0DCEA01529EF}" type="pres">
      <dgm:prSet presAssocID="{57F0DCFB-F73D-482E-B196-6C4B22033560}" presName="bgRect" presStyleLbl="bgShp" presStyleIdx="1" presStyleCnt="2"/>
      <dgm:spPr/>
    </dgm:pt>
    <dgm:pt modelId="{D9C14736-9A6B-48A3-A059-C95E03049817}" type="pres">
      <dgm:prSet presAssocID="{57F0DCFB-F73D-482E-B196-6C4B2203356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297FB26-8C39-4D06-8A91-DC82960E32B4}" type="pres">
      <dgm:prSet presAssocID="{57F0DCFB-F73D-482E-B196-6C4B22033560}" presName="spaceRect" presStyleCnt="0"/>
      <dgm:spPr/>
    </dgm:pt>
    <dgm:pt modelId="{9982087E-4A94-40D7-87C4-97FD00D8C675}" type="pres">
      <dgm:prSet presAssocID="{57F0DCFB-F73D-482E-B196-6C4B2203356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9E25520-7869-44B3-856F-5FF07128A404}" srcId="{CF8024E0-D504-4146-84D4-5109BAEEF542}" destId="{57F0DCFB-F73D-482E-B196-6C4B22033560}" srcOrd="1" destOrd="0" parTransId="{7E0E48C6-D238-428E-86AF-7C491C13FF96}" sibTransId="{5967AE76-5D3F-4041-9E0B-935F43F6A0C2}"/>
    <dgm:cxn modelId="{94A73E82-52BE-4385-A4D3-7B22976FCB79}" type="presOf" srcId="{CF8024E0-D504-4146-84D4-5109BAEEF542}" destId="{D2F2A33D-544C-4D31-9F01-905891A8A54D}" srcOrd="0" destOrd="0" presId="urn:microsoft.com/office/officeart/2018/2/layout/IconVerticalSolidList"/>
    <dgm:cxn modelId="{9C05658C-4F03-4FC4-BDFC-176073C8D43E}" type="presOf" srcId="{57F0DCFB-F73D-482E-B196-6C4B22033560}" destId="{9982087E-4A94-40D7-87C4-97FD00D8C675}" srcOrd="0" destOrd="0" presId="urn:microsoft.com/office/officeart/2018/2/layout/IconVerticalSolidList"/>
    <dgm:cxn modelId="{220651BA-3A7C-40BC-A088-3F3C69CD1903}" srcId="{CF8024E0-D504-4146-84D4-5109BAEEF542}" destId="{3E93EB1C-3C19-4D19-9F0E-D563F49E01C8}" srcOrd="0" destOrd="0" parTransId="{9414C5AA-AA6E-416A-9E5D-367683AECF7D}" sibTransId="{30B3366F-1DD1-4F25-B832-EF12A5BA7E80}"/>
    <dgm:cxn modelId="{A2A326D1-1971-46F4-B55B-BD88AE62E9F1}" type="presOf" srcId="{3E93EB1C-3C19-4D19-9F0E-D563F49E01C8}" destId="{D7AB97BA-C97B-469F-8153-B686840D224A}" srcOrd="0" destOrd="0" presId="urn:microsoft.com/office/officeart/2018/2/layout/IconVerticalSolidList"/>
    <dgm:cxn modelId="{15F5F17F-B89E-42A5-B571-361B28266EEE}" type="presParOf" srcId="{D2F2A33D-544C-4D31-9F01-905891A8A54D}" destId="{A0FE2805-9E32-4434-9C50-BD0534F68351}" srcOrd="0" destOrd="0" presId="urn:microsoft.com/office/officeart/2018/2/layout/IconVerticalSolidList"/>
    <dgm:cxn modelId="{678F6A86-B661-460F-A770-146D100C5A11}" type="presParOf" srcId="{A0FE2805-9E32-4434-9C50-BD0534F68351}" destId="{20FB088F-57CC-4DA0-B458-2240AF881027}" srcOrd="0" destOrd="0" presId="urn:microsoft.com/office/officeart/2018/2/layout/IconVerticalSolidList"/>
    <dgm:cxn modelId="{D6F8E391-495B-48E4-BE4A-44D5FC7CC949}" type="presParOf" srcId="{A0FE2805-9E32-4434-9C50-BD0534F68351}" destId="{1FDF1703-4380-4A9F-87E4-CDC960BA03C7}" srcOrd="1" destOrd="0" presId="urn:microsoft.com/office/officeart/2018/2/layout/IconVerticalSolidList"/>
    <dgm:cxn modelId="{4B62B7FD-C334-47DD-A178-24D7284A79F9}" type="presParOf" srcId="{A0FE2805-9E32-4434-9C50-BD0534F68351}" destId="{5317B6C9-2218-4274-8DA5-1710DB61E89A}" srcOrd="2" destOrd="0" presId="urn:microsoft.com/office/officeart/2018/2/layout/IconVerticalSolidList"/>
    <dgm:cxn modelId="{3CBB8350-824D-4BC2-851B-5B01328B141D}" type="presParOf" srcId="{A0FE2805-9E32-4434-9C50-BD0534F68351}" destId="{D7AB97BA-C97B-469F-8153-B686840D224A}" srcOrd="3" destOrd="0" presId="urn:microsoft.com/office/officeart/2018/2/layout/IconVerticalSolidList"/>
    <dgm:cxn modelId="{F4E6F3AF-7391-45A8-AE22-ABFF68950803}" type="presParOf" srcId="{D2F2A33D-544C-4D31-9F01-905891A8A54D}" destId="{7EFEB313-112D-4C27-B3C6-9D89EFEE9DB0}" srcOrd="1" destOrd="0" presId="urn:microsoft.com/office/officeart/2018/2/layout/IconVerticalSolidList"/>
    <dgm:cxn modelId="{2323966A-7520-48EB-88C1-11676C6E4B0F}" type="presParOf" srcId="{D2F2A33D-544C-4D31-9F01-905891A8A54D}" destId="{234B0FD5-4F27-48CF-94B0-6416423EA7E9}" srcOrd="2" destOrd="0" presId="urn:microsoft.com/office/officeart/2018/2/layout/IconVerticalSolidList"/>
    <dgm:cxn modelId="{8A1FCA65-E44F-4F71-A28C-6304F1B1AA3E}" type="presParOf" srcId="{234B0FD5-4F27-48CF-94B0-6416423EA7E9}" destId="{A84B9A18-121E-44E8-A8CF-0DCEA01529EF}" srcOrd="0" destOrd="0" presId="urn:microsoft.com/office/officeart/2018/2/layout/IconVerticalSolidList"/>
    <dgm:cxn modelId="{815E8A69-5DB3-4650-BE8C-D65550D172C5}" type="presParOf" srcId="{234B0FD5-4F27-48CF-94B0-6416423EA7E9}" destId="{D9C14736-9A6B-48A3-A059-C95E03049817}" srcOrd="1" destOrd="0" presId="urn:microsoft.com/office/officeart/2018/2/layout/IconVerticalSolidList"/>
    <dgm:cxn modelId="{07EFACD3-B1E2-4E7C-9691-C94A0AE34E6A}" type="presParOf" srcId="{234B0FD5-4F27-48CF-94B0-6416423EA7E9}" destId="{5297FB26-8C39-4D06-8A91-DC82960E32B4}" srcOrd="2" destOrd="0" presId="urn:microsoft.com/office/officeart/2018/2/layout/IconVerticalSolidList"/>
    <dgm:cxn modelId="{D359544E-BB03-4022-AF46-4AABE02054B2}" type="presParOf" srcId="{234B0FD5-4F27-48CF-94B0-6416423EA7E9}" destId="{9982087E-4A94-40D7-87C4-97FD00D8C6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B781B9-4980-41C2-A1E7-F6583838AC8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36D7CDF-0FAB-4391-A6A2-76DE814F471A}">
      <dgm:prSet/>
      <dgm:spPr/>
      <dgm:t>
        <a:bodyPr/>
        <a:lstStyle/>
        <a:p>
          <a:r>
            <a:rPr lang="en-US"/>
            <a:t>CMD:</a:t>
          </a:r>
        </a:p>
      </dgm:t>
    </dgm:pt>
    <dgm:pt modelId="{7613BB90-10D1-4314-AC08-6038F9A7AE31}" type="parTrans" cxnId="{4D958FD0-60F6-434F-A955-FBE2D9DAF7A4}">
      <dgm:prSet/>
      <dgm:spPr/>
      <dgm:t>
        <a:bodyPr/>
        <a:lstStyle/>
        <a:p>
          <a:endParaRPr lang="en-US"/>
        </a:p>
      </dgm:t>
    </dgm:pt>
    <dgm:pt modelId="{CE4051B5-90C3-445F-B487-F007A54959E7}" type="sibTrans" cxnId="{4D958FD0-60F6-434F-A955-FBE2D9DAF7A4}">
      <dgm:prSet/>
      <dgm:spPr/>
      <dgm:t>
        <a:bodyPr/>
        <a:lstStyle/>
        <a:p>
          <a:endParaRPr lang="en-US"/>
        </a:p>
      </dgm:t>
    </dgm:pt>
    <dgm:pt modelId="{EB3B6EBE-650C-4B01-8FD2-AD5935BED080}">
      <dgm:prSet/>
      <dgm:spPr/>
      <dgm:t>
        <a:bodyPr/>
        <a:lstStyle/>
        <a:p>
          <a:r>
            <a:rPr lang="en-US"/>
            <a:t>• Basado en texto</a:t>
          </a:r>
        </a:p>
      </dgm:t>
    </dgm:pt>
    <dgm:pt modelId="{0E967FED-25ED-490A-8D07-7B926083DC1D}" type="parTrans" cxnId="{C5777AD7-C476-457F-B4FA-9DD5D4ECD21C}">
      <dgm:prSet/>
      <dgm:spPr/>
      <dgm:t>
        <a:bodyPr/>
        <a:lstStyle/>
        <a:p>
          <a:endParaRPr lang="en-US"/>
        </a:p>
      </dgm:t>
    </dgm:pt>
    <dgm:pt modelId="{FBE1DF31-751F-46C1-9526-78BDDEAE730A}" type="sibTrans" cxnId="{C5777AD7-C476-457F-B4FA-9DD5D4ECD21C}">
      <dgm:prSet/>
      <dgm:spPr/>
      <dgm:t>
        <a:bodyPr/>
        <a:lstStyle/>
        <a:p>
          <a:endParaRPr lang="en-US"/>
        </a:p>
      </dgm:t>
    </dgm:pt>
    <dgm:pt modelId="{38148881-D18D-4ACD-8DBE-BF40432C9E10}">
      <dgm:prSet/>
      <dgm:spPr/>
      <dgm:t>
        <a:bodyPr/>
        <a:lstStyle/>
        <a:p>
          <a:r>
            <a:rPr lang="en-US"/>
            <a:t>• Limitado</a:t>
          </a:r>
        </a:p>
      </dgm:t>
    </dgm:pt>
    <dgm:pt modelId="{DEEC39F0-D0C2-4AFE-849B-C8B08E3BA473}" type="parTrans" cxnId="{B500CB82-E845-423B-B092-ACE3BDF26C94}">
      <dgm:prSet/>
      <dgm:spPr/>
      <dgm:t>
        <a:bodyPr/>
        <a:lstStyle/>
        <a:p>
          <a:endParaRPr lang="en-US"/>
        </a:p>
      </dgm:t>
    </dgm:pt>
    <dgm:pt modelId="{73C93E76-727F-4B36-B86C-D987E213E852}" type="sibTrans" cxnId="{B500CB82-E845-423B-B092-ACE3BDF26C94}">
      <dgm:prSet/>
      <dgm:spPr/>
      <dgm:t>
        <a:bodyPr/>
        <a:lstStyle/>
        <a:p>
          <a:endParaRPr lang="en-US"/>
        </a:p>
      </dgm:t>
    </dgm:pt>
    <dgm:pt modelId="{4289FF0F-EC38-41A4-99CF-601F75FB9B3B}">
      <dgm:prSet/>
      <dgm:spPr/>
      <dgm:t>
        <a:bodyPr/>
        <a:lstStyle/>
        <a:p>
          <a:r>
            <a:rPr lang="en-US"/>
            <a:t>PowerShell:</a:t>
          </a:r>
        </a:p>
      </dgm:t>
    </dgm:pt>
    <dgm:pt modelId="{9CDCC70E-C88B-45CD-BACC-F7E0A20410EA}" type="parTrans" cxnId="{8C73B908-2830-4A40-A86B-1043C5BEBE8B}">
      <dgm:prSet/>
      <dgm:spPr/>
      <dgm:t>
        <a:bodyPr/>
        <a:lstStyle/>
        <a:p>
          <a:endParaRPr lang="en-US"/>
        </a:p>
      </dgm:t>
    </dgm:pt>
    <dgm:pt modelId="{1E1D4D00-4447-43F6-B4DD-A60CC12AB3B8}" type="sibTrans" cxnId="{8C73B908-2830-4A40-A86B-1043C5BEBE8B}">
      <dgm:prSet/>
      <dgm:spPr/>
      <dgm:t>
        <a:bodyPr/>
        <a:lstStyle/>
        <a:p>
          <a:endParaRPr lang="en-US"/>
        </a:p>
      </dgm:t>
    </dgm:pt>
    <dgm:pt modelId="{12E4D522-36B2-4145-BAAE-48B28D44E4DA}">
      <dgm:prSet/>
      <dgm:spPr/>
      <dgm:t>
        <a:bodyPr/>
        <a:lstStyle/>
        <a:p>
          <a:r>
            <a:rPr lang="en-US"/>
            <a:t>• Basado en objetos</a:t>
          </a:r>
        </a:p>
      </dgm:t>
    </dgm:pt>
    <dgm:pt modelId="{CA04B8BC-0EAA-4E04-9C88-8D7DA1592CD0}" type="parTrans" cxnId="{65837C3B-0BE3-4E7C-B91B-D0E40472907C}">
      <dgm:prSet/>
      <dgm:spPr/>
      <dgm:t>
        <a:bodyPr/>
        <a:lstStyle/>
        <a:p>
          <a:endParaRPr lang="en-US"/>
        </a:p>
      </dgm:t>
    </dgm:pt>
    <dgm:pt modelId="{16EFCA25-6C81-41D7-AA6A-B1CA2AB10A15}" type="sibTrans" cxnId="{65837C3B-0BE3-4E7C-B91B-D0E40472907C}">
      <dgm:prSet/>
      <dgm:spPr/>
      <dgm:t>
        <a:bodyPr/>
        <a:lstStyle/>
        <a:p>
          <a:endParaRPr lang="en-US"/>
        </a:p>
      </dgm:t>
    </dgm:pt>
    <dgm:pt modelId="{EBFEF0B9-8C8E-499A-B8FF-8B6B5196DB56}">
      <dgm:prSet/>
      <dgm:spPr/>
      <dgm:t>
        <a:bodyPr/>
        <a:lstStyle/>
        <a:p>
          <a:r>
            <a:rPr lang="en-US"/>
            <a:t>• Más potente y flexible</a:t>
          </a:r>
        </a:p>
      </dgm:t>
    </dgm:pt>
    <dgm:pt modelId="{121F1AD0-AB54-4A25-AFA9-86D8126C3DA8}" type="parTrans" cxnId="{6E085A2C-2B04-489E-B16D-90C99194F8AC}">
      <dgm:prSet/>
      <dgm:spPr/>
      <dgm:t>
        <a:bodyPr/>
        <a:lstStyle/>
        <a:p>
          <a:endParaRPr lang="en-US"/>
        </a:p>
      </dgm:t>
    </dgm:pt>
    <dgm:pt modelId="{37A4D2A0-58F0-48AF-8115-D6E85805D788}" type="sibTrans" cxnId="{6E085A2C-2B04-489E-B16D-90C99194F8AC}">
      <dgm:prSet/>
      <dgm:spPr/>
      <dgm:t>
        <a:bodyPr/>
        <a:lstStyle/>
        <a:p>
          <a:endParaRPr lang="en-US"/>
        </a:p>
      </dgm:t>
    </dgm:pt>
    <dgm:pt modelId="{AD9F5085-9797-4BA8-AEE6-305F67762462}" type="pres">
      <dgm:prSet presAssocID="{92B781B9-4980-41C2-A1E7-F6583838AC86}" presName="vert0" presStyleCnt="0">
        <dgm:presLayoutVars>
          <dgm:dir/>
          <dgm:animOne val="branch"/>
          <dgm:animLvl val="lvl"/>
        </dgm:presLayoutVars>
      </dgm:prSet>
      <dgm:spPr/>
    </dgm:pt>
    <dgm:pt modelId="{6F43428B-D9C7-4511-B8E5-66A5BB97DCC1}" type="pres">
      <dgm:prSet presAssocID="{D36D7CDF-0FAB-4391-A6A2-76DE814F471A}" presName="thickLine" presStyleLbl="alignNode1" presStyleIdx="0" presStyleCnt="6"/>
      <dgm:spPr/>
    </dgm:pt>
    <dgm:pt modelId="{72B2918E-8060-4BDD-9DBB-E3B1DC1A296F}" type="pres">
      <dgm:prSet presAssocID="{D36D7CDF-0FAB-4391-A6A2-76DE814F471A}" presName="horz1" presStyleCnt="0"/>
      <dgm:spPr/>
    </dgm:pt>
    <dgm:pt modelId="{C47244D2-998D-4F2B-A28F-1137085A7A52}" type="pres">
      <dgm:prSet presAssocID="{D36D7CDF-0FAB-4391-A6A2-76DE814F471A}" presName="tx1" presStyleLbl="revTx" presStyleIdx="0" presStyleCnt="6"/>
      <dgm:spPr/>
    </dgm:pt>
    <dgm:pt modelId="{7D956986-D51A-4118-8224-6E40501DF210}" type="pres">
      <dgm:prSet presAssocID="{D36D7CDF-0FAB-4391-A6A2-76DE814F471A}" presName="vert1" presStyleCnt="0"/>
      <dgm:spPr/>
    </dgm:pt>
    <dgm:pt modelId="{C85E875C-8C67-4D74-9C94-C2AA0024F9EE}" type="pres">
      <dgm:prSet presAssocID="{EB3B6EBE-650C-4B01-8FD2-AD5935BED080}" presName="thickLine" presStyleLbl="alignNode1" presStyleIdx="1" presStyleCnt="6"/>
      <dgm:spPr/>
    </dgm:pt>
    <dgm:pt modelId="{D85D9C0F-7B05-4A23-BF2E-A83FE31F2F91}" type="pres">
      <dgm:prSet presAssocID="{EB3B6EBE-650C-4B01-8FD2-AD5935BED080}" presName="horz1" presStyleCnt="0"/>
      <dgm:spPr/>
    </dgm:pt>
    <dgm:pt modelId="{C42DE39C-E318-4602-B0D2-C0797E3CE4B0}" type="pres">
      <dgm:prSet presAssocID="{EB3B6EBE-650C-4B01-8FD2-AD5935BED080}" presName="tx1" presStyleLbl="revTx" presStyleIdx="1" presStyleCnt="6"/>
      <dgm:spPr/>
    </dgm:pt>
    <dgm:pt modelId="{FFFFBB18-A8FA-426D-A4DB-9D7147184620}" type="pres">
      <dgm:prSet presAssocID="{EB3B6EBE-650C-4B01-8FD2-AD5935BED080}" presName="vert1" presStyleCnt="0"/>
      <dgm:spPr/>
    </dgm:pt>
    <dgm:pt modelId="{A4482AD5-17E2-4C64-883B-1FE9BFEC19A6}" type="pres">
      <dgm:prSet presAssocID="{38148881-D18D-4ACD-8DBE-BF40432C9E10}" presName="thickLine" presStyleLbl="alignNode1" presStyleIdx="2" presStyleCnt="6"/>
      <dgm:spPr/>
    </dgm:pt>
    <dgm:pt modelId="{12AC73A4-DB62-4329-BB1A-9A23EA4CFB99}" type="pres">
      <dgm:prSet presAssocID="{38148881-D18D-4ACD-8DBE-BF40432C9E10}" presName="horz1" presStyleCnt="0"/>
      <dgm:spPr/>
    </dgm:pt>
    <dgm:pt modelId="{BF971A59-C4A4-4201-B0C6-C7D6AA98D28B}" type="pres">
      <dgm:prSet presAssocID="{38148881-D18D-4ACD-8DBE-BF40432C9E10}" presName="tx1" presStyleLbl="revTx" presStyleIdx="2" presStyleCnt="6"/>
      <dgm:spPr/>
    </dgm:pt>
    <dgm:pt modelId="{423D0C2F-5CC3-42EC-B95D-1B8757B498F8}" type="pres">
      <dgm:prSet presAssocID="{38148881-D18D-4ACD-8DBE-BF40432C9E10}" presName="vert1" presStyleCnt="0"/>
      <dgm:spPr/>
    </dgm:pt>
    <dgm:pt modelId="{1068EE80-0FC7-4F70-89C9-9A99F24DBB85}" type="pres">
      <dgm:prSet presAssocID="{4289FF0F-EC38-41A4-99CF-601F75FB9B3B}" presName="thickLine" presStyleLbl="alignNode1" presStyleIdx="3" presStyleCnt="6"/>
      <dgm:spPr/>
    </dgm:pt>
    <dgm:pt modelId="{291413B8-EBEB-4620-B844-4289FEEC6ACE}" type="pres">
      <dgm:prSet presAssocID="{4289FF0F-EC38-41A4-99CF-601F75FB9B3B}" presName="horz1" presStyleCnt="0"/>
      <dgm:spPr/>
    </dgm:pt>
    <dgm:pt modelId="{C603B01A-1878-4340-A091-B873E504DA99}" type="pres">
      <dgm:prSet presAssocID="{4289FF0F-EC38-41A4-99CF-601F75FB9B3B}" presName="tx1" presStyleLbl="revTx" presStyleIdx="3" presStyleCnt="6"/>
      <dgm:spPr/>
    </dgm:pt>
    <dgm:pt modelId="{897FD013-1C7F-4924-AE92-1C4A223C2617}" type="pres">
      <dgm:prSet presAssocID="{4289FF0F-EC38-41A4-99CF-601F75FB9B3B}" presName="vert1" presStyleCnt="0"/>
      <dgm:spPr/>
    </dgm:pt>
    <dgm:pt modelId="{45EEEC82-2A24-48DC-8370-A4DAECF54583}" type="pres">
      <dgm:prSet presAssocID="{12E4D522-36B2-4145-BAAE-48B28D44E4DA}" presName="thickLine" presStyleLbl="alignNode1" presStyleIdx="4" presStyleCnt="6"/>
      <dgm:spPr/>
    </dgm:pt>
    <dgm:pt modelId="{02176BFC-4B30-4F5B-B330-0B4A68650BCB}" type="pres">
      <dgm:prSet presAssocID="{12E4D522-36B2-4145-BAAE-48B28D44E4DA}" presName="horz1" presStyleCnt="0"/>
      <dgm:spPr/>
    </dgm:pt>
    <dgm:pt modelId="{6BFAFB2B-E34D-4ECD-8396-7F68AE9E3A60}" type="pres">
      <dgm:prSet presAssocID="{12E4D522-36B2-4145-BAAE-48B28D44E4DA}" presName="tx1" presStyleLbl="revTx" presStyleIdx="4" presStyleCnt="6"/>
      <dgm:spPr/>
    </dgm:pt>
    <dgm:pt modelId="{F349F795-F6D4-406E-A4E6-0B8801427E93}" type="pres">
      <dgm:prSet presAssocID="{12E4D522-36B2-4145-BAAE-48B28D44E4DA}" presName="vert1" presStyleCnt="0"/>
      <dgm:spPr/>
    </dgm:pt>
    <dgm:pt modelId="{89B50A49-A5D2-465D-BE0D-B7E0A468C821}" type="pres">
      <dgm:prSet presAssocID="{EBFEF0B9-8C8E-499A-B8FF-8B6B5196DB56}" presName="thickLine" presStyleLbl="alignNode1" presStyleIdx="5" presStyleCnt="6"/>
      <dgm:spPr/>
    </dgm:pt>
    <dgm:pt modelId="{438DECF3-EAAF-4E6C-97AA-A1AFF0F0CA01}" type="pres">
      <dgm:prSet presAssocID="{EBFEF0B9-8C8E-499A-B8FF-8B6B5196DB56}" presName="horz1" presStyleCnt="0"/>
      <dgm:spPr/>
    </dgm:pt>
    <dgm:pt modelId="{FB4EF337-067D-4395-9CF6-FF09C425C592}" type="pres">
      <dgm:prSet presAssocID="{EBFEF0B9-8C8E-499A-B8FF-8B6B5196DB56}" presName="tx1" presStyleLbl="revTx" presStyleIdx="5" presStyleCnt="6"/>
      <dgm:spPr/>
    </dgm:pt>
    <dgm:pt modelId="{C22FCB3D-7D94-4C25-B7A9-BCB3C4F814EC}" type="pres">
      <dgm:prSet presAssocID="{EBFEF0B9-8C8E-499A-B8FF-8B6B5196DB56}" presName="vert1" presStyleCnt="0"/>
      <dgm:spPr/>
    </dgm:pt>
  </dgm:ptLst>
  <dgm:cxnLst>
    <dgm:cxn modelId="{8C73B908-2830-4A40-A86B-1043C5BEBE8B}" srcId="{92B781B9-4980-41C2-A1E7-F6583838AC86}" destId="{4289FF0F-EC38-41A4-99CF-601F75FB9B3B}" srcOrd="3" destOrd="0" parTransId="{9CDCC70E-C88B-45CD-BACC-F7E0A20410EA}" sibTransId="{1E1D4D00-4447-43F6-B4DD-A60CC12AB3B8}"/>
    <dgm:cxn modelId="{91F01A25-5274-4B04-B6F4-0CBD1EACD6BB}" type="presOf" srcId="{12E4D522-36B2-4145-BAAE-48B28D44E4DA}" destId="{6BFAFB2B-E34D-4ECD-8396-7F68AE9E3A60}" srcOrd="0" destOrd="0" presId="urn:microsoft.com/office/officeart/2008/layout/LinedList"/>
    <dgm:cxn modelId="{6E085A2C-2B04-489E-B16D-90C99194F8AC}" srcId="{92B781B9-4980-41C2-A1E7-F6583838AC86}" destId="{EBFEF0B9-8C8E-499A-B8FF-8B6B5196DB56}" srcOrd="5" destOrd="0" parTransId="{121F1AD0-AB54-4A25-AFA9-86D8126C3DA8}" sibTransId="{37A4D2A0-58F0-48AF-8115-D6E85805D788}"/>
    <dgm:cxn modelId="{65837C3B-0BE3-4E7C-B91B-D0E40472907C}" srcId="{92B781B9-4980-41C2-A1E7-F6583838AC86}" destId="{12E4D522-36B2-4145-BAAE-48B28D44E4DA}" srcOrd="4" destOrd="0" parTransId="{CA04B8BC-0EAA-4E04-9C88-8D7DA1592CD0}" sibTransId="{16EFCA25-6C81-41D7-AA6A-B1CA2AB10A15}"/>
    <dgm:cxn modelId="{D78CE13E-6033-4E24-80B9-9C5A657B8266}" type="presOf" srcId="{4289FF0F-EC38-41A4-99CF-601F75FB9B3B}" destId="{C603B01A-1878-4340-A091-B873E504DA99}" srcOrd="0" destOrd="0" presId="urn:microsoft.com/office/officeart/2008/layout/LinedList"/>
    <dgm:cxn modelId="{DC0F256E-4A23-4087-BDF0-633135017E2F}" type="presOf" srcId="{92B781B9-4980-41C2-A1E7-F6583838AC86}" destId="{AD9F5085-9797-4BA8-AEE6-305F67762462}" srcOrd="0" destOrd="0" presId="urn:microsoft.com/office/officeart/2008/layout/LinedList"/>
    <dgm:cxn modelId="{B500CB82-E845-423B-B092-ACE3BDF26C94}" srcId="{92B781B9-4980-41C2-A1E7-F6583838AC86}" destId="{38148881-D18D-4ACD-8DBE-BF40432C9E10}" srcOrd="2" destOrd="0" parTransId="{DEEC39F0-D0C2-4AFE-849B-C8B08E3BA473}" sibTransId="{73C93E76-727F-4B36-B86C-D987E213E852}"/>
    <dgm:cxn modelId="{AA51A5BA-2FE4-42AF-842D-9413EA6CA74B}" type="presOf" srcId="{EB3B6EBE-650C-4B01-8FD2-AD5935BED080}" destId="{C42DE39C-E318-4602-B0D2-C0797E3CE4B0}" srcOrd="0" destOrd="0" presId="urn:microsoft.com/office/officeart/2008/layout/LinedList"/>
    <dgm:cxn modelId="{4D958FD0-60F6-434F-A955-FBE2D9DAF7A4}" srcId="{92B781B9-4980-41C2-A1E7-F6583838AC86}" destId="{D36D7CDF-0FAB-4391-A6A2-76DE814F471A}" srcOrd="0" destOrd="0" parTransId="{7613BB90-10D1-4314-AC08-6038F9A7AE31}" sibTransId="{CE4051B5-90C3-445F-B487-F007A54959E7}"/>
    <dgm:cxn modelId="{5D66E8D4-B60D-4232-977A-642906E3A399}" type="presOf" srcId="{38148881-D18D-4ACD-8DBE-BF40432C9E10}" destId="{BF971A59-C4A4-4201-B0C6-C7D6AA98D28B}" srcOrd="0" destOrd="0" presId="urn:microsoft.com/office/officeart/2008/layout/LinedList"/>
    <dgm:cxn modelId="{C5777AD7-C476-457F-B4FA-9DD5D4ECD21C}" srcId="{92B781B9-4980-41C2-A1E7-F6583838AC86}" destId="{EB3B6EBE-650C-4B01-8FD2-AD5935BED080}" srcOrd="1" destOrd="0" parTransId="{0E967FED-25ED-490A-8D07-7B926083DC1D}" sibTransId="{FBE1DF31-751F-46C1-9526-78BDDEAE730A}"/>
    <dgm:cxn modelId="{18C57AFB-743A-4625-B44B-169A39456E0B}" type="presOf" srcId="{EBFEF0B9-8C8E-499A-B8FF-8B6B5196DB56}" destId="{FB4EF337-067D-4395-9CF6-FF09C425C592}" srcOrd="0" destOrd="0" presId="urn:microsoft.com/office/officeart/2008/layout/LinedList"/>
    <dgm:cxn modelId="{45AF91FC-7A20-4AD0-A3D5-1E16AF5AAEE8}" type="presOf" srcId="{D36D7CDF-0FAB-4391-A6A2-76DE814F471A}" destId="{C47244D2-998D-4F2B-A28F-1137085A7A52}" srcOrd="0" destOrd="0" presId="urn:microsoft.com/office/officeart/2008/layout/LinedList"/>
    <dgm:cxn modelId="{C3C946BC-838D-4D7D-A775-3CA616D57A95}" type="presParOf" srcId="{AD9F5085-9797-4BA8-AEE6-305F67762462}" destId="{6F43428B-D9C7-4511-B8E5-66A5BB97DCC1}" srcOrd="0" destOrd="0" presId="urn:microsoft.com/office/officeart/2008/layout/LinedList"/>
    <dgm:cxn modelId="{B757562E-E835-45D0-B15C-0D1C7F35BFD7}" type="presParOf" srcId="{AD9F5085-9797-4BA8-AEE6-305F67762462}" destId="{72B2918E-8060-4BDD-9DBB-E3B1DC1A296F}" srcOrd="1" destOrd="0" presId="urn:microsoft.com/office/officeart/2008/layout/LinedList"/>
    <dgm:cxn modelId="{A788213F-8BDA-4585-9E68-E6B7BDAFCA40}" type="presParOf" srcId="{72B2918E-8060-4BDD-9DBB-E3B1DC1A296F}" destId="{C47244D2-998D-4F2B-A28F-1137085A7A52}" srcOrd="0" destOrd="0" presId="urn:microsoft.com/office/officeart/2008/layout/LinedList"/>
    <dgm:cxn modelId="{1B228DB6-E012-41FF-85D6-58F50FD8F3FD}" type="presParOf" srcId="{72B2918E-8060-4BDD-9DBB-E3B1DC1A296F}" destId="{7D956986-D51A-4118-8224-6E40501DF210}" srcOrd="1" destOrd="0" presId="urn:microsoft.com/office/officeart/2008/layout/LinedList"/>
    <dgm:cxn modelId="{8BA98927-81E5-4CE0-8FB6-C69948DA369F}" type="presParOf" srcId="{AD9F5085-9797-4BA8-AEE6-305F67762462}" destId="{C85E875C-8C67-4D74-9C94-C2AA0024F9EE}" srcOrd="2" destOrd="0" presId="urn:microsoft.com/office/officeart/2008/layout/LinedList"/>
    <dgm:cxn modelId="{4EC83AD5-C89D-4FAB-ADBC-26AB6F93829A}" type="presParOf" srcId="{AD9F5085-9797-4BA8-AEE6-305F67762462}" destId="{D85D9C0F-7B05-4A23-BF2E-A83FE31F2F91}" srcOrd="3" destOrd="0" presId="urn:microsoft.com/office/officeart/2008/layout/LinedList"/>
    <dgm:cxn modelId="{18B2C631-DE82-4A30-9107-71D45F03111F}" type="presParOf" srcId="{D85D9C0F-7B05-4A23-BF2E-A83FE31F2F91}" destId="{C42DE39C-E318-4602-B0D2-C0797E3CE4B0}" srcOrd="0" destOrd="0" presId="urn:microsoft.com/office/officeart/2008/layout/LinedList"/>
    <dgm:cxn modelId="{FB2AD546-3A8C-4CC0-8B64-EEB5725875E3}" type="presParOf" srcId="{D85D9C0F-7B05-4A23-BF2E-A83FE31F2F91}" destId="{FFFFBB18-A8FA-426D-A4DB-9D7147184620}" srcOrd="1" destOrd="0" presId="urn:microsoft.com/office/officeart/2008/layout/LinedList"/>
    <dgm:cxn modelId="{3904AA4E-8D82-45E9-A3EA-27A667676D89}" type="presParOf" srcId="{AD9F5085-9797-4BA8-AEE6-305F67762462}" destId="{A4482AD5-17E2-4C64-883B-1FE9BFEC19A6}" srcOrd="4" destOrd="0" presId="urn:microsoft.com/office/officeart/2008/layout/LinedList"/>
    <dgm:cxn modelId="{30B01D2B-84EE-4656-AA3D-3DFF9934F0CA}" type="presParOf" srcId="{AD9F5085-9797-4BA8-AEE6-305F67762462}" destId="{12AC73A4-DB62-4329-BB1A-9A23EA4CFB99}" srcOrd="5" destOrd="0" presId="urn:microsoft.com/office/officeart/2008/layout/LinedList"/>
    <dgm:cxn modelId="{7387BC77-4E32-49AA-AA5A-C53D62631246}" type="presParOf" srcId="{12AC73A4-DB62-4329-BB1A-9A23EA4CFB99}" destId="{BF971A59-C4A4-4201-B0C6-C7D6AA98D28B}" srcOrd="0" destOrd="0" presId="urn:microsoft.com/office/officeart/2008/layout/LinedList"/>
    <dgm:cxn modelId="{8D728478-648A-464A-A68B-8F2010F0F81E}" type="presParOf" srcId="{12AC73A4-DB62-4329-BB1A-9A23EA4CFB99}" destId="{423D0C2F-5CC3-42EC-B95D-1B8757B498F8}" srcOrd="1" destOrd="0" presId="urn:microsoft.com/office/officeart/2008/layout/LinedList"/>
    <dgm:cxn modelId="{0380726A-23FB-4141-B925-F4F9D2C78E27}" type="presParOf" srcId="{AD9F5085-9797-4BA8-AEE6-305F67762462}" destId="{1068EE80-0FC7-4F70-89C9-9A99F24DBB85}" srcOrd="6" destOrd="0" presId="urn:microsoft.com/office/officeart/2008/layout/LinedList"/>
    <dgm:cxn modelId="{05BFF023-5321-442A-860A-70654A4388EE}" type="presParOf" srcId="{AD9F5085-9797-4BA8-AEE6-305F67762462}" destId="{291413B8-EBEB-4620-B844-4289FEEC6ACE}" srcOrd="7" destOrd="0" presId="urn:microsoft.com/office/officeart/2008/layout/LinedList"/>
    <dgm:cxn modelId="{AC8FD868-E44B-463B-A386-E2AC9A26B009}" type="presParOf" srcId="{291413B8-EBEB-4620-B844-4289FEEC6ACE}" destId="{C603B01A-1878-4340-A091-B873E504DA99}" srcOrd="0" destOrd="0" presId="urn:microsoft.com/office/officeart/2008/layout/LinedList"/>
    <dgm:cxn modelId="{1FDB3D9C-6E23-4CCE-ADB3-0BF4D036F15C}" type="presParOf" srcId="{291413B8-EBEB-4620-B844-4289FEEC6ACE}" destId="{897FD013-1C7F-4924-AE92-1C4A223C2617}" srcOrd="1" destOrd="0" presId="urn:microsoft.com/office/officeart/2008/layout/LinedList"/>
    <dgm:cxn modelId="{AB258108-018A-4575-A6B7-1B01CAFAB86A}" type="presParOf" srcId="{AD9F5085-9797-4BA8-AEE6-305F67762462}" destId="{45EEEC82-2A24-48DC-8370-A4DAECF54583}" srcOrd="8" destOrd="0" presId="urn:microsoft.com/office/officeart/2008/layout/LinedList"/>
    <dgm:cxn modelId="{F8345C29-5C25-4533-8C45-B68B7AFA5C1E}" type="presParOf" srcId="{AD9F5085-9797-4BA8-AEE6-305F67762462}" destId="{02176BFC-4B30-4F5B-B330-0B4A68650BCB}" srcOrd="9" destOrd="0" presId="urn:microsoft.com/office/officeart/2008/layout/LinedList"/>
    <dgm:cxn modelId="{8E4D6FE0-3A7A-4CBD-B2DE-59BAFE8BA69F}" type="presParOf" srcId="{02176BFC-4B30-4F5B-B330-0B4A68650BCB}" destId="{6BFAFB2B-E34D-4ECD-8396-7F68AE9E3A60}" srcOrd="0" destOrd="0" presId="urn:microsoft.com/office/officeart/2008/layout/LinedList"/>
    <dgm:cxn modelId="{F1E168EA-0EA0-402F-BF97-3D808BA9F893}" type="presParOf" srcId="{02176BFC-4B30-4F5B-B330-0B4A68650BCB}" destId="{F349F795-F6D4-406E-A4E6-0B8801427E93}" srcOrd="1" destOrd="0" presId="urn:microsoft.com/office/officeart/2008/layout/LinedList"/>
    <dgm:cxn modelId="{F72A4998-7EA0-4FD5-B810-47BAE3004628}" type="presParOf" srcId="{AD9F5085-9797-4BA8-AEE6-305F67762462}" destId="{89B50A49-A5D2-465D-BE0D-B7E0A468C821}" srcOrd="10" destOrd="0" presId="urn:microsoft.com/office/officeart/2008/layout/LinedList"/>
    <dgm:cxn modelId="{5E095C65-F6A1-4E61-9E90-969050684CE7}" type="presParOf" srcId="{AD9F5085-9797-4BA8-AEE6-305F67762462}" destId="{438DECF3-EAAF-4E6C-97AA-A1AFF0F0CA01}" srcOrd="11" destOrd="0" presId="urn:microsoft.com/office/officeart/2008/layout/LinedList"/>
    <dgm:cxn modelId="{E26709A7-1B74-4F38-AD1A-E24F37B773A2}" type="presParOf" srcId="{438DECF3-EAAF-4E6C-97AA-A1AFF0F0CA01}" destId="{FB4EF337-067D-4395-9CF6-FF09C425C592}" srcOrd="0" destOrd="0" presId="urn:microsoft.com/office/officeart/2008/layout/LinedList"/>
    <dgm:cxn modelId="{B5F789BB-D173-48F3-A2E9-711A14682F24}" type="presParOf" srcId="{438DECF3-EAAF-4E6C-97AA-A1AFF0F0CA01}" destId="{C22FCB3D-7D94-4C25-B7A9-BCB3C4F814E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FC8A8C-0E51-4EAB-842E-3B271BEECF18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FA98585-5E32-4664-A0BE-C385CCBE84A4}">
      <dgm:prSet/>
      <dgm:spPr/>
      <dgm:t>
        <a:bodyPr/>
        <a:lstStyle/>
        <a:p>
          <a:r>
            <a:rPr lang="en-US"/>
            <a:t>• Get-</a:t>
          </a:r>
          <a:r>
            <a:rPr lang="en-US" err="1"/>
            <a:t>ChildItem</a:t>
          </a:r>
          <a:r>
            <a:rPr lang="en-US"/>
            <a:t> → Lista </a:t>
          </a:r>
          <a:r>
            <a:rPr lang="en-US" err="1"/>
            <a:t>contenido</a:t>
          </a:r>
          <a:r>
            <a:rPr lang="en-US"/>
            <a:t> de un </a:t>
          </a:r>
          <a:r>
            <a:rPr lang="en-US" err="1"/>
            <a:t>contenedor</a:t>
          </a:r>
          <a:r>
            <a:rPr lang="en-US"/>
            <a:t> </a:t>
          </a:r>
          <a:r>
            <a:rPr lang="en-US" err="1"/>
            <a:t>en</a:t>
          </a:r>
          <a:r>
            <a:rPr lang="en-US"/>
            <a:t> PowerShell (alias: ls, </a:t>
          </a:r>
          <a:r>
            <a:rPr lang="en-US" err="1"/>
            <a:t>dir</a:t>
          </a:r>
          <a:r>
            <a:rPr lang="en-US"/>
            <a:t>)</a:t>
          </a:r>
        </a:p>
      </dgm:t>
    </dgm:pt>
    <dgm:pt modelId="{146675F0-1F70-4B0F-A505-D73A524BDACC}" type="parTrans" cxnId="{22E45AED-EA2C-4DC0-BC5D-651DFB35646C}">
      <dgm:prSet/>
      <dgm:spPr/>
      <dgm:t>
        <a:bodyPr/>
        <a:lstStyle/>
        <a:p>
          <a:endParaRPr lang="en-US"/>
        </a:p>
      </dgm:t>
    </dgm:pt>
    <dgm:pt modelId="{EFB2E587-29D3-497A-8EDD-7D50D77D65C2}" type="sibTrans" cxnId="{22E45AED-EA2C-4DC0-BC5D-651DFB35646C}">
      <dgm:prSet/>
      <dgm:spPr/>
      <dgm:t>
        <a:bodyPr/>
        <a:lstStyle/>
        <a:p>
          <a:endParaRPr lang="en-US"/>
        </a:p>
      </dgm:t>
    </dgm:pt>
    <dgm:pt modelId="{FAA35617-D4AF-4A8E-98CA-BC7A383438B2}">
      <dgm:prSet/>
      <dgm:spPr/>
      <dgm:t>
        <a:bodyPr/>
        <a:lstStyle/>
        <a:p>
          <a:r>
            <a:rPr lang="en-US"/>
            <a:t>• New-Item → Crea archivos/carpetas</a:t>
          </a:r>
        </a:p>
      </dgm:t>
    </dgm:pt>
    <dgm:pt modelId="{40CB910B-D07F-48C3-9E71-852BE4A97433}" type="parTrans" cxnId="{D5873AB1-171D-46C0-AF51-E5DD958CB031}">
      <dgm:prSet/>
      <dgm:spPr/>
      <dgm:t>
        <a:bodyPr/>
        <a:lstStyle/>
        <a:p>
          <a:endParaRPr lang="en-US"/>
        </a:p>
      </dgm:t>
    </dgm:pt>
    <dgm:pt modelId="{3891301B-30AD-42F0-B03C-70F57D7AA12B}" type="sibTrans" cxnId="{D5873AB1-171D-46C0-AF51-E5DD958CB031}">
      <dgm:prSet/>
      <dgm:spPr/>
      <dgm:t>
        <a:bodyPr/>
        <a:lstStyle/>
        <a:p>
          <a:endParaRPr lang="en-US"/>
        </a:p>
      </dgm:t>
    </dgm:pt>
    <dgm:pt modelId="{57A74DC8-9AB1-4042-85B4-C43A746D6B16}">
      <dgm:prSet/>
      <dgm:spPr/>
      <dgm:t>
        <a:bodyPr/>
        <a:lstStyle/>
        <a:p>
          <a:r>
            <a:rPr lang="en-US"/>
            <a:t>• Copy-Item → Copia</a:t>
          </a:r>
        </a:p>
      </dgm:t>
    </dgm:pt>
    <dgm:pt modelId="{1C29DC77-C031-443D-8754-5391B6F1F0F6}" type="parTrans" cxnId="{FB9F496D-27A0-4D9C-96A3-B50ADB6C669A}">
      <dgm:prSet/>
      <dgm:spPr/>
      <dgm:t>
        <a:bodyPr/>
        <a:lstStyle/>
        <a:p>
          <a:endParaRPr lang="en-US"/>
        </a:p>
      </dgm:t>
    </dgm:pt>
    <dgm:pt modelId="{6C4A3A2F-08C0-45DD-B638-FFD7F1FE97C7}" type="sibTrans" cxnId="{FB9F496D-27A0-4D9C-96A3-B50ADB6C669A}">
      <dgm:prSet/>
      <dgm:spPr/>
      <dgm:t>
        <a:bodyPr/>
        <a:lstStyle/>
        <a:p>
          <a:endParaRPr lang="en-US"/>
        </a:p>
      </dgm:t>
    </dgm:pt>
    <dgm:pt modelId="{ED1D0A12-E413-4A0B-A5D1-136662CAC55F}">
      <dgm:prSet/>
      <dgm:spPr/>
      <dgm:t>
        <a:bodyPr/>
        <a:lstStyle/>
        <a:p>
          <a:r>
            <a:rPr lang="en-US"/>
            <a:t>• Remove-Item → Elimina</a:t>
          </a:r>
        </a:p>
      </dgm:t>
    </dgm:pt>
    <dgm:pt modelId="{1E6CECC4-DBDE-4E87-B205-84BA1BD5EA0E}" type="parTrans" cxnId="{BDB98E64-7A77-4A82-994E-3BC431DD6BD8}">
      <dgm:prSet/>
      <dgm:spPr/>
      <dgm:t>
        <a:bodyPr/>
        <a:lstStyle/>
        <a:p>
          <a:endParaRPr lang="en-US"/>
        </a:p>
      </dgm:t>
    </dgm:pt>
    <dgm:pt modelId="{4BF97AF5-0E4C-40DE-B126-E985431E1085}" type="sibTrans" cxnId="{BDB98E64-7A77-4A82-994E-3BC431DD6BD8}">
      <dgm:prSet/>
      <dgm:spPr/>
      <dgm:t>
        <a:bodyPr/>
        <a:lstStyle/>
        <a:p>
          <a:endParaRPr lang="en-US"/>
        </a:p>
      </dgm:t>
    </dgm:pt>
    <dgm:pt modelId="{F54FC6A1-8A84-43D1-AB32-DCE8BD4BB03F}">
      <dgm:prSet/>
      <dgm:spPr/>
      <dgm:t>
        <a:bodyPr/>
        <a:lstStyle/>
        <a:p>
          <a:r>
            <a:rPr lang="en-US"/>
            <a:t>• Move-Item → Mueve</a:t>
          </a:r>
        </a:p>
      </dgm:t>
    </dgm:pt>
    <dgm:pt modelId="{9FBC5C68-48F8-4CA5-AAD4-87A1F264DAFE}" type="parTrans" cxnId="{9051DF99-7B87-4623-A003-F9889CC95164}">
      <dgm:prSet/>
      <dgm:spPr/>
      <dgm:t>
        <a:bodyPr/>
        <a:lstStyle/>
        <a:p>
          <a:endParaRPr lang="en-US"/>
        </a:p>
      </dgm:t>
    </dgm:pt>
    <dgm:pt modelId="{6EC74EE5-65DD-4309-B611-8C6B6117D7BE}" type="sibTrans" cxnId="{9051DF99-7B87-4623-A003-F9889CC95164}">
      <dgm:prSet/>
      <dgm:spPr/>
      <dgm:t>
        <a:bodyPr/>
        <a:lstStyle/>
        <a:p>
          <a:endParaRPr lang="en-US"/>
        </a:p>
      </dgm:t>
    </dgm:pt>
    <dgm:pt modelId="{609D27C6-3D3F-4D82-A0E6-45526A32C5D5}" type="pres">
      <dgm:prSet presAssocID="{AFFC8A8C-0E51-4EAB-842E-3B271BEECF18}" presName="vert0" presStyleCnt="0">
        <dgm:presLayoutVars>
          <dgm:dir/>
          <dgm:animOne val="branch"/>
          <dgm:animLvl val="lvl"/>
        </dgm:presLayoutVars>
      </dgm:prSet>
      <dgm:spPr/>
    </dgm:pt>
    <dgm:pt modelId="{6BB7E23B-E4B7-479F-9DF7-2D83125052B5}" type="pres">
      <dgm:prSet presAssocID="{CFA98585-5E32-4664-A0BE-C385CCBE84A4}" presName="thickLine" presStyleLbl="alignNode1" presStyleIdx="0" presStyleCnt="5"/>
      <dgm:spPr/>
    </dgm:pt>
    <dgm:pt modelId="{0EA6EC0E-F59B-487D-B743-084854A4F245}" type="pres">
      <dgm:prSet presAssocID="{CFA98585-5E32-4664-A0BE-C385CCBE84A4}" presName="horz1" presStyleCnt="0"/>
      <dgm:spPr/>
    </dgm:pt>
    <dgm:pt modelId="{0CF66283-F6E7-4BD7-8702-B981B250EAC2}" type="pres">
      <dgm:prSet presAssocID="{CFA98585-5E32-4664-A0BE-C385CCBE84A4}" presName="tx1" presStyleLbl="revTx" presStyleIdx="0" presStyleCnt="5"/>
      <dgm:spPr/>
    </dgm:pt>
    <dgm:pt modelId="{44358A66-92A7-44B3-B1D0-2A6A2B243449}" type="pres">
      <dgm:prSet presAssocID="{CFA98585-5E32-4664-A0BE-C385CCBE84A4}" presName="vert1" presStyleCnt="0"/>
      <dgm:spPr/>
    </dgm:pt>
    <dgm:pt modelId="{D5243F60-6FF2-4DBE-B844-E916682DE048}" type="pres">
      <dgm:prSet presAssocID="{FAA35617-D4AF-4A8E-98CA-BC7A383438B2}" presName="thickLine" presStyleLbl="alignNode1" presStyleIdx="1" presStyleCnt="5"/>
      <dgm:spPr/>
    </dgm:pt>
    <dgm:pt modelId="{713D4202-D965-4DA4-B76D-2D03188EF5FE}" type="pres">
      <dgm:prSet presAssocID="{FAA35617-D4AF-4A8E-98CA-BC7A383438B2}" presName="horz1" presStyleCnt="0"/>
      <dgm:spPr/>
    </dgm:pt>
    <dgm:pt modelId="{68478885-EA2A-4CE9-B29C-274D1793AD5C}" type="pres">
      <dgm:prSet presAssocID="{FAA35617-D4AF-4A8E-98CA-BC7A383438B2}" presName="tx1" presStyleLbl="revTx" presStyleIdx="1" presStyleCnt="5"/>
      <dgm:spPr/>
    </dgm:pt>
    <dgm:pt modelId="{4C5611DF-4FE1-4953-B796-14A9D1749070}" type="pres">
      <dgm:prSet presAssocID="{FAA35617-D4AF-4A8E-98CA-BC7A383438B2}" presName="vert1" presStyleCnt="0"/>
      <dgm:spPr/>
    </dgm:pt>
    <dgm:pt modelId="{D2E09626-7699-4C62-9184-401F117048AF}" type="pres">
      <dgm:prSet presAssocID="{57A74DC8-9AB1-4042-85B4-C43A746D6B16}" presName="thickLine" presStyleLbl="alignNode1" presStyleIdx="2" presStyleCnt="5"/>
      <dgm:spPr/>
    </dgm:pt>
    <dgm:pt modelId="{89C6038D-34DD-4A81-AEAA-F17A06BCA54B}" type="pres">
      <dgm:prSet presAssocID="{57A74DC8-9AB1-4042-85B4-C43A746D6B16}" presName="horz1" presStyleCnt="0"/>
      <dgm:spPr/>
    </dgm:pt>
    <dgm:pt modelId="{7E40E00C-22D8-4813-A0D0-484420625AB6}" type="pres">
      <dgm:prSet presAssocID="{57A74DC8-9AB1-4042-85B4-C43A746D6B16}" presName="tx1" presStyleLbl="revTx" presStyleIdx="2" presStyleCnt="5"/>
      <dgm:spPr/>
    </dgm:pt>
    <dgm:pt modelId="{2DC97FB1-0282-4A29-AC58-5E5537B80165}" type="pres">
      <dgm:prSet presAssocID="{57A74DC8-9AB1-4042-85B4-C43A746D6B16}" presName="vert1" presStyleCnt="0"/>
      <dgm:spPr/>
    </dgm:pt>
    <dgm:pt modelId="{39D4C848-773F-4D27-97D3-0E0D2B4C367E}" type="pres">
      <dgm:prSet presAssocID="{ED1D0A12-E413-4A0B-A5D1-136662CAC55F}" presName="thickLine" presStyleLbl="alignNode1" presStyleIdx="3" presStyleCnt="5"/>
      <dgm:spPr/>
    </dgm:pt>
    <dgm:pt modelId="{00E37EB7-11D1-4697-9118-29888A578883}" type="pres">
      <dgm:prSet presAssocID="{ED1D0A12-E413-4A0B-A5D1-136662CAC55F}" presName="horz1" presStyleCnt="0"/>
      <dgm:spPr/>
    </dgm:pt>
    <dgm:pt modelId="{60BFA7AF-7EA4-477E-A9B4-8DC813F567ED}" type="pres">
      <dgm:prSet presAssocID="{ED1D0A12-E413-4A0B-A5D1-136662CAC55F}" presName="tx1" presStyleLbl="revTx" presStyleIdx="3" presStyleCnt="5"/>
      <dgm:spPr/>
    </dgm:pt>
    <dgm:pt modelId="{A42609C0-2938-4E88-8124-4754DFF99FB8}" type="pres">
      <dgm:prSet presAssocID="{ED1D0A12-E413-4A0B-A5D1-136662CAC55F}" presName="vert1" presStyleCnt="0"/>
      <dgm:spPr/>
    </dgm:pt>
    <dgm:pt modelId="{DE575FF3-6681-4903-8646-B2D43ABFA1E0}" type="pres">
      <dgm:prSet presAssocID="{F54FC6A1-8A84-43D1-AB32-DCE8BD4BB03F}" presName="thickLine" presStyleLbl="alignNode1" presStyleIdx="4" presStyleCnt="5"/>
      <dgm:spPr/>
    </dgm:pt>
    <dgm:pt modelId="{2538685E-819F-45E2-B424-5277A752F3ED}" type="pres">
      <dgm:prSet presAssocID="{F54FC6A1-8A84-43D1-AB32-DCE8BD4BB03F}" presName="horz1" presStyleCnt="0"/>
      <dgm:spPr/>
    </dgm:pt>
    <dgm:pt modelId="{96D2931C-D3E8-4A10-BA29-7FDBCC1BEF6F}" type="pres">
      <dgm:prSet presAssocID="{F54FC6A1-8A84-43D1-AB32-DCE8BD4BB03F}" presName="tx1" presStyleLbl="revTx" presStyleIdx="4" presStyleCnt="5"/>
      <dgm:spPr/>
    </dgm:pt>
    <dgm:pt modelId="{866188A6-A295-42B2-A78F-37EDF05D62F3}" type="pres">
      <dgm:prSet presAssocID="{F54FC6A1-8A84-43D1-AB32-DCE8BD4BB03F}" presName="vert1" presStyleCnt="0"/>
      <dgm:spPr/>
    </dgm:pt>
  </dgm:ptLst>
  <dgm:cxnLst>
    <dgm:cxn modelId="{75F43537-FA83-4BF3-AEE4-6117D50AD2DD}" type="presOf" srcId="{F54FC6A1-8A84-43D1-AB32-DCE8BD4BB03F}" destId="{96D2931C-D3E8-4A10-BA29-7FDBCC1BEF6F}" srcOrd="0" destOrd="0" presId="urn:microsoft.com/office/officeart/2008/layout/LinedList"/>
    <dgm:cxn modelId="{BDB98E64-7A77-4A82-994E-3BC431DD6BD8}" srcId="{AFFC8A8C-0E51-4EAB-842E-3B271BEECF18}" destId="{ED1D0A12-E413-4A0B-A5D1-136662CAC55F}" srcOrd="3" destOrd="0" parTransId="{1E6CECC4-DBDE-4E87-B205-84BA1BD5EA0E}" sibTransId="{4BF97AF5-0E4C-40DE-B126-E985431E1085}"/>
    <dgm:cxn modelId="{FB9F496D-27A0-4D9C-96A3-B50ADB6C669A}" srcId="{AFFC8A8C-0E51-4EAB-842E-3B271BEECF18}" destId="{57A74DC8-9AB1-4042-85B4-C43A746D6B16}" srcOrd="2" destOrd="0" parTransId="{1C29DC77-C031-443D-8754-5391B6F1F0F6}" sibTransId="{6C4A3A2F-08C0-45DD-B638-FFD7F1FE97C7}"/>
    <dgm:cxn modelId="{21521F7B-731D-4F77-BF67-D060BC008032}" type="presOf" srcId="{FAA35617-D4AF-4A8E-98CA-BC7A383438B2}" destId="{68478885-EA2A-4CE9-B29C-274D1793AD5C}" srcOrd="0" destOrd="0" presId="urn:microsoft.com/office/officeart/2008/layout/LinedList"/>
    <dgm:cxn modelId="{9051DF99-7B87-4623-A003-F9889CC95164}" srcId="{AFFC8A8C-0E51-4EAB-842E-3B271BEECF18}" destId="{F54FC6A1-8A84-43D1-AB32-DCE8BD4BB03F}" srcOrd="4" destOrd="0" parTransId="{9FBC5C68-48F8-4CA5-AAD4-87A1F264DAFE}" sibTransId="{6EC74EE5-65DD-4309-B611-8C6B6117D7BE}"/>
    <dgm:cxn modelId="{D5873AB1-171D-46C0-AF51-E5DD958CB031}" srcId="{AFFC8A8C-0E51-4EAB-842E-3B271BEECF18}" destId="{FAA35617-D4AF-4A8E-98CA-BC7A383438B2}" srcOrd="1" destOrd="0" parTransId="{40CB910B-D07F-48C3-9E71-852BE4A97433}" sibTransId="{3891301B-30AD-42F0-B03C-70F57D7AA12B}"/>
    <dgm:cxn modelId="{9C1362B5-35C6-4509-A20C-7E81784B7BD7}" type="presOf" srcId="{ED1D0A12-E413-4A0B-A5D1-136662CAC55F}" destId="{60BFA7AF-7EA4-477E-A9B4-8DC813F567ED}" srcOrd="0" destOrd="0" presId="urn:microsoft.com/office/officeart/2008/layout/LinedList"/>
    <dgm:cxn modelId="{403987DF-B346-4020-AD38-E6AB3F7F607F}" type="presOf" srcId="{57A74DC8-9AB1-4042-85B4-C43A746D6B16}" destId="{7E40E00C-22D8-4813-A0D0-484420625AB6}" srcOrd="0" destOrd="0" presId="urn:microsoft.com/office/officeart/2008/layout/LinedList"/>
    <dgm:cxn modelId="{22E45AED-EA2C-4DC0-BC5D-651DFB35646C}" srcId="{AFFC8A8C-0E51-4EAB-842E-3B271BEECF18}" destId="{CFA98585-5E32-4664-A0BE-C385CCBE84A4}" srcOrd="0" destOrd="0" parTransId="{146675F0-1F70-4B0F-A505-D73A524BDACC}" sibTransId="{EFB2E587-29D3-497A-8EDD-7D50D77D65C2}"/>
    <dgm:cxn modelId="{DE32FFF1-0F5F-4FA7-8925-FA56430EFC82}" type="presOf" srcId="{CFA98585-5E32-4664-A0BE-C385CCBE84A4}" destId="{0CF66283-F6E7-4BD7-8702-B981B250EAC2}" srcOrd="0" destOrd="0" presId="urn:microsoft.com/office/officeart/2008/layout/LinedList"/>
    <dgm:cxn modelId="{6549E3FE-4B08-406A-9DA7-3995E8419CA5}" type="presOf" srcId="{AFFC8A8C-0E51-4EAB-842E-3B271BEECF18}" destId="{609D27C6-3D3F-4D82-A0E6-45526A32C5D5}" srcOrd="0" destOrd="0" presId="urn:microsoft.com/office/officeart/2008/layout/LinedList"/>
    <dgm:cxn modelId="{E56648EE-96B4-43B4-B071-7095B7C90D75}" type="presParOf" srcId="{609D27C6-3D3F-4D82-A0E6-45526A32C5D5}" destId="{6BB7E23B-E4B7-479F-9DF7-2D83125052B5}" srcOrd="0" destOrd="0" presId="urn:microsoft.com/office/officeart/2008/layout/LinedList"/>
    <dgm:cxn modelId="{BF855921-DD0D-42FA-A6F2-EAFC55B5A75C}" type="presParOf" srcId="{609D27C6-3D3F-4D82-A0E6-45526A32C5D5}" destId="{0EA6EC0E-F59B-487D-B743-084854A4F245}" srcOrd="1" destOrd="0" presId="urn:microsoft.com/office/officeart/2008/layout/LinedList"/>
    <dgm:cxn modelId="{24B6C569-C21E-49D8-BF01-8DB518C2C72A}" type="presParOf" srcId="{0EA6EC0E-F59B-487D-B743-084854A4F245}" destId="{0CF66283-F6E7-4BD7-8702-B981B250EAC2}" srcOrd="0" destOrd="0" presId="urn:microsoft.com/office/officeart/2008/layout/LinedList"/>
    <dgm:cxn modelId="{1297205C-A17B-4AD1-B68D-8B213FFD1979}" type="presParOf" srcId="{0EA6EC0E-F59B-487D-B743-084854A4F245}" destId="{44358A66-92A7-44B3-B1D0-2A6A2B243449}" srcOrd="1" destOrd="0" presId="urn:microsoft.com/office/officeart/2008/layout/LinedList"/>
    <dgm:cxn modelId="{850F0BB7-F6DA-41DC-81E5-2354B5258AA8}" type="presParOf" srcId="{609D27C6-3D3F-4D82-A0E6-45526A32C5D5}" destId="{D5243F60-6FF2-4DBE-B844-E916682DE048}" srcOrd="2" destOrd="0" presId="urn:microsoft.com/office/officeart/2008/layout/LinedList"/>
    <dgm:cxn modelId="{0FC1A744-E78F-47C2-97CB-C61908364268}" type="presParOf" srcId="{609D27C6-3D3F-4D82-A0E6-45526A32C5D5}" destId="{713D4202-D965-4DA4-B76D-2D03188EF5FE}" srcOrd="3" destOrd="0" presId="urn:microsoft.com/office/officeart/2008/layout/LinedList"/>
    <dgm:cxn modelId="{96191924-7362-4673-A753-E3E6047EC3C2}" type="presParOf" srcId="{713D4202-D965-4DA4-B76D-2D03188EF5FE}" destId="{68478885-EA2A-4CE9-B29C-274D1793AD5C}" srcOrd="0" destOrd="0" presId="urn:microsoft.com/office/officeart/2008/layout/LinedList"/>
    <dgm:cxn modelId="{2B4B7D02-F531-4F90-803E-7F788623A5A4}" type="presParOf" srcId="{713D4202-D965-4DA4-B76D-2D03188EF5FE}" destId="{4C5611DF-4FE1-4953-B796-14A9D1749070}" srcOrd="1" destOrd="0" presId="urn:microsoft.com/office/officeart/2008/layout/LinedList"/>
    <dgm:cxn modelId="{AB44757F-372F-43BB-9391-D6D53F68D1CF}" type="presParOf" srcId="{609D27C6-3D3F-4D82-A0E6-45526A32C5D5}" destId="{D2E09626-7699-4C62-9184-401F117048AF}" srcOrd="4" destOrd="0" presId="urn:microsoft.com/office/officeart/2008/layout/LinedList"/>
    <dgm:cxn modelId="{CE6FABE0-1C9C-4F31-9ED1-888D89F53F6B}" type="presParOf" srcId="{609D27C6-3D3F-4D82-A0E6-45526A32C5D5}" destId="{89C6038D-34DD-4A81-AEAA-F17A06BCA54B}" srcOrd="5" destOrd="0" presId="urn:microsoft.com/office/officeart/2008/layout/LinedList"/>
    <dgm:cxn modelId="{DEC4D151-83CF-4253-99C4-831C057F8ED1}" type="presParOf" srcId="{89C6038D-34DD-4A81-AEAA-F17A06BCA54B}" destId="{7E40E00C-22D8-4813-A0D0-484420625AB6}" srcOrd="0" destOrd="0" presId="urn:microsoft.com/office/officeart/2008/layout/LinedList"/>
    <dgm:cxn modelId="{8EE4AD9C-F5CC-49FB-9E03-3DB551A9B3F4}" type="presParOf" srcId="{89C6038D-34DD-4A81-AEAA-F17A06BCA54B}" destId="{2DC97FB1-0282-4A29-AC58-5E5537B80165}" srcOrd="1" destOrd="0" presId="urn:microsoft.com/office/officeart/2008/layout/LinedList"/>
    <dgm:cxn modelId="{BA4F06CE-AED8-40D0-9172-F0614189A459}" type="presParOf" srcId="{609D27C6-3D3F-4D82-A0E6-45526A32C5D5}" destId="{39D4C848-773F-4D27-97D3-0E0D2B4C367E}" srcOrd="6" destOrd="0" presId="urn:microsoft.com/office/officeart/2008/layout/LinedList"/>
    <dgm:cxn modelId="{518D00FA-FD75-4D0B-9778-C3E597C57FD9}" type="presParOf" srcId="{609D27C6-3D3F-4D82-A0E6-45526A32C5D5}" destId="{00E37EB7-11D1-4697-9118-29888A578883}" srcOrd="7" destOrd="0" presId="urn:microsoft.com/office/officeart/2008/layout/LinedList"/>
    <dgm:cxn modelId="{0BB1D9C0-453D-456E-8CEB-A8E3FEAC00F9}" type="presParOf" srcId="{00E37EB7-11D1-4697-9118-29888A578883}" destId="{60BFA7AF-7EA4-477E-A9B4-8DC813F567ED}" srcOrd="0" destOrd="0" presId="urn:microsoft.com/office/officeart/2008/layout/LinedList"/>
    <dgm:cxn modelId="{7A5EF02A-A71C-4A74-83C6-FF946EFA5C63}" type="presParOf" srcId="{00E37EB7-11D1-4697-9118-29888A578883}" destId="{A42609C0-2938-4E88-8124-4754DFF99FB8}" srcOrd="1" destOrd="0" presId="urn:microsoft.com/office/officeart/2008/layout/LinedList"/>
    <dgm:cxn modelId="{C5D6644C-CF5F-4558-9671-817543708328}" type="presParOf" srcId="{609D27C6-3D3F-4D82-A0E6-45526A32C5D5}" destId="{DE575FF3-6681-4903-8646-B2D43ABFA1E0}" srcOrd="8" destOrd="0" presId="urn:microsoft.com/office/officeart/2008/layout/LinedList"/>
    <dgm:cxn modelId="{CFA73DA6-60E2-4E21-AA51-98C944F14FBB}" type="presParOf" srcId="{609D27C6-3D3F-4D82-A0E6-45526A32C5D5}" destId="{2538685E-819F-45E2-B424-5277A752F3ED}" srcOrd="9" destOrd="0" presId="urn:microsoft.com/office/officeart/2008/layout/LinedList"/>
    <dgm:cxn modelId="{3993CE32-0205-40F5-A947-7E4FC2A5C5E8}" type="presParOf" srcId="{2538685E-819F-45E2-B424-5277A752F3ED}" destId="{96D2931C-D3E8-4A10-BA29-7FDBCC1BEF6F}" srcOrd="0" destOrd="0" presId="urn:microsoft.com/office/officeart/2008/layout/LinedList"/>
    <dgm:cxn modelId="{0F100DBD-9AAF-45CC-BBAB-1970A36F27A3}" type="presParOf" srcId="{2538685E-819F-45E2-B424-5277A752F3ED}" destId="{866188A6-A295-42B2-A78F-37EDF05D62F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75A072-12B1-492F-9BD1-E071381A69E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A348477-89EF-4092-977B-76CCFD799EE8}">
      <dgm:prSet/>
      <dgm:spPr/>
      <dgm:t>
        <a:bodyPr/>
        <a:lstStyle/>
        <a:p>
          <a:r>
            <a:rPr lang="en-US"/>
            <a:t>Crear carpeta y archivo:</a:t>
          </a:r>
        </a:p>
      </dgm:t>
    </dgm:pt>
    <dgm:pt modelId="{8008B494-A2A8-4DB9-8DB0-E41E164CA767}" type="parTrans" cxnId="{324E23DC-4160-4BEB-824C-79D9CC9355A3}">
      <dgm:prSet/>
      <dgm:spPr/>
      <dgm:t>
        <a:bodyPr/>
        <a:lstStyle/>
        <a:p>
          <a:endParaRPr lang="en-US"/>
        </a:p>
      </dgm:t>
    </dgm:pt>
    <dgm:pt modelId="{0DA211BE-F31D-4E10-9AED-71CB03EE0D82}" type="sibTrans" cxnId="{324E23DC-4160-4BEB-824C-79D9CC9355A3}">
      <dgm:prSet/>
      <dgm:spPr/>
      <dgm:t>
        <a:bodyPr/>
        <a:lstStyle/>
        <a:p>
          <a:endParaRPr lang="en-US"/>
        </a:p>
      </dgm:t>
    </dgm:pt>
    <dgm:pt modelId="{FCBDE499-987E-463D-A2E4-C5B5D0CADB91}">
      <dgm:prSet/>
      <dgm:spPr/>
      <dgm:t>
        <a:bodyPr/>
        <a:lstStyle/>
        <a:p>
          <a:r>
            <a:rPr lang="en-US" dirty="0"/>
            <a:t>New-Item -Path C:\Reportes -ItemType Directory</a:t>
          </a:r>
        </a:p>
      </dgm:t>
    </dgm:pt>
    <dgm:pt modelId="{659B2A46-B825-4E5E-A723-8D991E48D41E}" type="parTrans" cxnId="{07B5AB11-962C-478C-B71C-F567F994B9C7}">
      <dgm:prSet/>
      <dgm:spPr/>
      <dgm:t>
        <a:bodyPr/>
        <a:lstStyle/>
        <a:p>
          <a:endParaRPr lang="en-US"/>
        </a:p>
      </dgm:t>
    </dgm:pt>
    <dgm:pt modelId="{59946425-2B20-470C-AF0E-4F5D4AC20535}" type="sibTrans" cxnId="{07B5AB11-962C-478C-B71C-F567F994B9C7}">
      <dgm:prSet/>
      <dgm:spPr/>
      <dgm:t>
        <a:bodyPr/>
        <a:lstStyle/>
        <a:p>
          <a:endParaRPr lang="en-US"/>
        </a:p>
      </dgm:t>
    </dgm:pt>
    <dgm:pt modelId="{55846278-A7F0-46A2-8ADC-46B36D64DAA9}">
      <dgm:prSet/>
      <dgm:spPr/>
      <dgm:t>
        <a:bodyPr/>
        <a:lstStyle/>
        <a:p>
          <a:r>
            <a:rPr lang="en-US" dirty="0"/>
            <a:t>New-Item -Path C:\Reportes\resumen.txt -ItemType File</a:t>
          </a:r>
        </a:p>
      </dgm:t>
    </dgm:pt>
    <dgm:pt modelId="{44E1B920-5050-4A53-9065-E5CFE58FA05B}" type="parTrans" cxnId="{AB5FC364-2FBF-4E4E-AE5E-112AE00245E5}">
      <dgm:prSet/>
      <dgm:spPr/>
      <dgm:t>
        <a:bodyPr/>
        <a:lstStyle/>
        <a:p>
          <a:endParaRPr lang="en-US"/>
        </a:p>
      </dgm:t>
    </dgm:pt>
    <dgm:pt modelId="{431808D9-C660-4A1A-976B-52BFC5A90645}" type="sibTrans" cxnId="{AB5FC364-2FBF-4E4E-AE5E-112AE00245E5}">
      <dgm:prSet/>
      <dgm:spPr/>
      <dgm:t>
        <a:bodyPr/>
        <a:lstStyle/>
        <a:p>
          <a:endParaRPr lang="en-US"/>
        </a:p>
      </dgm:t>
    </dgm:pt>
    <dgm:pt modelId="{1030F180-5CBC-4374-8E64-C18155DC968C}" type="pres">
      <dgm:prSet presAssocID="{6A75A072-12B1-492F-9BD1-E071381A69E9}" presName="root" presStyleCnt="0">
        <dgm:presLayoutVars>
          <dgm:dir/>
          <dgm:resizeHandles val="exact"/>
        </dgm:presLayoutVars>
      </dgm:prSet>
      <dgm:spPr/>
    </dgm:pt>
    <dgm:pt modelId="{5865F002-5E2F-4A29-943C-B14047003C21}" type="pres">
      <dgm:prSet presAssocID="{DA348477-89EF-4092-977B-76CCFD799EE8}" presName="compNode" presStyleCnt="0"/>
      <dgm:spPr/>
    </dgm:pt>
    <dgm:pt modelId="{BA19E002-475D-4EBE-80AE-AC248D40F76D}" type="pres">
      <dgm:prSet presAssocID="{DA348477-89EF-4092-977B-76CCFD799EE8}" presName="bgRect" presStyleLbl="bgShp" presStyleIdx="0" presStyleCnt="3"/>
      <dgm:spPr/>
    </dgm:pt>
    <dgm:pt modelId="{72354965-11BB-4283-B8D8-D3AF5FBE17E6}" type="pres">
      <dgm:prSet presAssocID="{DA348477-89EF-4092-977B-76CCFD799EE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F071F3E7-D017-410A-AE5C-25AAD80401F9}" type="pres">
      <dgm:prSet presAssocID="{DA348477-89EF-4092-977B-76CCFD799EE8}" presName="spaceRect" presStyleCnt="0"/>
      <dgm:spPr/>
    </dgm:pt>
    <dgm:pt modelId="{420ED4B0-00CF-4377-807D-E5DB886751C2}" type="pres">
      <dgm:prSet presAssocID="{DA348477-89EF-4092-977B-76CCFD799EE8}" presName="parTx" presStyleLbl="revTx" presStyleIdx="0" presStyleCnt="3">
        <dgm:presLayoutVars>
          <dgm:chMax val="0"/>
          <dgm:chPref val="0"/>
        </dgm:presLayoutVars>
      </dgm:prSet>
      <dgm:spPr/>
    </dgm:pt>
    <dgm:pt modelId="{3E2D8662-5403-4F87-A831-05E81D71ECC7}" type="pres">
      <dgm:prSet presAssocID="{0DA211BE-F31D-4E10-9AED-71CB03EE0D82}" presName="sibTrans" presStyleCnt="0"/>
      <dgm:spPr/>
    </dgm:pt>
    <dgm:pt modelId="{89B20274-C014-4690-9AFF-5604511EDBE8}" type="pres">
      <dgm:prSet presAssocID="{FCBDE499-987E-463D-A2E4-C5B5D0CADB91}" presName="compNode" presStyleCnt="0"/>
      <dgm:spPr/>
    </dgm:pt>
    <dgm:pt modelId="{A972513E-2A55-4188-B4B7-1D9074737DE3}" type="pres">
      <dgm:prSet presAssocID="{FCBDE499-987E-463D-A2E4-C5B5D0CADB91}" presName="bgRect" presStyleLbl="bgShp" presStyleIdx="1" presStyleCnt="3"/>
      <dgm:spPr/>
    </dgm:pt>
    <dgm:pt modelId="{281794F4-79F3-4F20-9070-CB1D7620CB2A}" type="pres">
      <dgm:prSet presAssocID="{FCBDE499-987E-463D-A2E4-C5B5D0CADB9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0287DB6C-B26E-4597-BE6F-5F95E90DC277}" type="pres">
      <dgm:prSet presAssocID="{FCBDE499-987E-463D-A2E4-C5B5D0CADB91}" presName="spaceRect" presStyleCnt="0"/>
      <dgm:spPr/>
    </dgm:pt>
    <dgm:pt modelId="{09253F11-7F3B-43AE-AA1C-70D3AED37338}" type="pres">
      <dgm:prSet presAssocID="{FCBDE499-987E-463D-A2E4-C5B5D0CADB91}" presName="parTx" presStyleLbl="revTx" presStyleIdx="1" presStyleCnt="3">
        <dgm:presLayoutVars>
          <dgm:chMax val="0"/>
          <dgm:chPref val="0"/>
        </dgm:presLayoutVars>
      </dgm:prSet>
      <dgm:spPr/>
    </dgm:pt>
    <dgm:pt modelId="{D8EF68C2-95C0-46B4-82DA-BAD8B7A32FEC}" type="pres">
      <dgm:prSet presAssocID="{59946425-2B20-470C-AF0E-4F5D4AC20535}" presName="sibTrans" presStyleCnt="0"/>
      <dgm:spPr/>
    </dgm:pt>
    <dgm:pt modelId="{4CA00179-B5E5-4365-B9D0-882F454279B3}" type="pres">
      <dgm:prSet presAssocID="{55846278-A7F0-46A2-8ADC-46B36D64DAA9}" presName="compNode" presStyleCnt="0"/>
      <dgm:spPr/>
    </dgm:pt>
    <dgm:pt modelId="{D1AACD07-C040-408A-ACD7-92EB507D1DD9}" type="pres">
      <dgm:prSet presAssocID="{55846278-A7F0-46A2-8ADC-46B36D64DAA9}" presName="bgRect" presStyleLbl="bgShp" presStyleIdx="2" presStyleCnt="3" custLinFactNeighborX="3251" custLinFactNeighborY="-2387"/>
      <dgm:spPr/>
    </dgm:pt>
    <dgm:pt modelId="{1F100DB6-9A25-4BC1-B63D-8FA79660DFBC}" type="pres">
      <dgm:prSet presAssocID="{55846278-A7F0-46A2-8ADC-46B36D64DAA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argar"/>
        </a:ext>
      </dgm:extLst>
    </dgm:pt>
    <dgm:pt modelId="{CA425ABC-F8CF-4D44-B889-8D7BA585FFD2}" type="pres">
      <dgm:prSet presAssocID="{55846278-A7F0-46A2-8ADC-46B36D64DAA9}" presName="spaceRect" presStyleCnt="0"/>
      <dgm:spPr/>
    </dgm:pt>
    <dgm:pt modelId="{7083EA89-AEB9-4EBC-B420-A4B10F04DB7D}" type="pres">
      <dgm:prSet presAssocID="{55846278-A7F0-46A2-8ADC-46B36D64DAA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024B10E-875E-4525-903A-E7DFA8FE4910}" type="presOf" srcId="{FCBDE499-987E-463D-A2E4-C5B5D0CADB91}" destId="{09253F11-7F3B-43AE-AA1C-70D3AED37338}" srcOrd="0" destOrd="0" presId="urn:microsoft.com/office/officeart/2018/2/layout/IconVerticalSolidList"/>
    <dgm:cxn modelId="{07B5AB11-962C-478C-B71C-F567F994B9C7}" srcId="{6A75A072-12B1-492F-9BD1-E071381A69E9}" destId="{FCBDE499-987E-463D-A2E4-C5B5D0CADB91}" srcOrd="1" destOrd="0" parTransId="{659B2A46-B825-4E5E-A723-8D991E48D41E}" sibTransId="{59946425-2B20-470C-AF0E-4F5D4AC20535}"/>
    <dgm:cxn modelId="{3513993D-EB9D-4DC7-BAE8-6FC6045D1EB3}" type="presOf" srcId="{55846278-A7F0-46A2-8ADC-46B36D64DAA9}" destId="{7083EA89-AEB9-4EBC-B420-A4B10F04DB7D}" srcOrd="0" destOrd="0" presId="urn:microsoft.com/office/officeart/2018/2/layout/IconVerticalSolidList"/>
    <dgm:cxn modelId="{AB5FC364-2FBF-4E4E-AE5E-112AE00245E5}" srcId="{6A75A072-12B1-492F-9BD1-E071381A69E9}" destId="{55846278-A7F0-46A2-8ADC-46B36D64DAA9}" srcOrd="2" destOrd="0" parTransId="{44E1B920-5050-4A53-9065-E5CFE58FA05B}" sibTransId="{431808D9-C660-4A1A-976B-52BFC5A90645}"/>
    <dgm:cxn modelId="{2971A86B-CECC-49F0-A2E2-FFBEF6FA766D}" type="presOf" srcId="{DA348477-89EF-4092-977B-76CCFD799EE8}" destId="{420ED4B0-00CF-4377-807D-E5DB886751C2}" srcOrd="0" destOrd="0" presId="urn:microsoft.com/office/officeart/2018/2/layout/IconVerticalSolidList"/>
    <dgm:cxn modelId="{0EC3A09F-3319-4C5D-8131-CAB02F0F5254}" type="presOf" srcId="{6A75A072-12B1-492F-9BD1-E071381A69E9}" destId="{1030F180-5CBC-4374-8E64-C18155DC968C}" srcOrd="0" destOrd="0" presId="urn:microsoft.com/office/officeart/2018/2/layout/IconVerticalSolidList"/>
    <dgm:cxn modelId="{324E23DC-4160-4BEB-824C-79D9CC9355A3}" srcId="{6A75A072-12B1-492F-9BD1-E071381A69E9}" destId="{DA348477-89EF-4092-977B-76CCFD799EE8}" srcOrd="0" destOrd="0" parTransId="{8008B494-A2A8-4DB9-8DB0-E41E164CA767}" sibTransId="{0DA211BE-F31D-4E10-9AED-71CB03EE0D82}"/>
    <dgm:cxn modelId="{FE483371-EE04-461D-9CBC-D74540D2E0C0}" type="presParOf" srcId="{1030F180-5CBC-4374-8E64-C18155DC968C}" destId="{5865F002-5E2F-4A29-943C-B14047003C21}" srcOrd="0" destOrd="0" presId="urn:microsoft.com/office/officeart/2018/2/layout/IconVerticalSolidList"/>
    <dgm:cxn modelId="{6D52F115-7DBA-4324-AA38-B7A56017F5AB}" type="presParOf" srcId="{5865F002-5E2F-4A29-943C-B14047003C21}" destId="{BA19E002-475D-4EBE-80AE-AC248D40F76D}" srcOrd="0" destOrd="0" presId="urn:microsoft.com/office/officeart/2018/2/layout/IconVerticalSolidList"/>
    <dgm:cxn modelId="{A3BF0BFC-B455-4250-B708-E2AA300CB54B}" type="presParOf" srcId="{5865F002-5E2F-4A29-943C-B14047003C21}" destId="{72354965-11BB-4283-B8D8-D3AF5FBE17E6}" srcOrd="1" destOrd="0" presId="urn:microsoft.com/office/officeart/2018/2/layout/IconVerticalSolidList"/>
    <dgm:cxn modelId="{2997CA5E-BF95-470F-9370-E7754519E53E}" type="presParOf" srcId="{5865F002-5E2F-4A29-943C-B14047003C21}" destId="{F071F3E7-D017-410A-AE5C-25AAD80401F9}" srcOrd="2" destOrd="0" presId="urn:microsoft.com/office/officeart/2018/2/layout/IconVerticalSolidList"/>
    <dgm:cxn modelId="{3135F1C4-FD13-4C44-8343-98DFED9C4AED}" type="presParOf" srcId="{5865F002-5E2F-4A29-943C-B14047003C21}" destId="{420ED4B0-00CF-4377-807D-E5DB886751C2}" srcOrd="3" destOrd="0" presId="urn:microsoft.com/office/officeart/2018/2/layout/IconVerticalSolidList"/>
    <dgm:cxn modelId="{A261B16C-FA5A-4643-A04A-B0CE6D6A68CD}" type="presParOf" srcId="{1030F180-5CBC-4374-8E64-C18155DC968C}" destId="{3E2D8662-5403-4F87-A831-05E81D71ECC7}" srcOrd="1" destOrd="0" presId="urn:microsoft.com/office/officeart/2018/2/layout/IconVerticalSolidList"/>
    <dgm:cxn modelId="{DBA4B223-2182-450D-B207-68723A22F430}" type="presParOf" srcId="{1030F180-5CBC-4374-8E64-C18155DC968C}" destId="{89B20274-C014-4690-9AFF-5604511EDBE8}" srcOrd="2" destOrd="0" presId="urn:microsoft.com/office/officeart/2018/2/layout/IconVerticalSolidList"/>
    <dgm:cxn modelId="{0A52DA82-59B3-4531-9F14-D18F230F28DA}" type="presParOf" srcId="{89B20274-C014-4690-9AFF-5604511EDBE8}" destId="{A972513E-2A55-4188-B4B7-1D9074737DE3}" srcOrd="0" destOrd="0" presId="urn:microsoft.com/office/officeart/2018/2/layout/IconVerticalSolidList"/>
    <dgm:cxn modelId="{C1214849-4A65-4DD1-BAA7-8736374E9739}" type="presParOf" srcId="{89B20274-C014-4690-9AFF-5604511EDBE8}" destId="{281794F4-79F3-4F20-9070-CB1D7620CB2A}" srcOrd="1" destOrd="0" presId="urn:microsoft.com/office/officeart/2018/2/layout/IconVerticalSolidList"/>
    <dgm:cxn modelId="{29A190F9-51E9-4AD8-AE30-A6899A30DCA4}" type="presParOf" srcId="{89B20274-C014-4690-9AFF-5604511EDBE8}" destId="{0287DB6C-B26E-4597-BE6F-5F95E90DC277}" srcOrd="2" destOrd="0" presId="urn:microsoft.com/office/officeart/2018/2/layout/IconVerticalSolidList"/>
    <dgm:cxn modelId="{7C9D32AA-4FE6-4289-8585-66779497C51E}" type="presParOf" srcId="{89B20274-C014-4690-9AFF-5604511EDBE8}" destId="{09253F11-7F3B-43AE-AA1C-70D3AED37338}" srcOrd="3" destOrd="0" presId="urn:microsoft.com/office/officeart/2018/2/layout/IconVerticalSolidList"/>
    <dgm:cxn modelId="{C6EF7D42-CCDF-4F1A-8919-18ACD33FC88E}" type="presParOf" srcId="{1030F180-5CBC-4374-8E64-C18155DC968C}" destId="{D8EF68C2-95C0-46B4-82DA-BAD8B7A32FEC}" srcOrd="3" destOrd="0" presId="urn:microsoft.com/office/officeart/2018/2/layout/IconVerticalSolidList"/>
    <dgm:cxn modelId="{289AE4C9-4724-473B-A6B2-4C365E7078ED}" type="presParOf" srcId="{1030F180-5CBC-4374-8E64-C18155DC968C}" destId="{4CA00179-B5E5-4365-B9D0-882F454279B3}" srcOrd="4" destOrd="0" presId="urn:microsoft.com/office/officeart/2018/2/layout/IconVerticalSolidList"/>
    <dgm:cxn modelId="{8E0FE0CC-844D-48E5-88CB-F5B51E0824FC}" type="presParOf" srcId="{4CA00179-B5E5-4365-B9D0-882F454279B3}" destId="{D1AACD07-C040-408A-ACD7-92EB507D1DD9}" srcOrd="0" destOrd="0" presId="urn:microsoft.com/office/officeart/2018/2/layout/IconVerticalSolidList"/>
    <dgm:cxn modelId="{E9197ED6-FBB4-4FF0-A9A8-64C8386A711E}" type="presParOf" srcId="{4CA00179-B5E5-4365-B9D0-882F454279B3}" destId="{1F100DB6-9A25-4BC1-B63D-8FA79660DFBC}" srcOrd="1" destOrd="0" presId="urn:microsoft.com/office/officeart/2018/2/layout/IconVerticalSolidList"/>
    <dgm:cxn modelId="{FE8A9EBF-3271-426D-91E7-F8787148EF03}" type="presParOf" srcId="{4CA00179-B5E5-4365-B9D0-882F454279B3}" destId="{CA425ABC-F8CF-4D44-B889-8D7BA585FFD2}" srcOrd="2" destOrd="0" presId="urn:microsoft.com/office/officeart/2018/2/layout/IconVerticalSolidList"/>
    <dgm:cxn modelId="{6640818D-EE18-433D-86AD-7ECCAD4AF35A}" type="presParOf" srcId="{4CA00179-B5E5-4365-B9D0-882F454279B3}" destId="{7083EA89-AEB9-4EBC-B420-A4B10F04DB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059591-648A-45C0-A2B2-2C53C8B871AF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0847153-FBF3-4C35-87CF-82C8B62CAD98}">
      <dgm:prSet/>
      <dgm:spPr/>
      <dgm:t>
        <a:bodyPr/>
        <a:lstStyle/>
        <a:p>
          <a:r>
            <a:rPr lang="en-US"/>
            <a:t>Copiar y mover archivos:</a:t>
          </a:r>
        </a:p>
      </dgm:t>
    </dgm:pt>
    <dgm:pt modelId="{631D9BCC-40B5-4E28-825B-D9E1A7B9D16B}" type="parTrans" cxnId="{775F7E23-8871-412E-85A4-4612AD185B13}">
      <dgm:prSet/>
      <dgm:spPr/>
      <dgm:t>
        <a:bodyPr/>
        <a:lstStyle/>
        <a:p>
          <a:endParaRPr lang="en-US"/>
        </a:p>
      </dgm:t>
    </dgm:pt>
    <dgm:pt modelId="{B852B2DB-E086-4F2E-B005-EA75CF2D205D}" type="sibTrans" cxnId="{775F7E23-8871-412E-85A4-4612AD185B13}">
      <dgm:prSet/>
      <dgm:spPr/>
      <dgm:t>
        <a:bodyPr/>
        <a:lstStyle/>
        <a:p>
          <a:endParaRPr lang="en-US"/>
        </a:p>
      </dgm:t>
    </dgm:pt>
    <dgm:pt modelId="{4D85AF24-B87E-4157-A4F0-7DEDD05FDE8E}">
      <dgm:prSet/>
      <dgm:spPr/>
      <dgm:t>
        <a:bodyPr/>
        <a:lstStyle/>
        <a:p>
          <a:r>
            <a:rPr lang="en-US" dirty="0"/>
            <a:t>Copy-Item C:\Reportes\resumen.txt C:\Backup</a:t>
          </a:r>
        </a:p>
      </dgm:t>
    </dgm:pt>
    <dgm:pt modelId="{55E5E3C4-C88A-4AEA-9B09-46E2C8475209}" type="parTrans" cxnId="{2F9F6849-99BF-401A-BCCC-A3FDDA88865F}">
      <dgm:prSet/>
      <dgm:spPr/>
      <dgm:t>
        <a:bodyPr/>
        <a:lstStyle/>
        <a:p>
          <a:endParaRPr lang="en-US"/>
        </a:p>
      </dgm:t>
    </dgm:pt>
    <dgm:pt modelId="{DC3111AC-3B47-4999-8BB3-F0106C069D88}" type="sibTrans" cxnId="{2F9F6849-99BF-401A-BCCC-A3FDDA88865F}">
      <dgm:prSet/>
      <dgm:spPr/>
      <dgm:t>
        <a:bodyPr/>
        <a:lstStyle/>
        <a:p>
          <a:endParaRPr lang="en-US"/>
        </a:p>
      </dgm:t>
    </dgm:pt>
    <dgm:pt modelId="{EA4BAF34-E75E-4837-BF6A-790D8E55312A}">
      <dgm:prSet/>
      <dgm:spPr/>
      <dgm:t>
        <a:bodyPr/>
        <a:lstStyle/>
        <a:p>
          <a:r>
            <a:rPr lang="en-US" dirty="0"/>
            <a:t>Move-Item C:\Backup\resumen.txt C:\Final  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el</a:t>
          </a:r>
          <a:r>
            <a:rPr lang="en-US" dirty="0"/>
            <a:t> </a:t>
          </a:r>
          <a:r>
            <a:rPr lang="en-US" dirty="0" err="1"/>
            <a:t>caso</a:t>
          </a:r>
          <a:r>
            <a:rPr lang="en-US" dirty="0"/>
            <a:t> de usar </a:t>
          </a:r>
          <a:r>
            <a:rPr lang="en-US" dirty="0" err="1"/>
            <a:t>ruta</a:t>
          </a:r>
          <a:r>
            <a:rPr lang="en-US" dirty="0"/>
            <a:t> </a:t>
          </a:r>
          <a:r>
            <a:rPr lang="en-US" dirty="0" err="1"/>
            <a:t>relativas</a:t>
          </a:r>
          <a:r>
            <a:rPr lang="en-US" dirty="0"/>
            <a:t> </a:t>
          </a:r>
          <a:r>
            <a:rPr lang="en-US" dirty="0" err="1"/>
            <a:t>usariamos</a:t>
          </a:r>
          <a:r>
            <a:rPr lang="en-US" dirty="0"/>
            <a:t> ./</a:t>
          </a:r>
        </a:p>
      </dgm:t>
    </dgm:pt>
    <dgm:pt modelId="{E133BAF5-6A9C-42DC-9C6E-0D0E3C2A4384}" type="parTrans" cxnId="{A70F320A-68EF-43CA-93CC-F31604E42608}">
      <dgm:prSet/>
      <dgm:spPr/>
      <dgm:t>
        <a:bodyPr/>
        <a:lstStyle/>
        <a:p>
          <a:endParaRPr lang="en-US"/>
        </a:p>
      </dgm:t>
    </dgm:pt>
    <dgm:pt modelId="{F4DA4DF9-A81B-4BFB-B1A8-FE62B765B06E}" type="sibTrans" cxnId="{A70F320A-68EF-43CA-93CC-F31604E42608}">
      <dgm:prSet/>
      <dgm:spPr/>
      <dgm:t>
        <a:bodyPr/>
        <a:lstStyle/>
        <a:p>
          <a:endParaRPr lang="en-US"/>
        </a:p>
      </dgm:t>
    </dgm:pt>
    <dgm:pt modelId="{639CFEB6-1F14-45F4-AE15-6D8E8A1A0E76}" type="pres">
      <dgm:prSet presAssocID="{E8059591-648A-45C0-A2B2-2C53C8B871AF}" presName="vert0" presStyleCnt="0">
        <dgm:presLayoutVars>
          <dgm:dir/>
          <dgm:animOne val="branch"/>
          <dgm:animLvl val="lvl"/>
        </dgm:presLayoutVars>
      </dgm:prSet>
      <dgm:spPr/>
    </dgm:pt>
    <dgm:pt modelId="{4F62B045-2E83-4BB9-B942-8738DCA6EE0B}" type="pres">
      <dgm:prSet presAssocID="{50847153-FBF3-4C35-87CF-82C8B62CAD98}" presName="thickLine" presStyleLbl="alignNode1" presStyleIdx="0" presStyleCnt="3"/>
      <dgm:spPr/>
    </dgm:pt>
    <dgm:pt modelId="{1973CC3F-CD43-42D4-B338-AA5D3CE5870A}" type="pres">
      <dgm:prSet presAssocID="{50847153-FBF3-4C35-87CF-82C8B62CAD98}" presName="horz1" presStyleCnt="0"/>
      <dgm:spPr/>
    </dgm:pt>
    <dgm:pt modelId="{5AADC9F5-6F20-49C3-BF80-AC856234116D}" type="pres">
      <dgm:prSet presAssocID="{50847153-FBF3-4C35-87CF-82C8B62CAD98}" presName="tx1" presStyleLbl="revTx" presStyleIdx="0" presStyleCnt="3"/>
      <dgm:spPr/>
    </dgm:pt>
    <dgm:pt modelId="{B4DFB74B-223C-48C2-9E03-15E80D3A846F}" type="pres">
      <dgm:prSet presAssocID="{50847153-FBF3-4C35-87CF-82C8B62CAD98}" presName="vert1" presStyleCnt="0"/>
      <dgm:spPr/>
    </dgm:pt>
    <dgm:pt modelId="{C735C824-CD10-48A8-A821-35890D0E6E43}" type="pres">
      <dgm:prSet presAssocID="{4D85AF24-B87E-4157-A4F0-7DEDD05FDE8E}" presName="thickLine" presStyleLbl="alignNode1" presStyleIdx="1" presStyleCnt="3"/>
      <dgm:spPr/>
    </dgm:pt>
    <dgm:pt modelId="{17AEE40F-762F-46F2-930A-1D328A8439FC}" type="pres">
      <dgm:prSet presAssocID="{4D85AF24-B87E-4157-A4F0-7DEDD05FDE8E}" presName="horz1" presStyleCnt="0"/>
      <dgm:spPr/>
    </dgm:pt>
    <dgm:pt modelId="{A1DCB25B-9B42-4A1C-9FC7-00E9104DCEE9}" type="pres">
      <dgm:prSet presAssocID="{4D85AF24-B87E-4157-A4F0-7DEDD05FDE8E}" presName="tx1" presStyleLbl="revTx" presStyleIdx="1" presStyleCnt="3"/>
      <dgm:spPr/>
    </dgm:pt>
    <dgm:pt modelId="{F78CF0A6-CA93-4BE5-82BB-B20580819724}" type="pres">
      <dgm:prSet presAssocID="{4D85AF24-B87E-4157-A4F0-7DEDD05FDE8E}" presName="vert1" presStyleCnt="0"/>
      <dgm:spPr/>
    </dgm:pt>
    <dgm:pt modelId="{C610A057-E82C-4B92-A338-8D0467665099}" type="pres">
      <dgm:prSet presAssocID="{EA4BAF34-E75E-4837-BF6A-790D8E55312A}" presName="thickLine" presStyleLbl="alignNode1" presStyleIdx="2" presStyleCnt="3"/>
      <dgm:spPr/>
    </dgm:pt>
    <dgm:pt modelId="{F01E7FC2-52C5-4E22-B894-CA82999BF79D}" type="pres">
      <dgm:prSet presAssocID="{EA4BAF34-E75E-4837-BF6A-790D8E55312A}" presName="horz1" presStyleCnt="0"/>
      <dgm:spPr/>
    </dgm:pt>
    <dgm:pt modelId="{7B347DDF-1E12-4500-B071-7D5CCE201B57}" type="pres">
      <dgm:prSet presAssocID="{EA4BAF34-E75E-4837-BF6A-790D8E55312A}" presName="tx1" presStyleLbl="revTx" presStyleIdx="2" presStyleCnt="3"/>
      <dgm:spPr/>
    </dgm:pt>
    <dgm:pt modelId="{41E363BE-8664-4E56-91B0-0415D72345C1}" type="pres">
      <dgm:prSet presAssocID="{EA4BAF34-E75E-4837-BF6A-790D8E55312A}" presName="vert1" presStyleCnt="0"/>
      <dgm:spPr/>
    </dgm:pt>
  </dgm:ptLst>
  <dgm:cxnLst>
    <dgm:cxn modelId="{A70F320A-68EF-43CA-93CC-F31604E42608}" srcId="{E8059591-648A-45C0-A2B2-2C53C8B871AF}" destId="{EA4BAF34-E75E-4837-BF6A-790D8E55312A}" srcOrd="2" destOrd="0" parTransId="{E133BAF5-6A9C-42DC-9C6E-0D0E3C2A4384}" sibTransId="{F4DA4DF9-A81B-4BFB-B1A8-FE62B765B06E}"/>
    <dgm:cxn modelId="{775F7E23-8871-412E-85A4-4612AD185B13}" srcId="{E8059591-648A-45C0-A2B2-2C53C8B871AF}" destId="{50847153-FBF3-4C35-87CF-82C8B62CAD98}" srcOrd="0" destOrd="0" parTransId="{631D9BCC-40B5-4E28-825B-D9E1A7B9D16B}" sibTransId="{B852B2DB-E086-4F2E-B005-EA75CF2D205D}"/>
    <dgm:cxn modelId="{2F9F6849-99BF-401A-BCCC-A3FDDA88865F}" srcId="{E8059591-648A-45C0-A2B2-2C53C8B871AF}" destId="{4D85AF24-B87E-4157-A4F0-7DEDD05FDE8E}" srcOrd="1" destOrd="0" parTransId="{55E5E3C4-C88A-4AEA-9B09-46E2C8475209}" sibTransId="{DC3111AC-3B47-4999-8BB3-F0106C069D88}"/>
    <dgm:cxn modelId="{AFF80A6F-5730-4A38-9984-C1668712DF76}" type="presOf" srcId="{4D85AF24-B87E-4157-A4F0-7DEDD05FDE8E}" destId="{A1DCB25B-9B42-4A1C-9FC7-00E9104DCEE9}" srcOrd="0" destOrd="0" presId="urn:microsoft.com/office/officeart/2008/layout/LinedList"/>
    <dgm:cxn modelId="{B8D8F06F-D151-4FD5-814C-FBCB250DDFF8}" type="presOf" srcId="{50847153-FBF3-4C35-87CF-82C8B62CAD98}" destId="{5AADC9F5-6F20-49C3-BF80-AC856234116D}" srcOrd="0" destOrd="0" presId="urn:microsoft.com/office/officeart/2008/layout/LinedList"/>
    <dgm:cxn modelId="{93F0DAEB-EACB-46CF-87C4-C0C7D51D3DEE}" type="presOf" srcId="{E8059591-648A-45C0-A2B2-2C53C8B871AF}" destId="{639CFEB6-1F14-45F4-AE15-6D8E8A1A0E76}" srcOrd="0" destOrd="0" presId="urn:microsoft.com/office/officeart/2008/layout/LinedList"/>
    <dgm:cxn modelId="{EEAC48F0-9D59-4C86-9CF6-CAB0A51909E4}" type="presOf" srcId="{EA4BAF34-E75E-4837-BF6A-790D8E55312A}" destId="{7B347DDF-1E12-4500-B071-7D5CCE201B57}" srcOrd="0" destOrd="0" presId="urn:microsoft.com/office/officeart/2008/layout/LinedList"/>
    <dgm:cxn modelId="{B967CFC3-1048-49EA-9B14-96EFB26F36B5}" type="presParOf" srcId="{639CFEB6-1F14-45F4-AE15-6D8E8A1A0E76}" destId="{4F62B045-2E83-4BB9-B942-8738DCA6EE0B}" srcOrd="0" destOrd="0" presId="urn:microsoft.com/office/officeart/2008/layout/LinedList"/>
    <dgm:cxn modelId="{7AFD06EC-5DA4-4208-A1DB-D6A3BB2BF913}" type="presParOf" srcId="{639CFEB6-1F14-45F4-AE15-6D8E8A1A0E76}" destId="{1973CC3F-CD43-42D4-B338-AA5D3CE5870A}" srcOrd="1" destOrd="0" presId="urn:microsoft.com/office/officeart/2008/layout/LinedList"/>
    <dgm:cxn modelId="{7EAB4BEA-7EF7-40FD-BD29-4F5177843A21}" type="presParOf" srcId="{1973CC3F-CD43-42D4-B338-AA5D3CE5870A}" destId="{5AADC9F5-6F20-49C3-BF80-AC856234116D}" srcOrd="0" destOrd="0" presId="urn:microsoft.com/office/officeart/2008/layout/LinedList"/>
    <dgm:cxn modelId="{AB7C4CE1-DB44-4075-A788-16C450C97A47}" type="presParOf" srcId="{1973CC3F-CD43-42D4-B338-AA5D3CE5870A}" destId="{B4DFB74B-223C-48C2-9E03-15E80D3A846F}" srcOrd="1" destOrd="0" presId="urn:microsoft.com/office/officeart/2008/layout/LinedList"/>
    <dgm:cxn modelId="{B0A85A6B-00D7-4B10-9A19-FA42C468CF9B}" type="presParOf" srcId="{639CFEB6-1F14-45F4-AE15-6D8E8A1A0E76}" destId="{C735C824-CD10-48A8-A821-35890D0E6E43}" srcOrd="2" destOrd="0" presId="urn:microsoft.com/office/officeart/2008/layout/LinedList"/>
    <dgm:cxn modelId="{9591C696-0079-4DC8-8A4C-DED53B1DC2D6}" type="presParOf" srcId="{639CFEB6-1F14-45F4-AE15-6D8E8A1A0E76}" destId="{17AEE40F-762F-46F2-930A-1D328A8439FC}" srcOrd="3" destOrd="0" presId="urn:microsoft.com/office/officeart/2008/layout/LinedList"/>
    <dgm:cxn modelId="{90ACBA1B-266B-42FE-AC78-BBC48CE6A153}" type="presParOf" srcId="{17AEE40F-762F-46F2-930A-1D328A8439FC}" destId="{A1DCB25B-9B42-4A1C-9FC7-00E9104DCEE9}" srcOrd="0" destOrd="0" presId="urn:microsoft.com/office/officeart/2008/layout/LinedList"/>
    <dgm:cxn modelId="{EB673EF3-C830-413F-8A56-2314CA143E32}" type="presParOf" srcId="{17AEE40F-762F-46F2-930A-1D328A8439FC}" destId="{F78CF0A6-CA93-4BE5-82BB-B20580819724}" srcOrd="1" destOrd="0" presId="urn:microsoft.com/office/officeart/2008/layout/LinedList"/>
    <dgm:cxn modelId="{9B38E4B7-287D-41EF-8CDC-969A125E3633}" type="presParOf" srcId="{639CFEB6-1F14-45F4-AE15-6D8E8A1A0E76}" destId="{C610A057-E82C-4B92-A338-8D0467665099}" srcOrd="4" destOrd="0" presId="urn:microsoft.com/office/officeart/2008/layout/LinedList"/>
    <dgm:cxn modelId="{3BBF1E71-4369-416B-A5EC-4027C2D9577C}" type="presParOf" srcId="{639CFEB6-1F14-45F4-AE15-6D8E8A1A0E76}" destId="{F01E7FC2-52C5-4E22-B894-CA82999BF79D}" srcOrd="5" destOrd="0" presId="urn:microsoft.com/office/officeart/2008/layout/LinedList"/>
    <dgm:cxn modelId="{0A99F493-C9F7-44AD-AEEF-4F9A530ED0C7}" type="presParOf" srcId="{F01E7FC2-52C5-4E22-B894-CA82999BF79D}" destId="{7B347DDF-1E12-4500-B071-7D5CCE201B57}" srcOrd="0" destOrd="0" presId="urn:microsoft.com/office/officeart/2008/layout/LinedList"/>
    <dgm:cxn modelId="{4A900ED7-3254-4BE6-9363-152EC9479B63}" type="presParOf" srcId="{F01E7FC2-52C5-4E22-B894-CA82999BF79D}" destId="{41E363BE-8664-4E56-91B0-0415D72345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4D7AF6-A68A-46B3-B040-BD5420C101AC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712D689-B4CF-4210-A868-06F5E326C5C2}">
      <dgm:prSet/>
      <dgm:spPr/>
      <dgm:t>
        <a:bodyPr/>
        <a:lstStyle/>
        <a:p>
          <a:r>
            <a:rPr lang="en-US"/>
            <a:t>• Elimina archivos o carpetas</a:t>
          </a:r>
        </a:p>
      </dgm:t>
    </dgm:pt>
    <dgm:pt modelId="{D4DB4164-7B27-4F87-846E-F36A375C3FCC}" type="parTrans" cxnId="{530899E8-8AD8-49BE-A59E-C8AD9ACF3CFF}">
      <dgm:prSet/>
      <dgm:spPr/>
      <dgm:t>
        <a:bodyPr/>
        <a:lstStyle/>
        <a:p>
          <a:endParaRPr lang="en-US"/>
        </a:p>
      </dgm:t>
    </dgm:pt>
    <dgm:pt modelId="{089F5728-6C50-4533-98B6-B630A5DB9C66}" type="sibTrans" cxnId="{530899E8-8AD8-49BE-A59E-C8AD9ACF3CFF}">
      <dgm:prSet/>
      <dgm:spPr/>
      <dgm:t>
        <a:bodyPr/>
        <a:lstStyle/>
        <a:p>
          <a:endParaRPr lang="en-US"/>
        </a:p>
      </dgm:t>
    </dgm:pt>
    <dgm:pt modelId="{DA8DEF23-0276-4C81-BE25-6CD53F5CAF92}">
      <dgm:prSet/>
      <dgm:spPr/>
      <dgm:t>
        <a:bodyPr/>
        <a:lstStyle/>
        <a:p>
          <a:r>
            <a:rPr lang="en-US"/>
            <a:t>• Parámetros útiles:</a:t>
          </a:r>
        </a:p>
      </dgm:t>
    </dgm:pt>
    <dgm:pt modelId="{0266D282-79BA-4918-8DAC-64177BB8832D}" type="parTrans" cxnId="{61D2765F-3AA0-4C18-8816-3F43B047D53B}">
      <dgm:prSet/>
      <dgm:spPr/>
      <dgm:t>
        <a:bodyPr/>
        <a:lstStyle/>
        <a:p>
          <a:endParaRPr lang="en-US"/>
        </a:p>
      </dgm:t>
    </dgm:pt>
    <dgm:pt modelId="{19058E9A-F138-4EB4-825E-C4316911FDC2}" type="sibTrans" cxnId="{61D2765F-3AA0-4C18-8816-3F43B047D53B}">
      <dgm:prSet/>
      <dgm:spPr/>
      <dgm:t>
        <a:bodyPr/>
        <a:lstStyle/>
        <a:p>
          <a:endParaRPr lang="en-US"/>
        </a:p>
      </dgm:t>
    </dgm:pt>
    <dgm:pt modelId="{D232D286-D939-4580-A58A-F1EB37EF2CE8}">
      <dgm:prSet/>
      <dgm:spPr/>
      <dgm:t>
        <a:bodyPr/>
        <a:lstStyle/>
        <a:p>
          <a:r>
            <a:rPr lang="en-US"/>
            <a:t>-Recurse → incluye subcarpetas</a:t>
          </a:r>
        </a:p>
      </dgm:t>
    </dgm:pt>
    <dgm:pt modelId="{B191E7DD-30AA-44E4-8AEE-C16E87BC99F0}" type="parTrans" cxnId="{561BE320-2BBC-4F73-B64E-0A62C5C6F502}">
      <dgm:prSet/>
      <dgm:spPr/>
      <dgm:t>
        <a:bodyPr/>
        <a:lstStyle/>
        <a:p>
          <a:endParaRPr lang="en-US"/>
        </a:p>
      </dgm:t>
    </dgm:pt>
    <dgm:pt modelId="{2353196B-784E-477D-9ECA-DDBB13C559F2}" type="sibTrans" cxnId="{561BE320-2BBC-4F73-B64E-0A62C5C6F502}">
      <dgm:prSet/>
      <dgm:spPr/>
      <dgm:t>
        <a:bodyPr/>
        <a:lstStyle/>
        <a:p>
          <a:endParaRPr lang="en-US"/>
        </a:p>
      </dgm:t>
    </dgm:pt>
    <dgm:pt modelId="{458D9DD5-192B-481F-A616-4A95B467DCFC}">
      <dgm:prSet/>
      <dgm:spPr/>
      <dgm:t>
        <a:bodyPr/>
        <a:lstStyle/>
        <a:p>
          <a:r>
            <a:rPr lang="en-US"/>
            <a:t>-Force → fuerza eliminación</a:t>
          </a:r>
        </a:p>
      </dgm:t>
    </dgm:pt>
    <dgm:pt modelId="{95149C8E-32E8-4193-807F-672A75D94709}" type="parTrans" cxnId="{2772EE30-9D1A-4804-A501-DF28F4ECA3B0}">
      <dgm:prSet/>
      <dgm:spPr/>
      <dgm:t>
        <a:bodyPr/>
        <a:lstStyle/>
        <a:p>
          <a:endParaRPr lang="en-US"/>
        </a:p>
      </dgm:t>
    </dgm:pt>
    <dgm:pt modelId="{813A2E86-622D-49C6-803A-87FA498E3DB3}" type="sibTrans" cxnId="{2772EE30-9D1A-4804-A501-DF28F4ECA3B0}">
      <dgm:prSet/>
      <dgm:spPr/>
      <dgm:t>
        <a:bodyPr/>
        <a:lstStyle/>
        <a:p>
          <a:endParaRPr lang="en-US"/>
        </a:p>
      </dgm:t>
    </dgm:pt>
    <dgm:pt modelId="{CFBB944C-E1A1-41E3-B670-3CED43C3A3F1}">
      <dgm:prSet/>
      <dgm:spPr/>
      <dgm:t>
        <a:bodyPr/>
        <a:lstStyle/>
        <a:p>
          <a:r>
            <a:rPr lang="en-US"/>
            <a:t>Ejemplo:</a:t>
          </a:r>
        </a:p>
      </dgm:t>
    </dgm:pt>
    <dgm:pt modelId="{61C069A5-B434-424B-AEE2-D9E634906A41}" type="parTrans" cxnId="{38BE01E8-500F-4EAA-BC72-8AA58FAE6C50}">
      <dgm:prSet/>
      <dgm:spPr/>
      <dgm:t>
        <a:bodyPr/>
        <a:lstStyle/>
        <a:p>
          <a:endParaRPr lang="en-US"/>
        </a:p>
      </dgm:t>
    </dgm:pt>
    <dgm:pt modelId="{965771DD-FC3D-45D0-8142-58DABD3BAFCC}" type="sibTrans" cxnId="{38BE01E8-500F-4EAA-BC72-8AA58FAE6C50}">
      <dgm:prSet/>
      <dgm:spPr/>
      <dgm:t>
        <a:bodyPr/>
        <a:lstStyle/>
        <a:p>
          <a:endParaRPr lang="en-US"/>
        </a:p>
      </dgm:t>
    </dgm:pt>
    <dgm:pt modelId="{FA6D1F2E-3824-4477-ADF2-2B07236A8B3D}">
      <dgm:prSet/>
      <dgm:spPr/>
      <dgm:t>
        <a:bodyPr/>
        <a:lstStyle/>
        <a:p>
          <a:r>
            <a:rPr lang="en-US"/>
            <a:t>Remove-Item C:\Backup -Recurse -Force</a:t>
          </a:r>
        </a:p>
      </dgm:t>
    </dgm:pt>
    <dgm:pt modelId="{F8A08ABE-FE80-4B12-9538-8DF48AF5D3BC}" type="parTrans" cxnId="{152B9B1D-52AF-4AFC-B1D4-E0666202C319}">
      <dgm:prSet/>
      <dgm:spPr/>
      <dgm:t>
        <a:bodyPr/>
        <a:lstStyle/>
        <a:p>
          <a:endParaRPr lang="en-US"/>
        </a:p>
      </dgm:t>
    </dgm:pt>
    <dgm:pt modelId="{60AC6BD3-7264-4E3A-8D7E-770DD13BC372}" type="sibTrans" cxnId="{152B9B1D-52AF-4AFC-B1D4-E0666202C319}">
      <dgm:prSet/>
      <dgm:spPr/>
      <dgm:t>
        <a:bodyPr/>
        <a:lstStyle/>
        <a:p>
          <a:endParaRPr lang="en-US"/>
        </a:p>
      </dgm:t>
    </dgm:pt>
    <dgm:pt modelId="{A002F9CF-51C3-4E32-8C20-5B868DBCD58F}" type="pres">
      <dgm:prSet presAssocID="{4A4D7AF6-A68A-46B3-B040-BD5420C101AC}" presName="vert0" presStyleCnt="0">
        <dgm:presLayoutVars>
          <dgm:dir/>
          <dgm:animOne val="branch"/>
          <dgm:animLvl val="lvl"/>
        </dgm:presLayoutVars>
      </dgm:prSet>
      <dgm:spPr/>
    </dgm:pt>
    <dgm:pt modelId="{7FE4533B-219F-4D76-8E3F-204A4407EB27}" type="pres">
      <dgm:prSet presAssocID="{8712D689-B4CF-4210-A868-06F5E326C5C2}" presName="thickLine" presStyleLbl="alignNode1" presStyleIdx="0" presStyleCnt="6"/>
      <dgm:spPr/>
    </dgm:pt>
    <dgm:pt modelId="{5D6A681B-9510-4052-ABB4-E49FD86A3744}" type="pres">
      <dgm:prSet presAssocID="{8712D689-B4CF-4210-A868-06F5E326C5C2}" presName="horz1" presStyleCnt="0"/>
      <dgm:spPr/>
    </dgm:pt>
    <dgm:pt modelId="{3715F091-D061-4F23-8131-D3B5C6972ADE}" type="pres">
      <dgm:prSet presAssocID="{8712D689-B4CF-4210-A868-06F5E326C5C2}" presName="tx1" presStyleLbl="revTx" presStyleIdx="0" presStyleCnt="6"/>
      <dgm:spPr/>
    </dgm:pt>
    <dgm:pt modelId="{5727AB65-DF91-41AA-A053-7DE29736E641}" type="pres">
      <dgm:prSet presAssocID="{8712D689-B4CF-4210-A868-06F5E326C5C2}" presName="vert1" presStyleCnt="0"/>
      <dgm:spPr/>
    </dgm:pt>
    <dgm:pt modelId="{1BE72F5C-040D-4F5D-850E-A5707C8F4791}" type="pres">
      <dgm:prSet presAssocID="{DA8DEF23-0276-4C81-BE25-6CD53F5CAF92}" presName="thickLine" presStyleLbl="alignNode1" presStyleIdx="1" presStyleCnt="6"/>
      <dgm:spPr/>
    </dgm:pt>
    <dgm:pt modelId="{633C4A79-EAB0-48E7-ADA6-E280BB3B897C}" type="pres">
      <dgm:prSet presAssocID="{DA8DEF23-0276-4C81-BE25-6CD53F5CAF92}" presName="horz1" presStyleCnt="0"/>
      <dgm:spPr/>
    </dgm:pt>
    <dgm:pt modelId="{0F6A9335-277B-47CB-B981-3C45236A892D}" type="pres">
      <dgm:prSet presAssocID="{DA8DEF23-0276-4C81-BE25-6CD53F5CAF92}" presName="tx1" presStyleLbl="revTx" presStyleIdx="1" presStyleCnt="6"/>
      <dgm:spPr/>
    </dgm:pt>
    <dgm:pt modelId="{B20DEC5E-58FE-4FF6-B67C-15D6F69D6BA1}" type="pres">
      <dgm:prSet presAssocID="{DA8DEF23-0276-4C81-BE25-6CD53F5CAF92}" presName="vert1" presStyleCnt="0"/>
      <dgm:spPr/>
    </dgm:pt>
    <dgm:pt modelId="{79331AFA-0AB2-4462-9C68-ADCC7A913C26}" type="pres">
      <dgm:prSet presAssocID="{D232D286-D939-4580-A58A-F1EB37EF2CE8}" presName="thickLine" presStyleLbl="alignNode1" presStyleIdx="2" presStyleCnt="6"/>
      <dgm:spPr/>
    </dgm:pt>
    <dgm:pt modelId="{5FF3E35A-C05D-4F6D-A78C-33A1D18A3125}" type="pres">
      <dgm:prSet presAssocID="{D232D286-D939-4580-A58A-F1EB37EF2CE8}" presName="horz1" presStyleCnt="0"/>
      <dgm:spPr/>
    </dgm:pt>
    <dgm:pt modelId="{2E7533C8-D1B0-47A1-AED3-2CB4CF47C10A}" type="pres">
      <dgm:prSet presAssocID="{D232D286-D939-4580-A58A-F1EB37EF2CE8}" presName="tx1" presStyleLbl="revTx" presStyleIdx="2" presStyleCnt="6"/>
      <dgm:spPr/>
    </dgm:pt>
    <dgm:pt modelId="{DCF0FE9B-2256-44AF-A888-6528E75B535D}" type="pres">
      <dgm:prSet presAssocID="{D232D286-D939-4580-A58A-F1EB37EF2CE8}" presName="vert1" presStyleCnt="0"/>
      <dgm:spPr/>
    </dgm:pt>
    <dgm:pt modelId="{BB76A846-F8E5-466E-A466-1A6DE2D303C1}" type="pres">
      <dgm:prSet presAssocID="{458D9DD5-192B-481F-A616-4A95B467DCFC}" presName="thickLine" presStyleLbl="alignNode1" presStyleIdx="3" presStyleCnt="6"/>
      <dgm:spPr/>
    </dgm:pt>
    <dgm:pt modelId="{CB655177-A3B6-49C9-939D-82DA7A993F25}" type="pres">
      <dgm:prSet presAssocID="{458D9DD5-192B-481F-A616-4A95B467DCFC}" presName="horz1" presStyleCnt="0"/>
      <dgm:spPr/>
    </dgm:pt>
    <dgm:pt modelId="{81E3E68D-483A-4541-950C-94DDBCB24858}" type="pres">
      <dgm:prSet presAssocID="{458D9DD5-192B-481F-A616-4A95B467DCFC}" presName="tx1" presStyleLbl="revTx" presStyleIdx="3" presStyleCnt="6"/>
      <dgm:spPr/>
    </dgm:pt>
    <dgm:pt modelId="{18ABA398-B0C8-4FE6-8D8A-36690F3E52FF}" type="pres">
      <dgm:prSet presAssocID="{458D9DD5-192B-481F-A616-4A95B467DCFC}" presName="vert1" presStyleCnt="0"/>
      <dgm:spPr/>
    </dgm:pt>
    <dgm:pt modelId="{B0D7E7B8-06F2-416D-B1DC-8F0D4DC4951D}" type="pres">
      <dgm:prSet presAssocID="{CFBB944C-E1A1-41E3-B670-3CED43C3A3F1}" presName="thickLine" presStyleLbl="alignNode1" presStyleIdx="4" presStyleCnt="6"/>
      <dgm:spPr/>
    </dgm:pt>
    <dgm:pt modelId="{97D25BA9-DFF0-45DF-B0CE-D0BB748F075C}" type="pres">
      <dgm:prSet presAssocID="{CFBB944C-E1A1-41E3-B670-3CED43C3A3F1}" presName="horz1" presStyleCnt="0"/>
      <dgm:spPr/>
    </dgm:pt>
    <dgm:pt modelId="{E6205FB5-47E8-4505-BB01-8F28B7C21245}" type="pres">
      <dgm:prSet presAssocID="{CFBB944C-E1A1-41E3-B670-3CED43C3A3F1}" presName="tx1" presStyleLbl="revTx" presStyleIdx="4" presStyleCnt="6"/>
      <dgm:spPr/>
    </dgm:pt>
    <dgm:pt modelId="{2BDB70AD-9BDC-480E-8A01-2B2B12D77ADD}" type="pres">
      <dgm:prSet presAssocID="{CFBB944C-E1A1-41E3-B670-3CED43C3A3F1}" presName="vert1" presStyleCnt="0"/>
      <dgm:spPr/>
    </dgm:pt>
    <dgm:pt modelId="{9793E0D3-A0F8-4A8A-8728-86173CBF59B3}" type="pres">
      <dgm:prSet presAssocID="{FA6D1F2E-3824-4477-ADF2-2B07236A8B3D}" presName="thickLine" presStyleLbl="alignNode1" presStyleIdx="5" presStyleCnt="6"/>
      <dgm:spPr/>
    </dgm:pt>
    <dgm:pt modelId="{CD3B817A-98BB-4582-BE60-543470A4A3CA}" type="pres">
      <dgm:prSet presAssocID="{FA6D1F2E-3824-4477-ADF2-2B07236A8B3D}" presName="horz1" presStyleCnt="0"/>
      <dgm:spPr/>
    </dgm:pt>
    <dgm:pt modelId="{F1984614-BEAA-4BE7-BE18-75020F8D27C3}" type="pres">
      <dgm:prSet presAssocID="{FA6D1F2E-3824-4477-ADF2-2B07236A8B3D}" presName="tx1" presStyleLbl="revTx" presStyleIdx="5" presStyleCnt="6"/>
      <dgm:spPr/>
    </dgm:pt>
    <dgm:pt modelId="{0E3339D6-CDEA-4A5F-8AD8-28DC140E9A63}" type="pres">
      <dgm:prSet presAssocID="{FA6D1F2E-3824-4477-ADF2-2B07236A8B3D}" presName="vert1" presStyleCnt="0"/>
      <dgm:spPr/>
    </dgm:pt>
  </dgm:ptLst>
  <dgm:cxnLst>
    <dgm:cxn modelId="{52CBC202-83F4-44EA-BF20-9835F7B864AC}" type="presOf" srcId="{D232D286-D939-4580-A58A-F1EB37EF2CE8}" destId="{2E7533C8-D1B0-47A1-AED3-2CB4CF47C10A}" srcOrd="0" destOrd="0" presId="urn:microsoft.com/office/officeart/2008/layout/LinedList"/>
    <dgm:cxn modelId="{152B9B1D-52AF-4AFC-B1D4-E0666202C319}" srcId="{4A4D7AF6-A68A-46B3-B040-BD5420C101AC}" destId="{FA6D1F2E-3824-4477-ADF2-2B07236A8B3D}" srcOrd="5" destOrd="0" parTransId="{F8A08ABE-FE80-4B12-9538-8DF48AF5D3BC}" sibTransId="{60AC6BD3-7264-4E3A-8D7E-770DD13BC372}"/>
    <dgm:cxn modelId="{561BE320-2BBC-4F73-B64E-0A62C5C6F502}" srcId="{4A4D7AF6-A68A-46B3-B040-BD5420C101AC}" destId="{D232D286-D939-4580-A58A-F1EB37EF2CE8}" srcOrd="2" destOrd="0" parTransId="{B191E7DD-30AA-44E4-8AEE-C16E87BC99F0}" sibTransId="{2353196B-784E-477D-9ECA-DDBB13C559F2}"/>
    <dgm:cxn modelId="{2772EE30-9D1A-4804-A501-DF28F4ECA3B0}" srcId="{4A4D7AF6-A68A-46B3-B040-BD5420C101AC}" destId="{458D9DD5-192B-481F-A616-4A95B467DCFC}" srcOrd="3" destOrd="0" parTransId="{95149C8E-32E8-4193-807F-672A75D94709}" sibTransId="{813A2E86-622D-49C6-803A-87FA498E3DB3}"/>
    <dgm:cxn modelId="{61D2765F-3AA0-4C18-8816-3F43B047D53B}" srcId="{4A4D7AF6-A68A-46B3-B040-BD5420C101AC}" destId="{DA8DEF23-0276-4C81-BE25-6CD53F5CAF92}" srcOrd="1" destOrd="0" parTransId="{0266D282-79BA-4918-8DAC-64177BB8832D}" sibTransId="{19058E9A-F138-4EB4-825E-C4316911FDC2}"/>
    <dgm:cxn modelId="{90883F60-1A2C-46D5-B0F7-8395C2182CF6}" type="presOf" srcId="{8712D689-B4CF-4210-A868-06F5E326C5C2}" destId="{3715F091-D061-4F23-8131-D3B5C6972ADE}" srcOrd="0" destOrd="0" presId="urn:microsoft.com/office/officeart/2008/layout/LinedList"/>
    <dgm:cxn modelId="{3DE18D85-EC20-4ACB-9CCA-CEC4825383C5}" type="presOf" srcId="{4A4D7AF6-A68A-46B3-B040-BD5420C101AC}" destId="{A002F9CF-51C3-4E32-8C20-5B868DBCD58F}" srcOrd="0" destOrd="0" presId="urn:microsoft.com/office/officeart/2008/layout/LinedList"/>
    <dgm:cxn modelId="{BCC60486-DFC1-4127-846A-AFB52AE78BAE}" type="presOf" srcId="{CFBB944C-E1A1-41E3-B670-3CED43C3A3F1}" destId="{E6205FB5-47E8-4505-BB01-8F28B7C21245}" srcOrd="0" destOrd="0" presId="urn:microsoft.com/office/officeart/2008/layout/LinedList"/>
    <dgm:cxn modelId="{465E3396-DEAB-4051-8573-54B708218012}" type="presOf" srcId="{FA6D1F2E-3824-4477-ADF2-2B07236A8B3D}" destId="{F1984614-BEAA-4BE7-BE18-75020F8D27C3}" srcOrd="0" destOrd="0" presId="urn:microsoft.com/office/officeart/2008/layout/LinedList"/>
    <dgm:cxn modelId="{6F5043AB-CAF9-4897-A0B4-AFFDEC1818C5}" type="presOf" srcId="{458D9DD5-192B-481F-A616-4A95B467DCFC}" destId="{81E3E68D-483A-4541-950C-94DDBCB24858}" srcOrd="0" destOrd="0" presId="urn:microsoft.com/office/officeart/2008/layout/LinedList"/>
    <dgm:cxn modelId="{4DB1CFD1-56BD-4688-996C-A38492AF4D71}" type="presOf" srcId="{DA8DEF23-0276-4C81-BE25-6CD53F5CAF92}" destId="{0F6A9335-277B-47CB-B981-3C45236A892D}" srcOrd="0" destOrd="0" presId="urn:microsoft.com/office/officeart/2008/layout/LinedList"/>
    <dgm:cxn modelId="{38BE01E8-500F-4EAA-BC72-8AA58FAE6C50}" srcId="{4A4D7AF6-A68A-46B3-B040-BD5420C101AC}" destId="{CFBB944C-E1A1-41E3-B670-3CED43C3A3F1}" srcOrd="4" destOrd="0" parTransId="{61C069A5-B434-424B-AEE2-D9E634906A41}" sibTransId="{965771DD-FC3D-45D0-8142-58DABD3BAFCC}"/>
    <dgm:cxn modelId="{530899E8-8AD8-49BE-A59E-C8AD9ACF3CFF}" srcId="{4A4D7AF6-A68A-46B3-B040-BD5420C101AC}" destId="{8712D689-B4CF-4210-A868-06F5E326C5C2}" srcOrd="0" destOrd="0" parTransId="{D4DB4164-7B27-4F87-846E-F36A375C3FCC}" sibTransId="{089F5728-6C50-4533-98B6-B630A5DB9C66}"/>
    <dgm:cxn modelId="{78F7D3DF-B0CD-4F81-B6E4-F9CD929E0B5E}" type="presParOf" srcId="{A002F9CF-51C3-4E32-8C20-5B868DBCD58F}" destId="{7FE4533B-219F-4D76-8E3F-204A4407EB27}" srcOrd="0" destOrd="0" presId="urn:microsoft.com/office/officeart/2008/layout/LinedList"/>
    <dgm:cxn modelId="{8B0F2F46-BB53-4472-AB83-A3027611E7B3}" type="presParOf" srcId="{A002F9CF-51C3-4E32-8C20-5B868DBCD58F}" destId="{5D6A681B-9510-4052-ABB4-E49FD86A3744}" srcOrd="1" destOrd="0" presId="urn:microsoft.com/office/officeart/2008/layout/LinedList"/>
    <dgm:cxn modelId="{574830DF-CEA6-49CB-8450-E204381AED6B}" type="presParOf" srcId="{5D6A681B-9510-4052-ABB4-E49FD86A3744}" destId="{3715F091-D061-4F23-8131-D3B5C6972ADE}" srcOrd="0" destOrd="0" presId="urn:microsoft.com/office/officeart/2008/layout/LinedList"/>
    <dgm:cxn modelId="{0DD3882E-823D-4761-A524-E7C2C4FE1220}" type="presParOf" srcId="{5D6A681B-9510-4052-ABB4-E49FD86A3744}" destId="{5727AB65-DF91-41AA-A053-7DE29736E641}" srcOrd="1" destOrd="0" presId="urn:microsoft.com/office/officeart/2008/layout/LinedList"/>
    <dgm:cxn modelId="{5B287035-7349-4F13-93AA-8F61109092FB}" type="presParOf" srcId="{A002F9CF-51C3-4E32-8C20-5B868DBCD58F}" destId="{1BE72F5C-040D-4F5D-850E-A5707C8F4791}" srcOrd="2" destOrd="0" presId="urn:microsoft.com/office/officeart/2008/layout/LinedList"/>
    <dgm:cxn modelId="{B2FAA9AD-AA48-4178-8B03-2742AEC40B52}" type="presParOf" srcId="{A002F9CF-51C3-4E32-8C20-5B868DBCD58F}" destId="{633C4A79-EAB0-48E7-ADA6-E280BB3B897C}" srcOrd="3" destOrd="0" presId="urn:microsoft.com/office/officeart/2008/layout/LinedList"/>
    <dgm:cxn modelId="{ADD95690-37A8-4F55-932D-828359693FFD}" type="presParOf" srcId="{633C4A79-EAB0-48E7-ADA6-E280BB3B897C}" destId="{0F6A9335-277B-47CB-B981-3C45236A892D}" srcOrd="0" destOrd="0" presId="urn:microsoft.com/office/officeart/2008/layout/LinedList"/>
    <dgm:cxn modelId="{546DC404-34EB-4C81-8EE8-8F7894AE87AE}" type="presParOf" srcId="{633C4A79-EAB0-48E7-ADA6-E280BB3B897C}" destId="{B20DEC5E-58FE-4FF6-B67C-15D6F69D6BA1}" srcOrd="1" destOrd="0" presId="urn:microsoft.com/office/officeart/2008/layout/LinedList"/>
    <dgm:cxn modelId="{050C2946-63CD-48E4-9A01-8B88D255EA1E}" type="presParOf" srcId="{A002F9CF-51C3-4E32-8C20-5B868DBCD58F}" destId="{79331AFA-0AB2-4462-9C68-ADCC7A913C26}" srcOrd="4" destOrd="0" presId="urn:microsoft.com/office/officeart/2008/layout/LinedList"/>
    <dgm:cxn modelId="{3E41BA6A-27A4-4B9B-94E4-E02A03844E4D}" type="presParOf" srcId="{A002F9CF-51C3-4E32-8C20-5B868DBCD58F}" destId="{5FF3E35A-C05D-4F6D-A78C-33A1D18A3125}" srcOrd="5" destOrd="0" presId="urn:microsoft.com/office/officeart/2008/layout/LinedList"/>
    <dgm:cxn modelId="{41655E78-4A5B-4468-83C5-094A9D495332}" type="presParOf" srcId="{5FF3E35A-C05D-4F6D-A78C-33A1D18A3125}" destId="{2E7533C8-D1B0-47A1-AED3-2CB4CF47C10A}" srcOrd="0" destOrd="0" presId="urn:microsoft.com/office/officeart/2008/layout/LinedList"/>
    <dgm:cxn modelId="{E054AE03-D41D-439B-A65D-2963AB0072FA}" type="presParOf" srcId="{5FF3E35A-C05D-4F6D-A78C-33A1D18A3125}" destId="{DCF0FE9B-2256-44AF-A888-6528E75B535D}" srcOrd="1" destOrd="0" presId="urn:microsoft.com/office/officeart/2008/layout/LinedList"/>
    <dgm:cxn modelId="{288F3322-E801-4D42-B609-3F3522043423}" type="presParOf" srcId="{A002F9CF-51C3-4E32-8C20-5B868DBCD58F}" destId="{BB76A846-F8E5-466E-A466-1A6DE2D303C1}" srcOrd="6" destOrd="0" presId="urn:microsoft.com/office/officeart/2008/layout/LinedList"/>
    <dgm:cxn modelId="{73124EB6-48D7-4545-B081-1607C1FF4F7E}" type="presParOf" srcId="{A002F9CF-51C3-4E32-8C20-5B868DBCD58F}" destId="{CB655177-A3B6-49C9-939D-82DA7A993F25}" srcOrd="7" destOrd="0" presId="urn:microsoft.com/office/officeart/2008/layout/LinedList"/>
    <dgm:cxn modelId="{8FC82E10-8321-4A40-8FC1-1910E0DEDD0B}" type="presParOf" srcId="{CB655177-A3B6-49C9-939D-82DA7A993F25}" destId="{81E3E68D-483A-4541-950C-94DDBCB24858}" srcOrd="0" destOrd="0" presId="urn:microsoft.com/office/officeart/2008/layout/LinedList"/>
    <dgm:cxn modelId="{8A4240C1-C716-43D7-85E5-ED6853B3BEAC}" type="presParOf" srcId="{CB655177-A3B6-49C9-939D-82DA7A993F25}" destId="{18ABA398-B0C8-4FE6-8D8A-36690F3E52FF}" srcOrd="1" destOrd="0" presId="urn:microsoft.com/office/officeart/2008/layout/LinedList"/>
    <dgm:cxn modelId="{8CA859EE-7C49-4A49-B78B-9A4BA9056157}" type="presParOf" srcId="{A002F9CF-51C3-4E32-8C20-5B868DBCD58F}" destId="{B0D7E7B8-06F2-416D-B1DC-8F0D4DC4951D}" srcOrd="8" destOrd="0" presId="urn:microsoft.com/office/officeart/2008/layout/LinedList"/>
    <dgm:cxn modelId="{D16F4237-6834-4CA4-BB1D-168F9D664E9A}" type="presParOf" srcId="{A002F9CF-51C3-4E32-8C20-5B868DBCD58F}" destId="{97D25BA9-DFF0-45DF-B0CE-D0BB748F075C}" srcOrd="9" destOrd="0" presId="urn:microsoft.com/office/officeart/2008/layout/LinedList"/>
    <dgm:cxn modelId="{4A260F85-8CED-4362-9620-F28A4A4F2916}" type="presParOf" srcId="{97D25BA9-DFF0-45DF-B0CE-D0BB748F075C}" destId="{E6205FB5-47E8-4505-BB01-8F28B7C21245}" srcOrd="0" destOrd="0" presId="urn:microsoft.com/office/officeart/2008/layout/LinedList"/>
    <dgm:cxn modelId="{E31E7EA8-A99D-4B16-B51A-8DD6587C6DCE}" type="presParOf" srcId="{97D25BA9-DFF0-45DF-B0CE-D0BB748F075C}" destId="{2BDB70AD-9BDC-480E-8A01-2B2B12D77ADD}" srcOrd="1" destOrd="0" presId="urn:microsoft.com/office/officeart/2008/layout/LinedList"/>
    <dgm:cxn modelId="{6CF44507-B98A-4E37-9FCA-A5ED4F40B1F4}" type="presParOf" srcId="{A002F9CF-51C3-4E32-8C20-5B868DBCD58F}" destId="{9793E0D3-A0F8-4A8A-8728-86173CBF59B3}" srcOrd="10" destOrd="0" presId="urn:microsoft.com/office/officeart/2008/layout/LinedList"/>
    <dgm:cxn modelId="{AC073E0A-E905-42D7-BE93-1305EEB06BFA}" type="presParOf" srcId="{A002F9CF-51C3-4E32-8C20-5B868DBCD58F}" destId="{CD3B817A-98BB-4582-BE60-543470A4A3CA}" srcOrd="11" destOrd="0" presId="urn:microsoft.com/office/officeart/2008/layout/LinedList"/>
    <dgm:cxn modelId="{979B3725-657D-430E-A6E6-AB7DC214D535}" type="presParOf" srcId="{CD3B817A-98BB-4582-BE60-543470A4A3CA}" destId="{F1984614-BEAA-4BE7-BE18-75020F8D27C3}" srcOrd="0" destOrd="0" presId="urn:microsoft.com/office/officeart/2008/layout/LinedList"/>
    <dgm:cxn modelId="{B6F6882B-1784-474F-B962-E1E8CE63EE74}" type="presParOf" srcId="{CD3B817A-98BB-4582-BE60-543470A4A3CA}" destId="{0E3339D6-CDEA-4A5F-8AD8-28DC140E9A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3380575-3D98-4F06-A730-2CD23335744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BF0E23-FD30-4DCC-9E74-83F58A747AB8}">
      <dgm:prSet/>
      <dgm:spPr/>
      <dgm:t>
        <a:bodyPr/>
        <a:lstStyle/>
        <a:p>
          <a:r>
            <a:rPr lang="en-US"/>
            <a:t>• ls → Get-ChildItem</a:t>
          </a:r>
        </a:p>
      </dgm:t>
    </dgm:pt>
    <dgm:pt modelId="{5E833B0F-5CA0-4E17-8F50-F17D9416DF65}" type="parTrans" cxnId="{B6634F3D-3F19-457B-947B-04AB6A18AE38}">
      <dgm:prSet/>
      <dgm:spPr/>
      <dgm:t>
        <a:bodyPr/>
        <a:lstStyle/>
        <a:p>
          <a:endParaRPr lang="en-US"/>
        </a:p>
      </dgm:t>
    </dgm:pt>
    <dgm:pt modelId="{456E917A-E6AA-4ED7-9924-FF3035F4A017}" type="sibTrans" cxnId="{B6634F3D-3F19-457B-947B-04AB6A18AE38}">
      <dgm:prSet/>
      <dgm:spPr/>
      <dgm:t>
        <a:bodyPr/>
        <a:lstStyle/>
        <a:p>
          <a:endParaRPr lang="en-US"/>
        </a:p>
      </dgm:t>
    </dgm:pt>
    <dgm:pt modelId="{7FA2C267-C617-4E04-92DF-69D2557064E3}">
      <dgm:prSet/>
      <dgm:spPr/>
      <dgm:t>
        <a:bodyPr/>
        <a:lstStyle/>
        <a:p>
          <a:r>
            <a:rPr lang="en-US"/>
            <a:t>• dir → Get-ChildItem</a:t>
          </a:r>
        </a:p>
      </dgm:t>
    </dgm:pt>
    <dgm:pt modelId="{5EA42D18-C1A9-46F5-B8FC-C4A1578EC617}" type="parTrans" cxnId="{C37D55FD-3145-489C-97A5-654EF3D5290C}">
      <dgm:prSet/>
      <dgm:spPr/>
      <dgm:t>
        <a:bodyPr/>
        <a:lstStyle/>
        <a:p>
          <a:endParaRPr lang="en-US"/>
        </a:p>
      </dgm:t>
    </dgm:pt>
    <dgm:pt modelId="{2C5E42C9-82B9-4F12-86E9-91D60066D43F}" type="sibTrans" cxnId="{C37D55FD-3145-489C-97A5-654EF3D5290C}">
      <dgm:prSet/>
      <dgm:spPr/>
      <dgm:t>
        <a:bodyPr/>
        <a:lstStyle/>
        <a:p>
          <a:endParaRPr lang="en-US"/>
        </a:p>
      </dgm:t>
    </dgm:pt>
    <dgm:pt modelId="{14818B5A-F144-4FA1-B252-183183CF253C}">
      <dgm:prSet/>
      <dgm:spPr/>
      <dgm:t>
        <a:bodyPr/>
        <a:lstStyle/>
        <a:p>
          <a:r>
            <a:rPr lang="en-US"/>
            <a:t>• cat → Get-Content</a:t>
          </a:r>
        </a:p>
      </dgm:t>
    </dgm:pt>
    <dgm:pt modelId="{EDAFDAB1-282A-4D6B-95FD-FB1A13B8D714}" type="parTrans" cxnId="{F26C4240-4FAF-40CB-BE7A-C48223E0AB53}">
      <dgm:prSet/>
      <dgm:spPr/>
      <dgm:t>
        <a:bodyPr/>
        <a:lstStyle/>
        <a:p>
          <a:endParaRPr lang="en-US"/>
        </a:p>
      </dgm:t>
    </dgm:pt>
    <dgm:pt modelId="{359D63AE-19CF-4A9F-8C9B-1B041748561A}" type="sibTrans" cxnId="{F26C4240-4FAF-40CB-BE7A-C48223E0AB53}">
      <dgm:prSet/>
      <dgm:spPr/>
      <dgm:t>
        <a:bodyPr/>
        <a:lstStyle/>
        <a:p>
          <a:endParaRPr lang="en-US"/>
        </a:p>
      </dgm:t>
    </dgm:pt>
    <dgm:pt modelId="{59E608C6-2A9D-4890-BD19-742CFAFBD815}">
      <dgm:prSet/>
      <dgm:spPr/>
      <dgm:t>
        <a:bodyPr/>
        <a:lstStyle/>
        <a:p>
          <a:r>
            <a:rPr lang="en-US"/>
            <a:t>Ventaja: compatibilidad con Linux y CMD</a:t>
          </a:r>
        </a:p>
      </dgm:t>
    </dgm:pt>
    <dgm:pt modelId="{DDE1761F-8F23-460C-9899-C65828C96EEF}" type="parTrans" cxnId="{DC8D8F32-17C3-4CFD-B3B5-4B536D991280}">
      <dgm:prSet/>
      <dgm:spPr/>
      <dgm:t>
        <a:bodyPr/>
        <a:lstStyle/>
        <a:p>
          <a:endParaRPr lang="en-US"/>
        </a:p>
      </dgm:t>
    </dgm:pt>
    <dgm:pt modelId="{DD82537C-0272-4F05-8599-CD557B93D075}" type="sibTrans" cxnId="{DC8D8F32-17C3-4CFD-B3B5-4B536D991280}">
      <dgm:prSet/>
      <dgm:spPr/>
      <dgm:t>
        <a:bodyPr/>
        <a:lstStyle/>
        <a:p>
          <a:endParaRPr lang="en-US"/>
        </a:p>
      </dgm:t>
    </dgm:pt>
    <dgm:pt modelId="{C858A831-275B-40E6-AB90-C9A07E992A8F}" type="pres">
      <dgm:prSet presAssocID="{73380575-3D98-4F06-A730-2CD23335744E}" presName="linear" presStyleCnt="0">
        <dgm:presLayoutVars>
          <dgm:animLvl val="lvl"/>
          <dgm:resizeHandles val="exact"/>
        </dgm:presLayoutVars>
      </dgm:prSet>
      <dgm:spPr/>
    </dgm:pt>
    <dgm:pt modelId="{3EDE6516-E940-4FC9-8A6D-CB7CE2CA6254}" type="pres">
      <dgm:prSet presAssocID="{04BF0E23-FD30-4DCC-9E74-83F58A747AB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68903D5-22C3-4C4F-9D71-3A2549912FB6}" type="pres">
      <dgm:prSet presAssocID="{456E917A-E6AA-4ED7-9924-FF3035F4A017}" presName="spacer" presStyleCnt="0"/>
      <dgm:spPr/>
    </dgm:pt>
    <dgm:pt modelId="{BFB86984-1AE2-489D-8789-07A72C7E5760}" type="pres">
      <dgm:prSet presAssocID="{7FA2C267-C617-4E04-92DF-69D2557064E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E202CC1-21FE-44A5-BAD8-75111F8F97A6}" type="pres">
      <dgm:prSet presAssocID="{2C5E42C9-82B9-4F12-86E9-91D60066D43F}" presName="spacer" presStyleCnt="0"/>
      <dgm:spPr/>
    </dgm:pt>
    <dgm:pt modelId="{E0C62733-CF03-48B4-8647-C5797058D3C4}" type="pres">
      <dgm:prSet presAssocID="{14818B5A-F144-4FA1-B252-183183CF25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5057C22-38A1-4FEE-A137-C13501E086A5}" type="pres">
      <dgm:prSet presAssocID="{359D63AE-19CF-4A9F-8C9B-1B041748561A}" presName="spacer" presStyleCnt="0"/>
      <dgm:spPr/>
    </dgm:pt>
    <dgm:pt modelId="{2F2301A5-47A7-40B3-A75D-56E3ABE08FA9}" type="pres">
      <dgm:prSet presAssocID="{59E608C6-2A9D-4890-BD19-742CFAFBD81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C8D8F32-17C3-4CFD-B3B5-4B536D991280}" srcId="{73380575-3D98-4F06-A730-2CD23335744E}" destId="{59E608C6-2A9D-4890-BD19-742CFAFBD815}" srcOrd="3" destOrd="0" parTransId="{DDE1761F-8F23-460C-9899-C65828C96EEF}" sibTransId="{DD82537C-0272-4F05-8599-CD557B93D075}"/>
    <dgm:cxn modelId="{B6634F3D-3F19-457B-947B-04AB6A18AE38}" srcId="{73380575-3D98-4F06-A730-2CD23335744E}" destId="{04BF0E23-FD30-4DCC-9E74-83F58A747AB8}" srcOrd="0" destOrd="0" parTransId="{5E833B0F-5CA0-4E17-8F50-F17D9416DF65}" sibTransId="{456E917A-E6AA-4ED7-9924-FF3035F4A017}"/>
    <dgm:cxn modelId="{F26C4240-4FAF-40CB-BE7A-C48223E0AB53}" srcId="{73380575-3D98-4F06-A730-2CD23335744E}" destId="{14818B5A-F144-4FA1-B252-183183CF253C}" srcOrd="2" destOrd="0" parTransId="{EDAFDAB1-282A-4D6B-95FD-FB1A13B8D714}" sibTransId="{359D63AE-19CF-4A9F-8C9B-1B041748561A}"/>
    <dgm:cxn modelId="{E7605E4D-C2B8-4B84-A6C7-A13C1D13B8F5}" type="presOf" srcId="{14818B5A-F144-4FA1-B252-183183CF253C}" destId="{E0C62733-CF03-48B4-8647-C5797058D3C4}" srcOrd="0" destOrd="0" presId="urn:microsoft.com/office/officeart/2005/8/layout/vList2"/>
    <dgm:cxn modelId="{F48C9A7B-CD25-43CC-89D3-02192D51A2A9}" type="presOf" srcId="{73380575-3D98-4F06-A730-2CD23335744E}" destId="{C858A831-275B-40E6-AB90-C9A07E992A8F}" srcOrd="0" destOrd="0" presId="urn:microsoft.com/office/officeart/2005/8/layout/vList2"/>
    <dgm:cxn modelId="{3254D399-A1C7-48FC-9790-369D91E87E6B}" type="presOf" srcId="{04BF0E23-FD30-4DCC-9E74-83F58A747AB8}" destId="{3EDE6516-E940-4FC9-8A6D-CB7CE2CA6254}" srcOrd="0" destOrd="0" presId="urn:microsoft.com/office/officeart/2005/8/layout/vList2"/>
    <dgm:cxn modelId="{7589E5C2-EEE9-4828-B903-F0AE13A0E903}" type="presOf" srcId="{7FA2C267-C617-4E04-92DF-69D2557064E3}" destId="{BFB86984-1AE2-489D-8789-07A72C7E5760}" srcOrd="0" destOrd="0" presId="urn:microsoft.com/office/officeart/2005/8/layout/vList2"/>
    <dgm:cxn modelId="{5B4C77C8-9A2F-44C4-8D06-164AD2D2BA30}" type="presOf" srcId="{59E608C6-2A9D-4890-BD19-742CFAFBD815}" destId="{2F2301A5-47A7-40B3-A75D-56E3ABE08FA9}" srcOrd="0" destOrd="0" presId="urn:microsoft.com/office/officeart/2005/8/layout/vList2"/>
    <dgm:cxn modelId="{C37D55FD-3145-489C-97A5-654EF3D5290C}" srcId="{73380575-3D98-4F06-A730-2CD23335744E}" destId="{7FA2C267-C617-4E04-92DF-69D2557064E3}" srcOrd="1" destOrd="0" parTransId="{5EA42D18-C1A9-46F5-B8FC-C4A1578EC617}" sibTransId="{2C5E42C9-82B9-4F12-86E9-91D60066D43F}"/>
    <dgm:cxn modelId="{9089B58D-45D1-42AB-B5F1-795FFA36A2F3}" type="presParOf" srcId="{C858A831-275B-40E6-AB90-C9A07E992A8F}" destId="{3EDE6516-E940-4FC9-8A6D-CB7CE2CA6254}" srcOrd="0" destOrd="0" presId="urn:microsoft.com/office/officeart/2005/8/layout/vList2"/>
    <dgm:cxn modelId="{AC2C0B6A-7987-4C1B-8CC4-A415B580F49D}" type="presParOf" srcId="{C858A831-275B-40E6-AB90-C9A07E992A8F}" destId="{F68903D5-22C3-4C4F-9D71-3A2549912FB6}" srcOrd="1" destOrd="0" presId="urn:microsoft.com/office/officeart/2005/8/layout/vList2"/>
    <dgm:cxn modelId="{46AC92F8-5316-4DBA-A7B7-97369D8C391F}" type="presParOf" srcId="{C858A831-275B-40E6-AB90-C9A07E992A8F}" destId="{BFB86984-1AE2-489D-8789-07A72C7E5760}" srcOrd="2" destOrd="0" presId="urn:microsoft.com/office/officeart/2005/8/layout/vList2"/>
    <dgm:cxn modelId="{966D7B56-390E-4679-A76B-8290430E2A4C}" type="presParOf" srcId="{C858A831-275B-40E6-AB90-C9A07E992A8F}" destId="{6E202CC1-21FE-44A5-BAD8-75111F8F97A6}" srcOrd="3" destOrd="0" presId="urn:microsoft.com/office/officeart/2005/8/layout/vList2"/>
    <dgm:cxn modelId="{6F2F2E43-C13D-4AA3-B5CF-2145C5962004}" type="presParOf" srcId="{C858A831-275B-40E6-AB90-C9A07E992A8F}" destId="{E0C62733-CF03-48B4-8647-C5797058D3C4}" srcOrd="4" destOrd="0" presId="urn:microsoft.com/office/officeart/2005/8/layout/vList2"/>
    <dgm:cxn modelId="{39678B7E-3A73-4F5D-8905-4A96471C5148}" type="presParOf" srcId="{C858A831-275B-40E6-AB90-C9A07E992A8F}" destId="{F5057C22-38A1-4FEE-A137-C13501E086A5}" srcOrd="5" destOrd="0" presId="urn:microsoft.com/office/officeart/2005/8/layout/vList2"/>
    <dgm:cxn modelId="{66DA233E-DC26-488D-8C13-238398AC79D3}" type="presParOf" srcId="{C858A831-275B-40E6-AB90-C9A07E992A8F}" destId="{2F2301A5-47A7-40B3-A75D-56E3ABE08F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86D814E-56F4-4451-AB5D-FE099BF0400D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C7C4D58-1E42-4C62-9443-206B7C3F0E4D}">
      <dgm:prSet/>
      <dgm:spPr/>
      <dgm:t>
        <a:bodyPr/>
        <a:lstStyle/>
        <a:p>
          <a:r>
            <a:rPr lang="en-US"/>
            <a:t>Sintaxis:</a:t>
          </a:r>
        </a:p>
      </dgm:t>
    </dgm:pt>
    <dgm:pt modelId="{E161B670-D781-4D0E-AAE9-F2A6B6F73F16}" type="parTrans" cxnId="{47C5D4D0-B760-4719-8655-71B7E2DEC6AE}">
      <dgm:prSet/>
      <dgm:spPr/>
      <dgm:t>
        <a:bodyPr/>
        <a:lstStyle/>
        <a:p>
          <a:endParaRPr lang="en-US"/>
        </a:p>
      </dgm:t>
    </dgm:pt>
    <dgm:pt modelId="{2B2C51D4-1F09-44C8-B1B7-5466B466BA0B}" type="sibTrans" cxnId="{47C5D4D0-B760-4719-8655-71B7E2DEC6AE}">
      <dgm:prSet/>
      <dgm:spPr/>
      <dgm:t>
        <a:bodyPr/>
        <a:lstStyle/>
        <a:p>
          <a:endParaRPr lang="en-US"/>
        </a:p>
      </dgm:t>
    </dgm:pt>
    <dgm:pt modelId="{0C8C95A1-B713-4693-9E22-BE86824D5096}">
      <dgm:prSet/>
      <dgm:spPr/>
      <dgm:t>
        <a:bodyPr/>
        <a:lstStyle/>
        <a:p>
          <a:r>
            <a:rPr lang="en-US" dirty="0" err="1"/>
            <a:t>Comando</a:t>
          </a:r>
          <a:r>
            <a:rPr lang="en-US" dirty="0"/>
            <a:t> | Where-Object { </a:t>
          </a:r>
          <a:r>
            <a:rPr lang="en-US" dirty="0" err="1"/>
            <a:t>condición</a:t>
          </a:r>
          <a:r>
            <a:rPr lang="en-US" dirty="0"/>
            <a:t> }</a:t>
          </a:r>
        </a:p>
      </dgm:t>
    </dgm:pt>
    <dgm:pt modelId="{8425B69F-AA53-4941-9325-B0485FB1CBAB}" type="parTrans" cxnId="{0D38DB4F-9226-4339-9910-5CE928EC987F}">
      <dgm:prSet/>
      <dgm:spPr/>
      <dgm:t>
        <a:bodyPr/>
        <a:lstStyle/>
        <a:p>
          <a:endParaRPr lang="en-US"/>
        </a:p>
      </dgm:t>
    </dgm:pt>
    <dgm:pt modelId="{FB18CE9E-F17B-42BB-AB5A-06CE2D765935}" type="sibTrans" cxnId="{0D38DB4F-9226-4339-9910-5CE928EC987F}">
      <dgm:prSet/>
      <dgm:spPr/>
      <dgm:t>
        <a:bodyPr/>
        <a:lstStyle/>
        <a:p>
          <a:endParaRPr lang="en-US"/>
        </a:p>
      </dgm:t>
    </dgm:pt>
    <dgm:pt modelId="{87F55E74-9E39-4D36-844D-F6DBA93B303E}">
      <dgm:prSet/>
      <dgm:spPr/>
      <dgm:t>
        <a:bodyPr/>
        <a:lstStyle/>
        <a:p>
          <a:r>
            <a:rPr lang="en-US" dirty="0" err="1"/>
            <a:t>Ejemplo</a:t>
          </a:r>
          <a:r>
            <a:rPr lang="en-US" dirty="0"/>
            <a:t>:</a:t>
          </a:r>
        </a:p>
      </dgm:t>
    </dgm:pt>
    <dgm:pt modelId="{B7ABA96C-DBDE-4B45-B91C-9C83EAB09580}" type="parTrans" cxnId="{EF8D84EB-536D-4D3E-8A65-B6F602836990}">
      <dgm:prSet/>
      <dgm:spPr/>
      <dgm:t>
        <a:bodyPr/>
        <a:lstStyle/>
        <a:p>
          <a:endParaRPr lang="en-US"/>
        </a:p>
      </dgm:t>
    </dgm:pt>
    <dgm:pt modelId="{C1638C14-3ADE-4187-8957-4A75540ED220}" type="sibTrans" cxnId="{EF8D84EB-536D-4D3E-8A65-B6F602836990}">
      <dgm:prSet/>
      <dgm:spPr/>
      <dgm:t>
        <a:bodyPr/>
        <a:lstStyle/>
        <a:p>
          <a:endParaRPr lang="en-US"/>
        </a:p>
      </dgm:t>
    </dgm:pt>
    <dgm:pt modelId="{4988C338-A37C-4D66-8218-C973B6E7CB48}">
      <dgm:prSet/>
      <dgm:spPr/>
      <dgm:t>
        <a:bodyPr/>
        <a:lstStyle/>
        <a:p>
          <a:r>
            <a:rPr lang="en-US" dirty="0"/>
            <a:t>Get-</a:t>
          </a:r>
          <a:r>
            <a:rPr lang="en-US" dirty="0" err="1"/>
            <a:t>ChildItem</a:t>
          </a:r>
          <a:r>
            <a:rPr lang="en-US" dirty="0"/>
            <a:t> -Recurse | Where-Object { $_.Length -</a:t>
          </a:r>
          <a:r>
            <a:rPr lang="en-US" dirty="0" err="1"/>
            <a:t>gt</a:t>
          </a:r>
          <a:r>
            <a:rPr lang="en-US" dirty="0"/>
            <a:t> 1MB }</a:t>
          </a:r>
        </a:p>
      </dgm:t>
    </dgm:pt>
    <dgm:pt modelId="{302891F5-B377-4732-BDD7-B962634A7A55}" type="parTrans" cxnId="{BDAB0E77-336B-44CA-8DE4-3E66603BE271}">
      <dgm:prSet/>
      <dgm:spPr/>
      <dgm:t>
        <a:bodyPr/>
        <a:lstStyle/>
        <a:p>
          <a:endParaRPr lang="en-US"/>
        </a:p>
      </dgm:t>
    </dgm:pt>
    <dgm:pt modelId="{D1E2AF02-6D0C-4CB4-A3B3-3B99D6095BEA}" type="sibTrans" cxnId="{BDAB0E77-336B-44CA-8DE4-3E66603BE271}">
      <dgm:prSet/>
      <dgm:spPr/>
      <dgm:t>
        <a:bodyPr/>
        <a:lstStyle/>
        <a:p>
          <a:endParaRPr lang="en-US"/>
        </a:p>
      </dgm:t>
    </dgm:pt>
    <dgm:pt modelId="{AA141A84-A73D-4342-9829-F32FB8A29523}" type="pres">
      <dgm:prSet presAssocID="{686D814E-56F4-4451-AB5D-FE099BF0400D}" presName="vert0" presStyleCnt="0">
        <dgm:presLayoutVars>
          <dgm:dir/>
          <dgm:animOne val="branch"/>
          <dgm:animLvl val="lvl"/>
        </dgm:presLayoutVars>
      </dgm:prSet>
      <dgm:spPr/>
    </dgm:pt>
    <dgm:pt modelId="{E9A94F9D-F677-4689-9AE7-6398DED10DA7}" type="pres">
      <dgm:prSet presAssocID="{EC7C4D58-1E42-4C62-9443-206B7C3F0E4D}" presName="thickLine" presStyleLbl="alignNode1" presStyleIdx="0" presStyleCnt="4"/>
      <dgm:spPr/>
    </dgm:pt>
    <dgm:pt modelId="{5D707F1B-2250-4904-883F-6B8EC0B30F2B}" type="pres">
      <dgm:prSet presAssocID="{EC7C4D58-1E42-4C62-9443-206B7C3F0E4D}" presName="horz1" presStyleCnt="0"/>
      <dgm:spPr/>
    </dgm:pt>
    <dgm:pt modelId="{9FDA096B-72E8-4FFD-8FB3-B6DF58CBF649}" type="pres">
      <dgm:prSet presAssocID="{EC7C4D58-1E42-4C62-9443-206B7C3F0E4D}" presName="tx1" presStyleLbl="revTx" presStyleIdx="0" presStyleCnt="4"/>
      <dgm:spPr/>
    </dgm:pt>
    <dgm:pt modelId="{41B860EE-5635-4702-A611-ED9E55596579}" type="pres">
      <dgm:prSet presAssocID="{EC7C4D58-1E42-4C62-9443-206B7C3F0E4D}" presName="vert1" presStyleCnt="0"/>
      <dgm:spPr/>
    </dgm:pt>
    <dgm:pt modelId="{A66CECD2-FD4C-4D40-BE3C-3C101711D986}" type="pres">
      <dgm:prSet presAssocID="{0C8C95A1-B713-4693-9E22-BE86824D5096}" presName="thickLine" presStyleLbl="alignNode1" presStyleIdx="1" presStyleCnt="4"/>
      <dgm:spPr/>
    </dgm:pt>
    <dgm:pt modelId="{ECA8D74A-051C-46D4-921F-490DCAA6B753}" type="pres">
      <dgm:prSet presAssocID="{0C8C95A1-B713-4693-9E22-BE86824D5096}" presName="horz1" presStyleCnt="0"/>
      <dgm:spPr/>
    </dgm:pt>
    <dgm:pt modelId="{7E89B171-153A-44CC-B70C-ED630DAA2F5A}" type="pres">
      <dgm:prSet presAssocID="{0C8C95A1-B713-4693-9E22-BE86824D5096}" presName="tx1" presStyleLbl="revTx" presStyleIdx="1" presStyleCnt="4"/>
      <dgm:spPr/>
    </dgm:pt>
    <dgm:pt modelId="{142682B3-5C9D-4C4C-91BA-BCB8C2EBE9FB}" type="pres">
      <dgm:prSet presAssocID="{0C8C95A1-B713-4693-9E22-BE86824D5096}" presName="vert1" presStyleCnt="0"/>
      <dgm:spPr/>
    </dgm:pt>
    <dgm:pt modelId="{EB55F48A-A481-41C5-B74B-1D25246AEC7D}" type="pres">
      <dgm:prSet presAssocID="{87F55E74-9E39-4D36-844D-F6DBA93B303E}" presName="thickLine" presStyleLbl="alignNode1" presStyleIdx="2" presStyleCnt="4"/>
      <dgm:spPr/>
    </dgm:pt>
    <dgm:pt modelId="{6079B8BE-A906-42F1-A205-7B9C52C76008}" type="pres">
      <dgm:prSet presAssocID="{87F55E74-9E39-4D36-844D-F6DBA93B303E}" presName="horz1" presStyleCnt="0"/>
      <dgm:spPr/>
    </dgm:pt>
    <dgm:pt modelId="{A397BF97-01DA-43B9-8809-239A1EFA8215}" type="pres">
      <dgm:prSet presAssocID="{87F55E74-9E39-4D36-844D-F6DBA93B303E}" presName="tx1" presStyleLbl="revTx" presStyleIdx="2" presStyleCnt="4"/>
      <dgm:spPr/>
    </dgm:pt>
    <dgm:pt modelId="{558626DF-924C-44CD-8A87-C0EA6CF27F78}" type="pres">
      <dgm:prSet presAssocID="{87F55E74-9E39-4D36-844D-F6DBA93B303E}" presName="vert1" presStyleCnt="0"/>
      <dgm:spPr/>
    </dgm:pt>
    <dgm:pt modelId="{A95E29FE-5E18-4183-A00C-A5B1B4C5DE42}" type="pres">
      <dgm:prSet presAssocID="{4988C338-A37C-4D66-8218-C973B6E7CB48}" presName="thickLine" presStyleLbl="alignNode1" presStyleIdx="3" presStyleCnt="4"/>
      <dgm:spPr/>
    </dgm:pt>
    <dgm:pt modelId="{659D4ED5-5115-49F9-B144-5D8949AD0907}" type="pres">
      <dgm:prSet presAssocID="{4988C338-A37C-4D66-8218-C973B6E7CB48}" presName="horz1" presStyleCnt="0"/>
      <dgm:spPr/>
    </dgm:pt>
    <dgm:pt modelId="{CEB12F3E-171D-4589-BCC7-8C23E2ADB953}" type="pres">
      <dgm:prSet presAssocID="{4988C338-A37C-4D66-8218-C973B6E7CB48}" presName="tx1" presStyleLbl="revTx" presStyleIdx="3" presStyleCnt="4"/>
      <dgm:spPr/>
    </dgm:pt>
    <dgm:pt modelId="{D3438BA1-BDD4-4D8A-9BB2-7B096FC1D5DF}" type="pres">
      <dgm:prSet presAssocID="{4988C338-A37C-4D66-8218-C973B6E7CB48}" presName="vert1" presStyleCnt="0"/>
      <dgm:spPr/>
    </dgm:pt>
  </dgm:ptLst>
  <dgm:cxnLst>
    <dgm:cxn modelId="{34421026-6154-463C-A52C-672EA39BE71C}" type="presOf" srcId="{4988C338-A37C-4D66-8218-C973B6E7CB48}" destId="{CEB12F3E-171D-4589-BCC7-8C23E2ADB953}" srcOrd="0" destOrd="0" presId="urn:microsoft.com/office/officeart/2008/layout/LinedList"/>
    <dgm:cxn modelId="{0D38DB4F-9226-4339-9910-5CE928EC987F}" srcId="{686D814E-56F4-4451-AB5D-FE099BF0400D}" destId="{0C8C95A1-B713-4693-9E22-BE86824D5096}" srcOrd="1" destOrd="0" parTransId="{8425B69F-AA53-4941-9325-B0485FB1CBAB}" sibTransId="{FB18CE9E-F17B-42BB-AB5A-06CE2D765935}"/>
    <dgm:cxn modelId="{CFF35652-C794-4CEE-94A3-FFF30A0C16D7}" type="presOf" srcId="{0C8C95A1-B713-4693-9E22-BE86824D5096}" destId="{7E89B171-153A-44CC-B70C-ED630DAA2F5A}" srcOrd="0" destOrd="0" presId="urn:microsoft.com/office/officeart/2008/layout/LinedList"/>
    <dgm:cxn modelId="{BDAB0E77-336B-44CA-8DE4-3E66603BE271}" srcId="{686D814E-56F4-4451-AB5D-FE099BF0400D}" destId="{4988C338-A37C-4D66-8218-C973B6E7CB48}" srcOrd="3" destOrd="0" parTransId="{302891F5-B377-4732-BDD7-B962634A7A55}" sibTransId="{D1E2AF02-6D0C-4CB4-A3B3-3B99D6095BEA}"/>
    <dgm:cxn modelId="{919FDC77-BEF8-4E33-8D90-843908CE4D70}" type="presOf" srcId="{EC7C4D58-1E42-4C62-9443-206B7C3F0E4D}" destId="{9FDA096B-72E8-4FFD-8FB3-B6DF58CBF649}" srcOrd="0" destOrd="0" presId="urn:microsoft.com/office/officeart/2008/layout/LinedList"/>
    <dgm:cxn modelId="{5415AD7C-9E73-45EB-91AD-611EB4B09CD1}" type="presOf" srcId="{87F55E74-9E39-4D36-844D-F6DBA93B303E}" destId="{A397BF97-01DA-43B9-8809-239A1EFA8215}" srcOrd="0" destOrd="0" presId="urn:microsoft.com/office/officeart/2008/layout/LinedList"/>
    <dgm:cxn modelId="{605090C0-4E5F-46C3-8030-FD3245EE97DA}" type="presOf" srcId="{686D814E-56F4-4451-AB5D-FE099BF0400D}" destId="{AA141A84-A73D-4342-9829-F32FB8A29523}" srcOrd="0" destOrd="0" presId="urn:microsoft.com/office/officeart/2008/layout/LinedList"/>
    <dgm:cxn modelId="{47C5D4D0-B760-4719-8655-71B7E2DEC6AE}" srcId="{686D814E-56F4-4451-AB5D-FE099BF0400D}" destId="{EC7C4D58-1E42-4C62-9443-206B7C3F0E4D}" srcOrd="0" destOrd="0" parTransId="{E161B670-D781-4D0E-AAE9-F2A6B6F73F16}" sibTransId="{2B2C51D4-1F09-44C8-B1B7-5466B466BA0B}"/>
    <dgm:cxn modelId="{EF8D84EB-536D-4D3E-8A65-B6F602836990}" srcId="{686D814E-56F4-4451-AB5D-FE099BF0400D}" destId="{87F55E74-9E39-4D36-844D-F6DBA93B303E}" srcOrd="2" destOrd="0" parTransId="{B7ABA96C-DBDE-4B45-B91C-9C83EAB09580}" sibTransId="{C1638C14-3ADE-4187-8957-4A75540ED220}"/>
    <dgm:cxn modelId="{236F121A-2C6F-42EB-B4E3-539D5B44D0A7}" type="presParOf" srcId="{AA141A84-A73D-4342-9829-F32FB8A29523}" destId="{E9A94F9D-F677-4689-9AE7-6398DED10DA7}" srcOrd="0" destOrd="0" presId="urn:microsoft.com/office/officeart/2008/layout/LinedList"/>
    <dgm:cxn modelId="{A897029B-D747-490A-B4BD-D0C27CA94DD4}" type="presParOf" srcId="{AA141A84-A73D-4342-9829-F32FB8A29523}" destId="{5D707F1B-2250-4904-883F-6B8EC0B30F2B}" srcOrd="1" destOrd="0" presId="urn:microsoft.com/office/officeart/2008/layout/LinedList"/>
    <dgm:cxn modelId="{B1D127C1-BBD7-4472-BE04-D370C569D7F1}" type="presParOf" srcId="{5D707F1B-2250-4904-883F-6B8EC0B30F2B}" destId="{9FDA096B-72E8-4FFD-8FB3-B6DF58CBF649}" srcOrd="0" destOrd="0" presId="urn:microsoft.com/office/officeart/2008/layout/LinedList"/>
    <dgm:cxn modelId="{F45B31B6-4A55-4B15-8384-542B4C543D1C}" type="presParOf" srcId="{5D707F1B-2250-4904-883F-6B8EC0B30F2B}" destId="{41B860EE-5635-4702-A611-ED9E55596579}" srcOrd="1" destOrd="0" presId="urn:microsoft.com/office/officeart/2008/layout/LinedList"/>
    <dgm:cxn modelId="{677D7B32-EECD-4699-8645-38AF24E30451}" type="presParOf" srcId="{AA141A84-A73D-4342-9829-F32FB8A29523}" destId="{A66CECD2-FD4C-4D40-BE3C-3C101711D986}" srcOrd="2" destOrd="0" presId="urn:microsoft.com/office/officeart/2008/layout/LinedList"/>
    <dgm:cxn modelId="{668984AF-28A5-4539-9A81-B7104A53633E}" type="presParOf" srcId="{AA141A84-A73D-4342-9829-F32FB8A29523}" destId="{ECA8D74A-051C-46D4-921F-490DCAA6B753}" srcOrd="3" destOrd="0" presId="urn:microsoft.com/office/officeart/2008/layout/LinedList"/>
    <dgm:cxn modelId="{33D13CDC-FCBF-4CDD-B550-97825DCF940A}" type="presParOf" srcId="{ECA8D74A-051C-46D4-921F-490DCAA6B753}" destId="{7E89B171-153A-44CC-B70C-ED630DAA2F5A}" srcOrd="0" destOrd="0" presId="urn:microsoft.com/office/officeart/2008/layout/LinedList"/>
    <dgm:cxn modelId="{B773EECB-B435-450F-AD21-458E2D71DA40}" type="presParOf" srcId="{ECA8D74A-051C-46D4-921F-490DCAA6B753}" destId="{142682B3-5C9D-4C4C-91BA-BCB8C2EBE9FB}" srcOrd="1" destOrd="0" presId="urn:microsoft.com/office/officeart/2008/layout/LinedList"/>
    <dgm:cxn modelId="{FC4B6F69-8FDF-45B0-8D59-588A0B6FFAA2}" type="presParOf" srcId="{AA141A84-A73D-4342-9829-F32FB8A29523}" destId="{EB55F48A-A481-41C5-B74B-1D25246AEC7D}" srcOrd="4" destOrd="0" presId="urn:microsoft.com/office/officeart/2008/layout/LinedList"/>
    <dgm:cxn modelId="{1DAB84E7-145E-43B6-8785-E7FD7BF9F064}" type="presParOf" srcId="{AA141A84-A73D-4342-9829-F32FB8A29523}" destId="{6079B8BE-A906-42F1-A205-7B9C52C76008}" srcOrd="5" destOrd="0" presId="urn:microsoft.com/office/officeart/2008/layout/LinedList"/>
    <dgm:cxn modelId="{D73FA3D4-88BB-4F93-BC4F-5DBC7F062BD1}" type="presParOf" srcId="{6079B8BE-A906-42F1-A205-7B9C52C76008}" destId="{A397BF97-01DA-43B9-8809-239A1EFA8215}" srcOrd="0" destOrd="0" presId="urn:microsoft.com/office/officeart/2008/layout/LinedList"/>
    <dgm:cxn modelId="{F6B1884E-FC74-4A92-BB2A-5C8AC6553220}" type="presParOf" srcId="{6079B8BE-A906-42F1-A205-7B9C52C76008}" destId="{558626DF-924C-44CD-8A87-C0EA6CF27F78}" srcOrd="1" destOrd="0" presId="urn:microsoft.com/office/officeart/2008/layout/LinedList"/>
    <dgm:cxn modelId="{694A1C06-B0FA-4E03-A7BB-9CFC65E9E9B5}" type="presParOf" srcId="{AA141A84-A73D-4342-9829-F32FB8A29523}" destId="{A95E29FE-5E18-4183-A00C-A5B1B4C5DE42}" srcOrd="6" destOrd="0" presId="urn:microsoft.com/office/officeart/2008/layout/LinedList"/>
    <dgm:cxn modelId="{811CE768-F0C7-4811-8EFA-6E4088999F94}" type="presParOf" srcId="{AA141A84-A73D-4342-9829-F32FB8A29523}" destId="{659D4ED5-5115-49F9-B144-5D8949AD0907}" srcOrd="7" destOrd="0" presId="urn:microsoft.com/office/officeart/2008/layout/LinedList"/>
    <dgm:cxn modelId="{2BE52390-5091-4205-BBCD-1CC9D185C060}" type="presParOf" srcId="{659D4ED5-5115-49F9-B144-5D8949AD0907}" destId="{CEB12F3E-171D-4589-BCC7-8C23E2ADB953}" srcOrd="0" destOrd="0" presId="urn:microsoft.com/office/officeart/2008/layout/LinedList"/>
    <dgm:cxn modelId="{55E8D7A7-196F-48B1-8ABD-DD69908C15DB}" type="presParOf" srcId="{659D4ED5-5115-49F9-B144-5D8949AD0907}" destId="{D3438BA1-BDD4-4D8A-9BB2-7B096FC1D5D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121FA34-B3A1-4DDD-B71D-117091ECF0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4C0980-457A-41B6-A201-A5D53616F597}">
      <dgm:prSet/>
      <dgm:spPr/>
      <dgm:t>
        <a:bodyPr/>
        <a:lstStyle/>
        <a:p>
          <a:r>
            <a:rPr lang="en-US"/>
            <a:t>• Representa el objeto actual en el pipeline</a:t>
          </a:r>
        </a:p>
      </dgm:t>
    </dgm:pt>
    <dgm:pt modelId="{C6ADDD39-7C70-4360-88D6-A9D6617027D7}" type="parTrans" cxnId="{00FDB454-1EA5-4B65-AA20-A22329CCA648}">
      <dgm:prSet/>
      <dgm:spPr/>
      <dgm:t>
        <a:bodyPr/>
        <a:lstStyle/>
        <a:p>
          <a:endParaRPr lang="en-US"/>
        </a:p>
      </dgm:t>
    </dgm:pt>
    <dgm:pt modelId="{877D7D44-2EB7-40A9-BDD6-51CB10323D9E}" type="sibTrans" cxnId="{00FDB454-1EA5-4B65-AA20-A22329CCA648}">
      <dgm:prSet/>
      <dgm:spPr/>
      <dgm:t>
        <a:bodyPr/>
        <a:lstStyle/>
        <a:p>
          <a:endParaRPr lang="en-US"/>
        </a:p>
      </dgm:t>
    </dgm:pt>
    <dgm:pt modelId="{FF10B4B3-B0AA-4F22-8727-86E0F2C0741C}">
      <dgm:prSet/>
      <dgm:spPr/>
      <dgm:t>
        <a:bodyPr/>
        <a:lstStyle/>
        <a:p>
          <a:r>
            <a:rPr lang="en-US"/>
            <a:t>• Se usan sus propiedades para filtrar</a:t>
          </a:r>
        </a:p>
      </dgm:t>
    </dgm:pt>
    <dgm:pt modelId="{4C70049E-D431-465F-A9CB-3281A65B977F}" type="parTrans" cxnId="{AAF14063-6307-4784-8476-37C597C1C988}">
      <dgm:prSet/>
      <dgm:spPr/>
      <dgm:t>
        <a:bodyPr/>
        <a:lstStyle/>
        <a:p>
          <a:endParaRPr lang="en-US"/>
        </a:p>
      </dgm:t>
    </dgm:pt>
    <dgm:pt modelId="{3C484C03-49E0-49C3-B321-07CBDDB82A3A}" type="sibTrans" cxnId="{AAF14063-6307-4784-8476-37C597C1C988}">
      <dgm:prSet/>
      <dgm:spPr/>
      <dgm:t>
        <a:bodyPr/>
        <a:lstStyle/>
        <a:p>
          <a:endParaRPr lang="en-US"/>
        </a:p>
      </dgm:t>
    </dgm:pt>
    <dgm:pt modelId="{692324CE-463B-448B-ADE3-20A813CABE2F}">
      <dgm:prSet/>
      <dgm:spPr/>
      <dgm:t>
        <a:bodyPr/>
        <a:lstStyle/>
        <a:p>
          <a:r>
            <a:rPr lang="en-US"/>
            <a:t>Ejemplo:</a:t>
          </a:r>
        </a:p>
      </dgm:t>
    </dgm:pt>
    <dgm:pt modelId="{024F904C-51D0-4DD6-94DE-ABE8CCF46035}" type="parTrans" cxnId="{FD6DBB7A-CD15-4D16-AF9E-D6F37A9AE42B}">
      <dgm:prSet/>
      <dgm:spPr/>
      <dgm:t>
        <a:bodyPr/>
        <a:lstStyle/>
        <a:p>
          <a:endParaRPr lang="en-US"/>
        </a:p>
      </dgm:t>
    </dgm:pt>
    <dgm:pt modelId="{4CD28628-AA08-471D-8DC0-ACE6C30A4E9D}" type="sibTrans" cxnId="{FD6DBB7A-CD15-4D16-AF9E-D6F37A9AE42B}">
      <dgm:prSet/>
      <dgm:spPr/>
      <dgm:t>
        <a:bodyPr/>
        <a:lstStyle/>
        <a:p>
          <a:endParaRPr lang="en-US"/>
        </a:p>
      </dgm:t>
    </dgm:pt>
    <dgm:pt modelId="{F0A98B1A-6806-4A49-8156-9AF66F7AC4E0}">
      <dgm:prSet/>
      <dgm:spPr/>
      <dgm:t>
        <a:bodyPr/>
        <a:lstStyle/>
        <a:p>
          <a:r>
            <a:rPr lang="en-US" dirty="0"/>
            <a:t>Get-Process | Where-Object { $_.CPU -</a:t>
          </a:r>
          <a:r>
            <a:rPr lang="en-US" dirty="0" err="1"/>
            <a:t>gt</a:t>
          </a:r>
          <a:r>
            <a:rPr lang="en-US" dirty="0"/>
            <a:t> 100 }</a:t>
          </a:r>
        </a:p>
      </dgm:t>
    </dgm:pt>
    <dgm:pt modelId="{51BE64C2-88F7-4FC8-AE72-E9EEE2B742A5}" type="parTrans" cxnId="{F2305857-8F87-472A-81CC-F08EC7E02444}">
      <dgm:prSet/>
      <dgm:spPr/>
      <dgm:t>
        <a:bodyPr/>
        <a:lstStyle/>
        <a:p>
          <a:endParaRPr lang="en-US"/>
        </a:p>
      </dgm:t>
    </dgm:pt>
    <dgm:pt modelId="{326B3410-23E3-43FA-855F-2AA9282463F4}" type="sibTrans" cxnId="{F2305857-8F87-472A-81CC-F08EC7E02444}">
      <dgm:prSet/>
      <dgm:spPr/>
      <dgm:t>
        <a:bodyPr/>
        <a:lstStyle/>
        <a:p>
          <a:endParaRPr lang="en-US"/>
        </a:p>
      </dgm:t>
    </dgm:pt>
    <dgm:pt modelId="{907A9819-CB53-4CB8-A951-25261FD63E3E}" type="pres">
      <dgm:prSet presAssocID="{0121FA34-B3A1-4DDD-B71D-117091ECF080}" presName="root" presStyleCnt="0">
        <dgm:presLayoutVars>
          <dgm:dir/>
          <dgm:resizeHandles val="exact"/>
        </dgm:presLayoutVars>
      </dgm:prSet>
      <dgm:spPr/>
    </dgm:pt>
    <dgm:pt modelId="{54E4D347-6F13-4BCB-B652-9C0DB3343FF1}" type="pres">
      <dgm:prSet presAssocID="{7F4C0980-457A-41B6-A201-A5D53616F597}" presName="compNode" presStyleCnt="0"/>
      <dgm:spPr/>
    </dgm:pt>
    <dgm:pt modelId="{69CBF027-CCAD-470F-AFBF-0ED71526E07D}" type="pres">
      <dgm:prSet presAssocID="{7F4C0980-457A-41B6-A201-A5D53616F597}" presName="bgRect" presStyleLbl="bgShp" presStyleIdx="0" presStyleCnt="4"/>
      <dgm:spPr/>
    </dgm:pt>
    <dgm:pt modelId="{35FE279A-C28D-4556-8E4B-F662E5CB4E22}" type="pres">
      <dgm:prSet presAssocID="{7F4C0980-457A-41B6-A201-A5D53616F59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E2C45C88-3F57-4199-BEA6-77A9B9E6FB61}" type="pres">
      <dgm:prSet presAssocID="{7F4C0980-457A-41B6-A201-A5D53616F597}" presName="spaceRect" presStyleCnt="0"/>
      <dgm:spPr/>
    </dgm:pt>
    <dgm:pt modelId="{6F0D0104-C4E4-4E46-9DC3-1559FC1EA496}" type="pres">
      <dgm:prSet presAssocID="{7F4C0980-457A-41B6-A201-A5D53616F597}" presName="parTx" presStyleLbl="revTx" presStyleIdx="0" presStyleCnt="4">
        <dgm:presLayoutVars>
          <dgm:chMax val="0"/>
          <dgm:chPref val="0"/>
        </dgm:presLayoutVars>
      </dgm:prSet>
      <dgm:spPr/>
    </dgm:pt>
    <dgm:pt modelId="{AC5DEB54-FE8B-4D90-825B-047D195D11C8}" type="pres">
      <dgm:prSet presAssocID="{877D7D44-2EB7-40A9-BDD6-51CB10323D9E}" presName="sibTrans" presStyleCnt="0"/>
      <dgm:spPr/>
    </dgm:pt>
    <dgm:pt modelId="{57E8F5EA-7E5E-43C3-8A85-2E00C4F759DF}" type="pres">
      <dgm:prSet presAssocID="{FF10B4B3-B0AA-4F22-8727-86E0F2C0741C}" presName="compNode" presStyleCnt="0"/>
      <dgm:spPr/>
    </dgm:pt>
    <dgm:pt modelId="{94E43E34-047A-42E2-B886-3550B0A38AB1}" type="pres">
      <dgm:prSet presAssocID="{FF10B4B3-B0AA-4F22-8727-86E0F2C0741C}" presName="bgRect" presStyleLbl="bgShp" presStyleIdx="1" presStyleCnt="4"/>
      <dgm:spPr/>
    </dgm:pt>
    <dgm:pt modelId="{2FB06898-25EE-4FE0-A0B5-DBA2AAF80ED6}" type="pres">
      <dgm:prSet presAssocID="{FF10B4B3-B0AA-4F22-8727-86E0F2C0741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97F084B0-D0E8-48C5-9ECA-B83081D33F81}" type="pres">
      <dgm:prSet presAssocID="{FF10B4B3-B0AA-4F22-8727-86E0F2C0741C}" presName="spaceRect" presStyleCnt="0"/>
      <dgm:spPr/>
    </dgm:pt>
    <dgm:pt modelId="{11BC7E63-661A-468F-ABE8-FBE0A114FCA7}" type="pres">
      <dgm:prSet presAssocID="{FF10B4B3-B0AA-4F22-8727-86E0F2C0741C}" presName="parTx" presStyleLbl="revTx" presStyleIdx="1" presStyleCnt="4">
        <dgm:presLayoutVars>
          <dgm:chMax val="0"/>
          <dgm:chPref val="0"/>
        </dgm:presLayoutVars>
      </dgm:prSet>
      <dgm:spPr/>
    </dgm:pt>
    <dgm:pt modelId="{31421A7C-7FF6-4977-8AE0-B71F180F4672}" type="pres">
      <dgm:prSet presAssocID="{3C484C03-49E0-49C3-B321-07CBDDB82A3A}" presName="sibTrans" presStyleCnt="0"/>
      <dgm:spPr/>
    </dgm:pt>
    <dgm:pt modelId="{8374D753-1960-4262-9C52-AF62B6D1B82F}" type="pres">
      <dgm:prSet presAssocID="{692324CE-463B-448B-ADE3-20A813CABE2F}" presName="compNode" presStyleCnt="0"/>
      <dgm:spPr/>
    </dgm:pt>
    <dgm:pt modelId="{BC0C1241-9982-4421-ACF6-239096DCA156}" type="pres">
      <dgm:prSet presAssocID="{692324CE-463B-448B-ADE3-20A813CABE2F}" presName="bgRect" presStyleLbl="bgShp" presStyleIdx="2" presStyleCnt="4"/>
      <dgm:spPr/>
    </dgm:pt>
    <dgm:pt modelId="{9B3A01AA-04C7-4F23-8AD8-144EF03B63CC}" type="pres">
      <dgm:prSet presAssocID="{692324CE-463B-448B-ADE3-20A813CABE2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E52D6B55-A50A-46F2-8D7E-2A440DF8F8BC}" type="pres">
      <dgm:prSet presAssocID="{692324CE-463B-448B-ADE3-20A813CABE2F}" presName="spaceRect" presStyleCnt="0"/>
      <dgm:spPr/>
    </dgm:pt>
    <dgm:pt modelId="{23C5D1F2-5AC7-4628-9491-CD6F463A6A86}" type="pres">
      <dgm:prSet presAssocID="{692324CE-463B-448B-ADE3-20A813CABE2F}" presName="parTx" presStyleLbl="revTx" presStyleIdx="2" presStyleCnt="4">
        <dgm:presLayoutVars>
          <dgm:chMax val="0"/>
          <dgm:chPref val="0"/>
        </dgm:presLayoutVars>
      </dgm:prSet>
      <dgm:spPr/>
    </dgm:pt>
    <dgm:pt modelId="{B9DE9726-4E46-4D96-A710-7F87D5FA386E}" type="pres">
      <dgm:prSet presAssocID="{4CD28628-AA08-471D-8DC0-ACE6C30A4E9D}" presName="sibTrans" presStyleCnt="0"/>
      <dgm:spPr/>
    </dgm:pt>
    <dgm:pt modelId="{F5532D44-6A39-4819-B222-D6737E805974}" type="pres">
      <dgm:prSet presAssocID="{F0A98B1A-6806-4A49-8156-9AF66F7AC4E0}" presName="compNode" presStyleCnt="0"/>
      <dgm:spPr/>
    </dgm:pt>
    <dgm:pt modelId="{849F300A-58D2-407F-82F7-067C0D17154F}" type="pres">
      <dgm:prSet presAssocID="{F0A98B1A-6806-4A49-8156-9AF66F7AC4E0}" presName="bgRect" presStyleLbl="bgShp" presStyleIdx="3" presStyleCnt="4"/>
      <dgm:spPr/>
    </dgm:pt>
    <dgm:pt modelId="{E980070B-59B0-417A-B1DC-9E28E41BAA8E}" type="pres">
      <dgm:prSet presAssocID="{F0A98B1A-6806-4A49-8156-9AF66F7AC4E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56B6F138-AAE8-4658-B475-B27F63BB524E}" type="pres">
      <dgm:prSet presAssocID="{F0A98B1A-6806-4A49-8156-9AF66F7AC4E0}" presName="spaceRect" presStyleCnt="0"/>
      <dgm:spPr/>
    </dgm:pt>
    <dgm:pt modelId="{86DC9C0B-BEC7-40B4-A778-4D4185A3B1F8}" type="pres">
      <dgm:prSet presAssocID="{F0A98B1A-6806-4A49-8156-9AF66F7AC4E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C0B1202-58BB-4B8C-B1FA-2E0E1D84DC5A}" type="presOf" srcId="{FF10B4B3-B0AA-4F22-8727-86E0F2C0741C}" destId="{11BC7E63-661A-468F-ABE8-FBE0A114FCA7}" srcOrd="0" destOrd="0" presId="urn:microsoft.com/office/officeart/2018/2/layout/IconVerticalSolidList"/>
    <dgm:cxn modelId="{5354370D-D36A-4D88-99C3-79045E71E0D9}" type="presOf" srcId="{692324CE-463B-448B-ADE3-20A813CABE2F}" destId="{23C5D1F2-5AC7-4628-9491-CD6F463A6A86}" srcOrd="0" destOrd="0" presId="urn:microsoft.com/office/officeart/2018/2/layout/IconVerticalSolidList"/>
    <dgm:cxn modelId="{4376A131-F19B-45B2-9CEE-8A8AF688DDB0}" type="presOf" srcId="{7F4C0980-457A-41B6-A201-A5D53616F597}" destId="{6F0D0104-C4E4-4E46-9DC3-1559FC1EA496}" srcOrd="0" destOrd="0" presId="urn:microsoft.com/office/officeart/2018/2/layout/IconVerticalSolidList"/>
    <dgm:cxn modelId="{AAF14063-6307-4784-8476-37C597C1C988}" srcId="{0121FA34-B3A1-4DDD-B71D-117091ECF080}" destId="{FF10B4B3-B0AA-4F22-8727-86E0F2C0741C}" srcOrd="1" destOrd="0" parTransId="{4C70049E-D431-465F-A9CB-3281A65B977F}" sibTransId="{3C484C03-49E0-49C3-B321-07CBDDB82A3A}"/>
    <dgm:cxn modelId="{00FDB454-1EA5-4B65-AA20-A22329CCA648}" srcId="{0121FA34-B3A1-4DDD-B71D-117091ECF080}" destId="{7F4C0980-457A-41B6-A201-A5D53616F597}" srcOrd="0" destOrd="0" parTransId="{C6ADDD39-7C70-4360-88D6-A9D6617027D7}" sibTransId="{877D7D44-2EB7-40A9-BDD6-51CB10323D9E}"/>
    <dgm:cxn modelId="{F2305857-8F87-472A-81CC-F08EC7E02444}" srcId="{0121FA34-B3A1-4DDD-B71D-117091ECF080}" destId="{F0A98B1A-6806-4A49-8156-9AF66F7AC4E0}" srcOrd="3" destOrd="0" parTransId="{51BE64C2-88F7-4FC8-AE72-E9EEE2B742A5}" sibTransId="{326B3410-23E3-43FA-855F-2AA9282463F4}"/>
    <dgm:cxn modelId="{FD6DBB7A-CD15-4D16-AF9E-D6F37A9AE42B}" srcId="{0121FA34-B3A1-4DDD-B71D-117091ECF080}" destId="{692324CE-463B-448B-ADE3-20A813CABE2F}" srcOrd="2" destOrd="0" parTransId="{024F904C-51D0-4DD6-94DE-ABE8CCF46035}" sibTransId="{4CD28628-AA08-471D-8DC0-ACE6C30A4E9D}"/>
    <dgm:cxn modelId="{7B0BA58C-180C-481E-8F72-4D930F6E4B25}" type="presOf" srcId="{0121FA34-B3A1-4DDD-B71D-117091ECF080}" destId="{907A9819-CB53-4CB8-A951-25261FD63E3E}" srcOrd="0" destOrd="0" presId="urn:microsoft.com/office/officeart/2018/2/layout/IconVerticalSolidList"/>
    <dgm:cxn modelId="{ECC725E2-470F-4CDF-B730-B4E5F0557D45}" type="presOf" srcId="{F0A98B1A-6806-4A49-8156-9AF66F7AC4E0}" destId="{86DC9C0B-BEC7-40B4-A778-4D4185A3B1F8}" srcOrd="0" destOrd="0" presId="urn:microsoft.com/office/officeart/2018/2/layout/IconVerticalSolidList"/>
    <dgm:cxn modelId="{54799DDC-BCF1-4929-93B0-68837E069B7A}" type="presParOf" srcId="{907A9819-CB53-4CB8-A951-25261FD63E3E}" destId="{54E4D347-6F13-4BCB-B652-9C0DB3343FF1}" srcOrd="0" destOrd="0" presId="urn:microsoft.com/office/officeart/2018/2/layout/IconVerticalSolidList"/>
    <dgm:cxn modelId="{0517A397-3524-447A-A52E-24A564CA7AC1}" type="presParOf" srcId="{54E4D347-6F13-4BCB-B652-9C0DB3343FF1}" destId="{69CBF027-CCAD-470F-AFBF-0ED71526E07D}" srcOrd="0" destOrd="0" presId="urn:microsoft.com/office/officeart/2018/2/layout/IconVerticalSolidList"/>
    <dgm:cxn modelId="{A43BF965-D85A-4507-9627-3B8BE689855B}" type="presParOf" srcId="{54E4D347-6F13-4BCB-B652-9C0DB3343FF1}" destId="{35FE279A-C28D-4556-8E4B-F662E5CB4E22}" srcOrd="1" destOrd="0" presId="urn:microsoft.com/office/officeart/2018/2/layout/IconVerticalSolidList"/>
    <dgm:cxn modelId="{8CD31F9E-E85A-4EEA-B08A-EBC3E9F265FF}" type="presParOf" srcId="{54E4D347-6F13-4BCB-B652-9C0DB3343FF1}" destId="{E2C45C88-3F57-4199-BEA6-77A9B9E6FB61}" srcOrd="2" destOrd="0" presId="urn:microsoft.com/office/officeart/2018/2/layout/IconVerticalSolidList"/>
    <dgm:cxn modelId="{311DE889-7A07-432F-ADA8-1759027CEE0C}" type="presParOf" srcId="{54E4D347-6F13-4BCB-B652-9C0DB3343FF1}" destId="{6F0D0104-C4E4-4E46-9DC3-1559FC1EA496}" srcOrd="3" destOrd="0" presId="urn:microsoft.com/office/officeart/2018/2/layout/IconVerticalSolidList"/>
    <dgm:cxn modelId="{1CF4CF63-7157-42EC-BBE5-B0E2677C511C}" type="presParOf" srcId="{907A9819-CB53-4CB8-A951-25261FD63E3E}" destId="{AC5DEB54-FE8B-4D90-825B-047D195D11C8}" srcOrd="1" destOrd="0" presId="urn:microsoft.com/office/officeart/2018/2/layout/IconVerticalSolidList"/>
    <dgm:cxn modelId="{37A33857-3CF6-47B3-86D9-4AE698682C6F}" type="presParOf" srcId="{907A9819-CB53-4CB8-A951-25261FD63E3E}" destId="{57E8F5EA-7E5E-43C3-8A85-2E00C4F759DF}" srcOrd="2" destOrd="0" presId="urn:microsoft.com/office/officeart/2018/2/layout/IconVerticalSolidList"/>
    <dgm:cxn modelId="{CA3868EF-46A7-4BCE-8D1C-E1BEAC4CEE32}" type="presParOf" srcId="{57E8F5EA-7E5E-43C3-8A85-2E00C4F759DF}" destId="{94E43E34-047A-42E2-B886-3550B0A38AB1}" srcOrd="0" destOrd="0" presId="urn:microsoft.com/office/officeart/2018/2/layout/IconVerticalSolidList"/>
    <dgm:cxn modelId="{20E00E13-B3C2-4D1C-839C-1453EA01E5B2}" type="presParOf" srcId="{57E8F5EA-7E5E-43C3-8A85-2E00C4F759DF}" destId="{2FB06898-25EE-4FE0-A0B5-DBA2AAF80ED6}" srcOrd="1" destOrd="0" presId="urn:microsoft.com/office/officeart/2018/2/layout/IconVerticalSolidList"/>
    <dgm:cxn modelId="{0DF2DD16-0FF9-4091-AF7C-3259E7447213}" type="presParOf" srcId="{57E8F5EA-7E5E-43C3-8A85-2E00C4F759DF}" destId="{97F084B0-D0E8-48C5-9ECA-B83081D33F81}" srcOrd="2" destOrd="0" presId="urn:microsoft.com/office/officeart/2018/2/layout/IconVerticalSolidList"/>
    <dgm:cxn modelId="{74084750-F049-4850-8880-9600DA3E44E6}" type="presParOf" srcId="{57E8F5EA-7E5E-43C3-8A85-2E00C4F759DF}" destId="{11BC7E63-661A-468F-ABE8-FBE0A114FCA7}" srcOrd="3" destOrd="0" presId="urn:microsoft.com/office/officeart/2018/2/layout/IconVerticalSolidList"/>
    <dgm:cxn modelId="{C06B9782-6784-4865-AD41-698EA51F9A6D}" type="presParOf" srcId="{907A9819-CB53-4CB8-A951-25261FD63E3E}" destId="{31421A7C-7FF6-4977-8AE0-B71F180F4672}" srcOrd="3" destOrd="0" presId="urn:microsoft.com/office/officeart/2018/2/layout/IconVerticalSolidList"/>
    <dgm:cxn modelId="{2EB5F915-1566-41A7-8219-D0477CE53C07}" type="presParOf" srcId="{907A9819-CB53-4CB8-A951-25261FD63E3E}" destId="{8374D753-1960-4262-9C52-AF62B6D1B82F}" srcOrd="4" destOrd="0" presId="urn:microsoft.com/office/officeart/2018/2/layout/IconVerticalSolidList"/>
    <dgm:cxn modelId="{E1B0990A-BAB7-4899-BAAB-68B1ACF0C7D5}" type="presParOf" srcId="{8374D753-1960-4262-9C52-AF62B6D1B82F}" destId="{BC0C1241-9982-4421-ACF6-239096DCA156}" srcOrd="0" destOrd="0" presId="urn:microsoft.com/office/officeart/2018/2/layout/IconVerticalSolidList"/>
    <dgm:cxn modelId="{9E8A679A-8A1F-4219-8AA3-5F67D22BCC65}" type="presParOf" srcId="{8374D753-1960-4262-9C52-AF62B6D1B82F}" destId="{9B3A01AA-04C7-4F23-8AD8-144EF03B63CC}" srcOrd="1" destOrd="0" presId="urn:microsoft.com/office/officeart/2018/2/layout/IconVerticalSolidList"/>
    <dgm:cxn modelId="{DC33B0D2-3D8F-45DA-84FE-0C362A9A2C26}" type="presParOf" srcId="{8374D753-1960-4262-9C52-AF62B6D1B82F}" destId="{E52D6B55-A50A-46F2-8D7E-2A440DF8F8BC}" srcOrd="2" destOrd="0" presId="urn:microsoft.com/office/officeart/2018/2/layout/IconVerticalSolidList"/>
    <dgm:cxn modelId="{81589890-4066-4B23-9BB9-75F85F29EF48}" type="presParOf" srcId="{8374D753-1960-4262-9C52-AF62B6D1B82F}" destId="{23C5D1F2-5AC7-4628-9491-CD6F463A6A86}" srcOrd="3" destOrd="0" presId="urn:microsoft.com/office/officeart/2018/2/layout/IconVerticalSolidList"/>
    <dgm:cxn modelId="{0E42EC37-96BF-4DB0-955A-D91B0FCC4C08}" type="presParOf" srcId="{907A9819-CB53-4CB8-A951-25261FD63E3E}" destId="{B9DE9726-4E46-4D96-A710-7F87D5FA386E}" srcOrd="5" destOrd="0" presId="urn:microsoft.com/office/officeart/2018/2/layout/IconVerticalSolidList"/>
    <dgm:cxn modelId="{BA185716-79EC-47DE-99AA-69B8A3864694}" type="presParOf" srcId="{907A9819-CB53-4CB8-A951-25261FD63E3E}" destId="{F5532D44-6A39-4819-B222-D6737E805974}" srcOrd="6" destOrd="0" presId="urn:microsoft.com/office/officeart/2018/2/layout/IconVerticalSolidList"/>
    <dgm:cxn modelId="{9BAA4361-594A-4380-8AFD-B38E3974EB73}" type="presParOf" srcId="{F5532D44-6A39-4819-B222-D6737E805974}" destId="{849F300A-58D2-407F-82F7-067C0D17154F}" srcOrd="0" destOrd="0" presId="urn:microsoft.com/office/officeart/2018/2/layout/IconVerticalSolidList"/>
    <dgm:cxn modelId="{49C4197A-78F0-42A8-87D7-9419D6713AA8}" type="presParOf" srcId="{F5532D44-6A39-4819-B222-D6737E805974}" destId="{E980070B-59B0-417A-B1DC-9E28E41BAA8E}" srcOrd="1" destOrd="0" presId="urn:microsoft.com/office/officeart/2018/2/layout/IconVerticalSolidList"/>
    <dgm:cxn modelId="{077122D6-1935-4B12-AA39-DA8DA55BB416}" type="presParOf" srcId="{F5532D44-6A39-4819-B222-D6737E805974}" destId="{56B6F138-AAE8-4658-B475-B27F63BB524E}" srcOrd="2" destOrd="0" presId="urn:microsoft.com/office/officeart/2018/2/layout/IconVerticalSolidList"/>
    <dgm:cxn modelId="{28CAFF86-786C-4273-940E-7C8881C19A9D}" type="presParOf" srcId="{F5532D44-6A39-4819-B222-D6737E805974}" destId="{86DC9C0B-BEC7-40B4-A778-4D4185A3B1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22CFB2D-B8BB-4A64-BD88-F9162234762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6BA3FE-D30D-4C50-A299-4C7118F31DB3}">
      <dgm:prSet/>
      <dgm:spPr/>
      <dgm:t>
        <a:bodyPr/>
        <a:lstStyle/>
        <a:p>
          <a:r>
            <a:rPr lang="en-US"/>
            <a:t>• Get-Process → Lista procesos</a:t>
          </a:r>
        </a:p>
      </dgm:t>
    </dgm:pt>
    <dgm:pt modelId="{F4374AEB-B602-4203-81CA-1C937E2062AC}" type="parTrans" cxnId="{ADB62C0F-2028-4FCD-93A9-C80141442CB4}">
      <dgm:prSet/>
      <dgm:spPr/>
      <dgm:t>
        <a:bodyPr/>
        <a:lstStyle/>
        <a:p>
          <a:endParaRPr lang="en-US"/>
        </a:p>
      </dgm:t>
    </dgm:pt>
    <dgm:pt modelId="{18F059C5-B0E6-4B6C-841F-6EC8A01472D4}" type="sibTrans" cxnId="{ADB62C0F-2028-4FCD-93A9-C80141442CB4}">
      <dgm:prSet/>
      <dgm:spPr/>
      <dgm:t>
        <a:bodyPr/>
        <a:lstStyle/>
        <a:p>
          <a:endParaRPr lang="en-US"/>
        </a:p>
      </dgm:t>
    </dgm:pt>
    <dgm:pt modelId="{0B296E78-9A55-4A47-B490-82588CF8D21D}">
      <dgm:prSet/>
      <dgm:spPr/>
      <dgm:t>
        <a:bodyPr/>
        <a:lstStyle/>
        <a:p>
          <a:r>
            <a:rPr lang="en-US"/>
            <a:t>• Stop-Process → Detiene</a:t>
          </a:r>
        </a:p>
      </dgm:t>
    </dgm:pt>
    <dgm:pt modelId="{3D1C03F6-97E2-4862-AF9D-3D15E4DFE889}" type="parTrans" cxnId="{B2389C8A-D400-4744-A0BF-BB3F905EB57E}">
      <dgm:prSet/>
      <dgm:spPr/>
      <dgm:t>
        <a:bodyPr/>
        <a:lstStyle/>
        <a:p>
          <a:endParaRPr lang="en-US"/>
        </a:p>
      </dgm:t>
    </dgm:pt>
    <dgm:pt modelId="{8F7AFE48-A072-46FC-A52F-15596B22DE6B}" type="sibTrans" cxnId="{B2389C8A-D400-4744-A0BF-BB3F905EB57E}">
      <dgm:prSet/>
      <dgm:spPr/>
      <dgm:t>
        <a:bodyPr/>
        <a:lstStyle/>
        <a:p>
          <a:endParaRPr lang="en-US"/>
        </a:p>
      </dgm:t>
    </dgm:pt>
    <dgm:pt modelId="{E2C28C17-5E69-4CD0-9702-A4ACF50726DF}">
      <dgm:prSet/>
      <dgm:spPr/>
      <dgm:t>
        <a:bodyPr/>
        <a:lstStyle/>
        <a:p>
          <a:r>
            <a:rPr lang="en-US"/>
            <a:t>• Start-Process → Inicia</a:t>
          </a:r>
        </a:p>
      </dgm:t>
    </dgm:pt>
    <dgm:pt modelId="{4DC71FEF-80F6-496D-B249-B5A8B6AA287E}" type="parTrans" cxnId="{90491234-F8E3-4A42-BE3F-743CDDAA30C0}">
      <dgm:prSet/>
      <dgm:spPr/>
      <dgm:t>
        <a:bodyPr/>
        <a:lstStyle/>
        <a:p>
          <a:endParaRPr lang="en-US"/>
        </a:p>
      </dgm:t>
    </dgm:pt>
    <dgm:pt modelId="{CD07F52F-552F-4D43-86FE-C94C0E9396CA}" type="sibTrans" cxnId="{90491234-F8E3-4A42-BE3F-743CDDAA30C0}">
      <dgm:prSet/>
      <dgm:spPr/>
      <dgm:t>
        <a:bodyPr/>
        <a:lstStyle/>
        <a:p>
          <a:endParaRPr lang="en-US"/>
        </a:p>
      </dgm:t>
    </dgm:pt>
    <dgm:pt modelId="{A8E209C9-EC54-46D1-B336-8112E62816F2}" type="pres">
      <dgm:prSet presAssocID="{922CFB2D-B8BB-4A64-BD88-F91622347623}" presName="vert0" presStyleCnt="0">
        <dgm:presLayoutVars>
          <dgm:dir/>
          <dgm:animOne val="branch"/>
          <dgm:animLvl val="lvl"/>
        </dgm:presLayoutVars>
      </dgm:prSet>
      <dgm:spPr/>
    </dgm:pt>
    <dgm:pt modelId="{9A1F2970-11CF-46E5-89BD-988EC2A4DDD4}" type="pres">
      <dgm:prSet presAssocID="{136BA3FE-D30D-4C50-A299-4C7118F31DB3}" presName="thickLine" presStyleLbl="alignNode1" presStyleIdx="0" presStyleCnt="3"/>
      <dgm:spPr/>
    </dgm:pt>
    <dgm:pt modelId="{5C8586DF-5908-4A66-807D-1D160BC9D438}" type="pres">
      <dgm:prSet presAssocID="{136BA3FE-D30D-4C50-A299-4C7118F31DB3}" presName="horz1" presStyleCnt="0"/>
      <dgm:spPr/>
    </dgm:pt>
    <dgm:pt modelId="{06155E37-835D-4C93-8ADB-FA85089B5041}" type="pres">
      <dgm:prSet presAssocID="{136BA3FE-D30D-4C50-A299-4C7118F31DB3}" presName="tx1" presStyleLbl="revTx" presStyleIdx="0" presStyleCnt="3"/>
      <dgm:spPr/>
    </dgm:pt>
    <dgm:pt modelId="{D42E21D1-537A-41D1-BF94-5404E54A6D30}" type="pres">
      <dgm:prSet presAssocID="{136BA3FE-D30D-4C50-A299-4C7118F31DB3}" presName="vert1" presStyleCnt="0"/>
      <dgm:spPr/>
    </dgm:pt>
    <dgm:pt modelId="{C73532F5-5DE6-4AAE-A79F-4A8CF9A47CF9}" type="pres">
      <dgm:prSet presAssocID="{0B296E78-9A55-4A47-B490-82588CF8D21D}" presName="thickLine" presStyleLbl="alignNode1" presStyleIdx="1" presStyleCnt="3"/>
      <dgm:spPr/>
    </dgm:pt>
    <dgm:pt modelId="{5074BD6E-D718-4EDF-8056-AC6431F1C7AC}" type="pres">
      <dgm:prSet presAssocID="{0B296E78-9A55-4A47-B490-82588CF8D21D}" presName="horz1" presStyleCnt="0"/>
      <dgm:spPr/>
    </dgm:pt>
    <dgm:pt modelId="{55AF9DEA-D98F-40FE-A022-C3C849FE53E0}" type="pres">
      <dgm:prSet presAssocID="{0B296E78-9A55-4A47-B490-82588CF8D21D}" presName="tx1" presStyleLbl="revTx" presStyleIdx="1" presStyleCnt="3"/>
      <dgm:spPr/>
    </dgm:pt>
    <dgm:pt modelId="{E16EA4F8-3D96-4FD5-80BB-5CDA1B19C1C2}" type="pres">
      <dgm:prSet presAssocID="{0B296E78-9A55-4A47-B490-82588CF8D21D}" presName="vert1" presStyleCnt="0"/>
      <dgm:spPr/>
    </dgm:pt>
    <dgm:pt modelId="{81E8183E-7F4C-46AF-8492-98C5081FB922}" type="pres">
      <dgm:prSet presAssocID="{E2C28C17-5E69-4CD0-9702-A4ACF50726DF}" presName="thickLine" presStyleLbl="alignNode1" presStyleIdx="2" presStyleCnt="3"/>
      <dgm:spPr/>
    </dgm:pt>
    <dgm:pt modelId="{35EB2F5F-8CFE-4F4D-BE3B-80618FE842EA}" type="pres">
      <dgm:prSet presAssocID="{E2C28C17-5E69-4CD0-9702-A4ACF50726DF}" presName="horz1" presStyleCnt="0"/>
      <dgm:spPr/>
    </dgm:pt>
    <dgm:pt modelId="{93432C09-3FB4-4640-AAF6-BA8CC5D3C8E0}" type="pres">
      <dgm:prSet presAssocID="{E2C28C17-5E69-4CD0-9702-A4ACF50726DF}" presName="tx1" presStyleLbl="revTx" presStyleIdx="2" presStyleCnt="3"/>
      <dgm:spPr/>
    </dgm:pt>
    <dgm:pt modelId="{B41437A0-2D83-44DF-A07A-7AA9899EFE8C}" type="pres">
      <dgm:prSet presAssocID="{E2C28C17-5E69-4CD0-9702-A4ACF50726DF}" presName="vert1" presStyleCnt="0"/>
      <dgm:spPr/>
    </dgm:pt>
  </dgm:ptLst>
  <dgm:cxnLst>
    <dgm:cxn modelId="{ADB62C0F-2028-4FCD-93A9-C80141442CB4}" srcId="{922CFB2D-B8BB-4A64-BD88-F91622347623}" destId="{136BA3FE-D30D-4C50-A299-4C7118F31DB3}" srcOrd="0" destOrd="0" parTransId="{F4374AEB-B602-4203-81CA-1C937E2062AC}" sibTransId="{18F059C5-B0E6-4B6C-841F-6EC8A01472D4}"/>
    <dgm:cxn modelId="{90491234-F8E3-4A42-BE3F-743CDDAA30C0}" srcId="{922CFB2D-B8BB-4A64-BD88-F91622347623}" destId="{E2C28C17-5E69-4CD0-9702-A4ACF50726DF}" srcOrd="2" destOrd="0" parTransId="{4DC71FEF-80F6-496D-B249-B5A8B6AA287E}" sibTransId="{CD07F52F-552F-4D43-86FE-C94C0E9396CA}"/>
    <dgm:cxn modelId="{D9454968-4258-4F4D-B606-D14967EE10F6}" type="presOf" srcId="{922CFB2D-B8BB-4A64-BD88-F91622347623}" destId="{A8E209C9-EC54-46D1-B336-8112E62816F2}" srcOrd="0" destOrd="0" presId="urn:microsoft.com/office/officeart/2008/layout/LinedList"/>
    <dgm:cxn modelId="{BCE5F886-8571-4B70-BE44-7B3642D66E9F}" type="presOf" srcId="{0B296E78-9A55-4A47-B490-82588CF8D21D}" destId="{55AF9DEA-D98F-40FE-A022-C3C849FE53E0}" srcOrd="0" destOrd="0" presId="urn:microsoft.com/office/officeart/2008/layout/LinedList"/>
    <dgm:cxn modelId="{B2389C8A-D400-4744-A0BF-BB3F905EB57E}" srcId="{922CFB2D-B8BB-4A64-BD88-F91622347623}" destId="{0B296E78-9A55-4A47-B490-82588CF8D21D}" srcOrd="1" destOrd="0" parTransId="{3D1C03F6-97E2-4862-AF9D-3D15E4DFE889}" sibTransId="{8F7AFE48-A072-46FC-A52F-15596B22DE6B}"/>
    <dgm:cxn modelId="{FFB16CB3-6B07-48DE-85BC-869F9ACC9982}" type="presOf" srcId="{136BA3FE-D30D-4C50-A299-4C7118F31DB3}" destId="{06155E37-835D-4C93-8ADB-FA85089B5041}" srcOrd="0" destOrd="0" presId="urn:microsoft.com/office/officeart/2008/layout/LinedList"/>
    <dgm:cxn modelId="{8B1761C1-B389-4573-83B7-0DBC417BD72D}" type="presOf" srcId="{E2C28C17-5E69-4CD0-9702-A4ACF50726DF}" destId="{93432C09-3FB4-4640-AAF6-BA8CC5D3C8E0}" srcOrd="0" destOrd="0" presId="urn:microsoft.com/office/officeart/2008/layout/LinedList"/>
    <dgm:cxn modelId="{FBA9BCFF-4E59-4749-BEC6-7540B6FBA0FD}" type="presParOf" srcId="{A8E209C9-EC54-46D1-B336-8112E62816F2}" destId="{9A1F2970-11CF-46E5-89BD-988EC2A4DDD4}" srcOrd="0" destOrd="0" presId="urn:microsoft.com/office/officeart/2008/layout/LinedList"/>
    <dgm:cxn modelId="{62CCE9EC-970F-4163-B345-42D0E4B7D640}" type="presParOf" srcId="{A8E209C9-EC54-46D1-B336-8112E62816F2}" destId="{5C8586DF-5908-4A66-807D-1D160BC9D438}" srcOrd="1" destOrd="0" presId="urn:microsoft.com/office/officeart/2008/layout/LinedList"/>
    <dgm:cxn modelId="{526AA4F0-E745-4CEB-B3C6-10B1DDF609F6}" type="presParOf" srcId="{5C8586DF-5908-4A66-807D-1D160BC9D438}" destId="{06155E37-835D-4C93-8ADB-FA85089B5041}" srcOrd="0" destOrd="0" presId="urn:microsoft.com/office/officeart/2008/layout/LinedList"/>
    <dgm:cxn modelId="{290B9C2C-A4C9-4E7D-8C5D-55DF63E8564E}" type="presParOf" srcId="{5C8586DF-5908-4A66-807D-1D160BC9D438}" destId="{D42E21D1-537A-41D1-BF94-5404E54A6D30}" srcOrd="1" destOrd="0" presId="urn:microsoft.com/office/officeart/2008/layout/LinedList"/>
    <dgm:cxn modelId="{EE35296F-9D81-4404-86E8-7A32E7448449}" type="presParOf" srcId="{A8E209C9-EC54-46D1-B336-8112E62816F2}" destId="{C73532F5-5DE6-4AAE-A79F-4A8CF9A47CF9}" srcOrd="2" destOrd="0" presId="urn:microsoft.com/office/officeart/2008/layout/LinedList"/>
    <dgm:cxn modelId="{19DAB273-E292-40E1-9B69-8A4E04BA165C}" type="presParOf" srcId="{A8E209C9-EC54-46D1-B336-8112E62816F2}" destId="{5074BD6E-D718-4EDF-8056-AC6431F1C7AC}" srcOrd="3" destOrd="0" presId="urn:microsoft.com/office/officeart/2008/layout/LinedList"/>
    <dgm:cxn modelId="{32DB6C40-1C92-4C01-B31F-179971EBD6E9}" type="presParOf" srcId="{5074BD6E-D718-4EDF-8056-AC6431F1C7AC}" destId="{55AF9DEA-D98F-40FE-A022-C3C849FE53E0}" srcOrd="0" destOrd="0" presId="urn:microsoft.com/office/officeart/2008/layout/LinedList"/>
    <dgm:cxn modelId="{81A32D30-55B5-4ED6-AED9-99CD723A2673}" type="presParOf" srcId="{5074BD6E-D718-4EDF-8056-AC6431F1C7AC}" destId="{E16EA4F8-3D96-4FD5-80BB-5CDA1B19C1C2}" srcOrd="1" destOrd="0" presId="urn:microsoft.com/office/officeart/2008/layout/LinedList"/>
    <dgm:cxn modelId="{7D1DEC04-E2C0-4267-A2AC-0F87C33315C6}" type="presParOf" srcId="{A8E209C9-EC54-46D1-B336-8112E62816F2}" destId="{81E8183E-7F4C-46AF-8492-98C5081FB922}" srcOrd="4" destOrd="0" presId="urn:microsoft.com/office/officeart/2008/layout/LinedList"/>
    <dgm:cxn modelId="{C65227ED-FC1A-4789-8D97-7D5644B31D9D}" type="presParOf" srcId="{A8E209C9-EC54-46D1-B336-8112E62816F2}" destId="{35EB2F5F-8CFE-4F4D-BE3B-80618FE842EA}" srcOrd="5" destOrd="0" presId="urn:microsoft.com/office/officeart/2008/layout/LinedList"/>
    <dgm:cxn modelId="{129EE7F5-E825-4CE4-B7DD-B7619F901157}" type="presParOf" srcId="{35EB2F5F-8CFE-4F4D-BE3B-80618FE842EA}" destId="{93432C09-3FB4-4640-AAF6-BA8CC5D3C8E0}" srcOrd="0" destOrd="0" presId="urn:microsoft.com/office/officeart/2008/layout/LinedList"/>
    <dgm:cxn modelId="{7C4F7CDE-A045-4240-865A-0659B8DB8BC9}" type="presParOf" srcId="{35EB2F5F-8CFE-4F4D-BE3B-80618FE842EA}" destId="{B41437A0-2D83-44DF-A07A-7AA9899EFE8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1012CD4-0BAA-4584-9A86-1A2C5B1CEF4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DC89F4A-F140-4D35-A02B-AF5961F36427}">
      <dgm:prSet/>
      <dgm:spPr/>
      <dgm:t>
        <a:bodyPr/>
        <a:lstStyle/>
        <a:p>
          <a:r>
            <a:rPr lang="en-US"/>
            <a:t>Stop-Process -Name notepad</a:t>
          </a:r>
        </a:p>
      </dgm:t>
    </dgm:pt>
    <dgm:pt modelId="{2F30349E-C2CC-4698-8FB2-D65FA0A0F91F}" type="parTrans" cxnId="{BF62EBD1-63E3-473A-92EE-BE405D459775}">
      <dgm:prSet/>
      <dgm:spPr/>
      <dgm:t>
        <a:bodyPr/>
        <a:lstStyle/>
        <a:p>
          <a:endParaRPr lang="en-US"/>
        </a:p>
      </dgm:t>
    </dgm:pt>
    <dgm:pt modelId="{6699ACFF-9438-4EA5-92CD-D6430F28EB13}" type="sibTrans" cxnId="{BF62EBD1-63E3-473A-92EE-BE405D459775}">
      <dgm:prSet/>
      <dgm:spPr/>
      <dgm:t>
        <a:bodyPr/>
        <a:lstStyle/>
        <a:p>
          <a:endParaRPr lang="en-US"/>
        </a:p>
      </dgm:t>
    </dgm:pt>
    <dgm:pt modelId="{0B356017-ACBF-44F0-9354-6EBDFD628031}">
      <dgm:prSet/>
      <dgm:spPr/>
      <dgm:t>
        <a:bodyPr/>
        <a:lstStyle/>
        <a:p>
          <a:r>
            <a:rPr lang="en-US"/>
            <a:t>➡ Detiene el bloc de notas</a:t>
          </a:r>
        </a:p>
      </dgm:t>
    </dgm:pt>
    <dgm:pt modelId="{9BA58E53-6931-4139-9760-2C397825F278}" type="parTrans" cxnId="{741D6FEA-B754-4BBF-AA08-BB3DB0B7F636}">
      <dgm:prSet/>
      <dgm:spPr/>
      <dgm:t>
        <a:bodyPr/>
        <a:lstStyle/>
        <a:p>
          <a:endParaRPr lang="en-US"/>
        </a:p>
      </dgm:t>
    </dgm:pt>
    <dgm:pt modelId="{09A3660A-DF59-45B1-93F6-6E669CFEA12F}" type="sibTrans" cxnId="{741D6FEA-B754-4BBF-AA08-BB3DB0B7F636}">
      <dgm:prSet/>
      <dgm:spPr/>
      <dgm:t>
        <a:bodyPr/>
        <a:lstStyle/>
        <a:p>
          <a:endParaRPr lang="en-US"/>
        </a:p>
      </dgm:t>
    </dgm:pt>
    <dgm:pt modelId="{A52E7DB3-6263-43E7-B6FE-A73C0C79DBEC}" type="pres">
      <dgm:prSet presAssocID="{C1012CD4-0BAA-4584-9A86-1A2C5B1CEF48}" presName="linear" presStyleCnt="0">
        <dgm:presLayoutVars>
          <dgm:animLvl val="lvl"/>
          <dgm:resizeHandles val="exact"/>
        </dgm:presLayoutVars>
      </dgm:prSet>
      <dgm:spPr/>
    </dgm:pt>
    <dgm:pt modelId="{39CB3BD4-BB49-4473-AD08-E1DC61EB36BC}" type="pres">
      <dgm:prSet presAssocID="{BDC89F4A-F140-4D35-A02B-AF5961F3642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3B51BEF-2A2C-4883-B1DB-523618F97F17}" type="pres">
      <dgm:prSet presAssocID="{6699ACFF-9438-4EA5-92CD-D6430F28EB13}" presName="spacer" presStyleCnt="0"/>
      <dgm:spPr/>
    </dgm:pt>
    <dgm:pt modelId="{53EE82CE-D407-4BC8-9274-BE1B562A8AB6}" type="pres">
      <dgm:prSet presAssocID="{0B356017-ACBF-44F0-9354-6EBDFD62803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D5C7B5D-9CAF-4C2D-A696-4D8DD51D37EA}" type="presOf" srcId="{BDC89F4A-F140-4D35-A02B-AF5961F36427}" destId="{39CB3BD4-BB49-4473-AD08-E1DC61EB36BC}" srcOrd="0" destOrd="0" presId="urn:microsoft.com/office/officeart/2005/8/layout/vList2"/>
    <dgm:cxn modelId="{EB276641-327D-4804-BC0F-B747E67DEAF6}" type="presOf" srcId="{C1012CD4-0BAA-4584-9A86-1A2C5B1CEF48}" destId="{A52E7DB3-6263-43E7-B6FE-A73C0C79DBEC}" srcOrd="0" destOrd="0" presId="urn:microsoft.com/office/officeart/2005/8/layout/vList2"/>
    <dgm:cxn modelId="{BF62EBD1-63E3-473A-92EE-BE405D459775}" srcId="{C1012CD4-0BAA-4584-9A86-1A2C5B1CEF48}" destId="{BDC89F4A-F140-4D35-A02B-AF5961F36427}" srcOrd="0" destOrd="0" parTransId="{2F30349E-C2CC-4698-8FB2-D65FA0A0F91F}" sibTransId="{6699ACFF-9438-4EA5-92CD-D6430F28EB13}"/>
    <dgm:cxn modelId="{741D6FEA-B754-4BBF-AA08-BB3DB0B7F636}" srcId="{C1012CD4-0BAA-4584-9A86-1A2C5B1CEF48}" destId="{0B356017-ACBF-44F0-9354-6EBDFD628031}" srcOrd="1" destOrd="0" parTransId="{9BA58E53-6931-4139-9760-2C397825F278}" sibTransId="{09A3660A-DF59-45B1-93F6-6E669CFEA12F}"/>
    <dgm:cxn modelId="{873171EC-1BC3-47E8-ACFB-DB5D0D1EEDD5}" type="presOf" srcId="{0B356017-ACBF-44F0-9354-6EBDFD628031}" destId="{53EE82CE-D407-4BC8-9274-BE1B562A8AB6}" srcOrd="0" destOrd="0" presId="urn:microsoft.com/office/officeart/2005/8/layout/vList2"/>
    <dgm:cxn modelId="{661EFB51-367D-4312-884D-807036C4622A}" type="presParOf" srcId="{A52E7DB3-6263-43E7-B6FE-A73C0C79DBEC}" destId="{39CB3BD4-BB49-4473-AD08-E1DC61EB36BC}" srcOrd="0" destOrd="0" presId="urn:microsoft.com/office/officeart/2005/8/layout/vList2"/>
    <dgm:cxn modelId="{0C0E00A2-A892-4EC8-8971-5B6976EFEF98}" type="presParOf" srcId="{A52E7DB3-6263-43E7-B6FE-A73C0C79DBEC}" destId="{E3B51BEF-2A2C-4883-B1DB-523618F97F17}" srcOrd="1" destOrd="0" presId="urn:microsoft.com/office/officeart/2005/8/layout/vList2"/>
    <dgm:cxn modelId="{95F482C3-B12C-4924-A6B5-94B2D14485A1}" type="presParOf" srcId="{A52E7DB3-6263-43E7-B6FE-A73C0C79DBEC}" destId="{53EE82CE-D407-4BC8-9274-BE1B562A8AB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841EBE2-3F60-4463-BA6F-5E4F50B14CA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6A45C60-D55F-4223-8178-C7047AB62F3D}">
      <dgm:prSet/>
      <dgm:spPr/>
      <dgm:t>
        <a:bodyPr/>
        <a:lstStyle/>
        <a:p>
          <a:r>
            <a:rPr lang="en-US" dirty="0"/>
            <a:t>Get-Process | Where-Object { $_.</a:t>
          </a:r>
          <a:r>
            <a:rPr lang="en-US" dirty="0" err="1"/>
            <a:t>WorkingSet</a:t>
          </a:r>
          <a:r>
            <a:rPr lang="en-US" dirty="0"/>
            <a:t> -</a:t>
          </a:r>
          <a:r>
            <a:rPr lang="en-US" dirty="0" err="1"/>
            <a:t>gt</a:t>
          </a:r>
          <a:r>
            <a:rPr lang="en-US" dirty="0"/>
            <a:t> 100MB }</a:t>
          </a:r>
        </a:p>
      </dgm:t>
    </dgm:pt>
    <dgm:pt modelId="{8DF5E195-EE15-4C47-9133-E17114938C49}" type="parTrans" cxnId="{F497E926-3A2D-4E93-8FF1-0A96DB5E4572}">
      <dgm:prSet/>
      <dgm:spPr/>
      <dgm:t>
        <a:bodyPr/>
        <a:lstStyle/>
        <a:p>
          <a:endParaRPr lang="en-US"/>
        </a:p>
      </dgm:t>
    </dgm:pt>
    <dgm:pt modelId="{D5554C69-80DF-4383-803A-E3B247E084DD}" type="sibTrans" cxnId="{F497E926-3A2D-4E93-8FF1-0A96DB5E4572}">
      <dgm:prSet/>
      <dgm:spPr/>
      <dgm:t>
        <a:bodyPr/>
        <a:lstStyle/>
        <a:p>
          <a:endParaRPr lang="en-US"/>
        </a:p>
      </dgm:t>
    </dgm:pt>
    <dgm:pt modelId="{47A60A93-8029-4A79-8F1D-1D27D3FA3667}">
      <dgm:prSet/>
      <dgm:spPr/>
      <dgm:t>
        <a:bodyPr/>
        <a:lstStyle/>
        <a:p>
          <a:r>
            <a:rPr lang="en-US" dirty="0"/>
            <a:t>➡ Filtra </a:t>
          </a:r>
          <a:r>
            <a:rPr lang="en-US" dirty="0" err="1"/>
            <a:t>procesos</a:t>
          </a:r>
          <a:r>
            <a:rPr lang="en-US" dirty="0"/>
            <a:t> con &gt;100MB de </a:t>
          </a:r>
          <a:r>
            <a:rPr lang="en-US" dirty="0" err="1"/>
            <a:t>memoria</a:t>
          </a:r>
          <a:endParaRPr lang="en-US" dirty="0"/>
        </a:p>
      </dgm:t>
    </dgm:pt>
    <dgm:pt modelId="{F74FB9B1-9FDB-4229-8422-38B670EF71E6}" type="parTrans" cxnId="{831A947B-AA57-4284-B9CF-B13BE8A91BE8}">
      <dgm:prSet/>
      <dgm:spPr/>
      <dgm:t>
        <a:bodyPr/>
        <a:lstStyle/>
        <a:p>
          <a:endParaRPr lang="en-US"/>
        </a:p>
      </dgm:t>
    </dgm:pt>
    <dgm:pt modelId="{F539F2FF-2080-411C-8ED8-D5FA0AFF54F2}" type="sibTrans" cxnId="{831A947B-AA57-4284-B9CF-B13BE8A91BE8}">
      <dgm:prSet/>
      <dgm:spPr/>
      <dgm:t>
        <a:bodyPr/>
        <a:lstStyle/>
        <a:p>
          <a:endParaRPr lang="en-US"/>
        </a:p>
      </dgm:t>
    </dgm:pt>
    <dgm:pt modelId="{9508CC8E-B1E1-465B-B0C7-10498FBC105A}" type="pres">
      <dgm:prSet presAssocID="{4841EBE2-3F60-4463-BA6F-5E4F50B14CAC}" presName="root" presStyleCnt="0">
        <dgm:presLayoutVars>
          <dgm:dir/>
          <dgm:resizeHandles val="exact"/>
        </dgm:presLayoutVars>
      </dgm:prSet>
      <dgm:spPr/>
    </dgm:pt>
    <dgm:pt modelId="{CD8FCD86-178F-4637-9755-800BEDA864EC}" type="pres">
      <dgm:prSet presAssocID="{86A45C60-D55F-4223-8178-C7047AB62F3D}" presName="compNode" presStyleCnt="0"/>
      <dgm:spPr/>
    </dgm:pt>
    <dgm:pt modelId="{F6DF909D-AD4E-4321-B876-D5870EA0A0E7}" type="pres">
      <dgm:prSet presAssocID="{86A45C60-D55F-4223-8178-C7047AB62F3D}" presName="bgRect" presStyleLbl="bgShp" presStyleIdx="0" presStyleCnt="2"/>
      <dgm:spPr/>
    </dgm:pt>
    <dgm:pt modelId="{557CD414-BE5F-4695-A525-F5C907AC5934}" type="pres">
      <dgm:prSet presAssocID="{86A45C60-D55F-4223-8178-C7047AB62F3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95200058-5118-466F-9050-AE83F75400AD}" type="pres">
      <dgm:prSet presAssocID="{86A45C60-D55F-4223-8178-C7047AB62F3D}" presName="spaceRect" presStyleCnt="0"/>
      <dgm:spPr/>
    </dgm:pt>
    <dgm:pt modelId="{F0431BA0-3805-4C76-8AFC-3940DFFF3C00}" type="pres">
      <dgm:prSet presAssocID="{86A45C60-D55F-4223-8178-C7047AB62F3D}" presName="parTx" presStyleLbl="revTx" presStyleIdx="0" presStyleCnt="2">
        <dgm:presLayoutVars>
          <dgm:chMax val="0"/>
          <dgm:chPref val="0"/>
        </dgm:presLayoutVars>
      </dgm:prSet>
      <dgm:spPr/>
    </dgm:pt>
    <dgm:pt modelId="{EEAE3B9E-A202-4913-A6B8-73C00171E8E9}" type="pres">
      <dgm:prSet presAssocID="{D5554C69-80DF-4383-803A-E3B247E084DD}" presName="sibTrans" presStyleCnt="0"/>
      <dgm:spPr/>
    </dgm:pt>
    <dgm:pt modelId="{296230EA-3C31-4AB1-B470-3F7AFB49023D}" type="pres">
      <dgm:prSet presAssocID="{47A60A93-8029-4A79-8F1D-1D27D3FA3667}" presName="compNode" presStyleCnt="0"/>
      <dgm:spPr/>
    </dgm:pt>
    <dgm:pt modelId="{F07AC3C7-A725-476E-9117-7F2AEB138B96}" type="pres">
      <dgm:prSet presAssocID="{47A60A93-8029-4A79-8F1D-1D27D3FA3667}" presName="bgRect" presStyleLbl="bgShp" presStyleIdx="1" presStyleCnt="2"/>
      <dgm:spPr/>
    </dgm:pt>
    <dgm:pt modelId="{434874FB-8ECD-483D-B679-A2E69A1BEEE1}" type="pres">
      <dgm:prSet presAssocID="{47A60A93-8029-4A79-8F1D-1D27D3FA366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953C01C3-6D88-46C0-936F-4E7FAA5903DE}" type="pres">
      <dgm:prSet presAssocID="{47A60A93-8029-4A79-8F1D-1D27D3FA3667}" presName="spaceRect" presStyleCnt="0"/>
      <dgm:spPr/>
    </dgm:pt>
    <dgm:pt modelId="{B68A7F3F-05AA-45B6-A4E4-579762077CD4}" type="pres">
      <dgm:prSet presAssocID="{47A60A93-8029-4A79-8F1D-1D27D3FA366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497E926-3A2D-4E93-8FF1-0A96DB5E4572}" srcId="{4841EBE2-3F60-4463-BA6F-5E4F50B14CAC}" destId="{86A45C60-D55F-4223-8178-C7047AB62F3D}" srcOrd="0" destOrd="0" parTransId="{8DF5E195-EE15-4C47-9133-E17114938C49}" sibTransId="{D5554C69-80DF-4383-803A-E3B247E084DD}"/>
    <dgm:cxn modelId="{B855F139-A99F-478E-9F62-44915A8B204E}" type="presOf" srcId="{86A45C60-D55F-4223-8178-C7047AB62F3D}" destId="{F0431BA0-3805-4C76-8AFC-3940DFFF3C00}" srcOrd="0" destOrd="0" presId="urn:microsoft.com/office/officeart/2018/2/layout/IconVerticalSolidList"/>
    <dgm:cxn modelId="{8A766E5C-42EC-44CC-99F8-933253A1056B}" type="presOf" srcId="{4841EBE2-3F60-4463-BA6F-5E4F50B14CAC}" destId="{9508CC8E-B1E1-465B-B0C7-10498FBC105A}" srcOrd="0" destOrd="0" presId="urn:microsoft.com/office/officeart/2018/2/layout/IconVerticalSolidList"/>
    <dgm:cxn modelId="{831A947B-AA57-4284-B9CF-B13BE8A91BE8}" srcId="{4841EBE2-3F60-4463-BA6F-5E4F50B14CAC}" destId="{47A60A93-8029-4A79-8F1D-1D27D3FA3667}" srcOrd="1" destOrd="0" parTransId="{F74FB9B1-9FDB-4229-8422-38B670EF71E6}" sibTransId="{F539F2FF-2080-411C-8ED8-D5FA0AFF54F2}"/>
    <dgm:cxn modelId="{9C2D437E-FC1F-42CC-BF02-7102DA403B2C}" type="presOf" srcId="{47A60A93-8029-4A79-8F1D-1D27D3FA3667}" destId="{B68A7F3F-05AA-45B6-A4E4-579762077CD4}" srcOrd="0" destOrd="0" presId="urn:microsoft.com/office/officeart/2018/2/layout/IconVerticalSolidList"/>
    <dgm:cxn modelId="{C40A8B8C-4BF3-41DF-8A13-CF344A6477C7}" type="presParOf" srcId="{9508CC8E-B1E1-465B-B0C7-10498FBC105A}" destId="{CD8FCD86-178F-4637-9755-800BEDA864EC}" srcOrd="0" destOrd="0" presId="urn:microsoft.com/office/officeart/2018/2/layout/IconVerticalSolidList"/>
    <dgm:cxn modelId="{D1B20987-3476-42ED-93C7-195E52D250D4}" type="presParOf" srcId="{CD8FCD86-178F-4637-9755-800BEDA864EC}" destId="{F6DF909D-AD4E-4321-B876-D5870EA0A0E7}" srcOrd="0" destOrd="0" presId="urn:microsoft.com/office/officeart/2018/2/layout/IconVerticalSolidList"/>
    <dgm:cxn modelId="{CE31711C-C3A4-45C5-892B-002B361F7A6A}" type="presParOf" srcId="{CD8FCD86-178F-4637-9755-800BEDA864EC}" destId="{557CD414-BE5F-4695-A525-F5C907AC5934}" srcOrd="1" destOrd="0" presId="urn:microsoft.com/office/officeart/2018/2/layout/IconVerticalSolidList"/>
    <dgm:cxn modelId="{0FF66475-43D8-44AA-A971-88C0AB9A803A}" type="presParOf" srcId="{CD8FCD86-178F-4637-9755-800BEDA864EC}" destId="{95200058-5118-466F-9050-AE83F75400AD}" srcOrd="2" destOrd="0" presId="urn:microsoft.com/office/officeart/2018/2/layout/IconVerticalSolidList"/>
    <dgm:cxn modelId="{6BBFA70E-0F6F-4484-81F6-6265A8E2A2B4}" type="presParOf" srcId="{CD8FCD86-178F-4637-9755-800BEDA864EC}" destId="{F0431BA0-3805-4C76-8AFC-3940DFFF3C00}" srcOrd="3" destOrd="0" presId="urn:microsoft.com/office/officeart/2018/2/layout/IconVerticalSolidList"/>
    <dgm:cxn modelId="{E1AC9BF6-47FB-42A5-85D4-4681D7855634}" type="presParOf" srcId="{9508CC8E-B1E1-465B-B0C7-10498FBC105A}" destId="{EEAE3B9E-A202-4913-A6B8-73C00171E8E9}" srcOrd="1" destOrd="0" presId="urn:microsoft.com/office/officeart/2018/2/layout/IconVerticalSolidList"/>
    <dgm:cxn modelId="{3272FD97-2F11-4B9D-9033-511FC06EDA33}" type="presParOf" srcId="{9508CC8E-B1E1-465B-B0C7-10498FBC105A}" destId="{296230EA-3C31-4AB1-B470-3F7AFB49023D}" srcOrd="2" destOrd="0" presId="urn:microsoft.com/office/officeart/2018/2/layout/IconVerticalSolidList"/>
    <dgm:cxn modelId="{CD45228B-50A0-45C6-9BE4-48F01046ED00}" type="presParOf" srcId="{296230EA-3C31-4AB1-B470-3F7AFB49023D}" destId="{F07AC3C7-A725-476E-9117-7F2AEB138B96}" srcOrd="0" destOrd="0" presId="urn:microsoft.com/office/officeart/2018/2/layout/IconVerticalSolidList"/>
    <dgm:cxn modelId="{05755893-171B-4C75-BD54-A95632BEF3F5}" type="presParOf" srcId="{296230EA-3C31-4AB1-B470-3F7AFB49023D}" destId="{434874FB-8ECD-483D-B679-A2E69A1BEEE1}" srcOrd="1" destOrd="0" presId="urn:microsoft.com/office/officeart/2018/2/layout/IconVerticalSolidList"/>
    <dgm:cxn modelId="{13C6F3B1-65CE-46B9-92BF-6524A1F706ED}" type="presParOf" srcId="{296230EA-3C31-4AB1-B470-3F7AFB49023D}" destId="{953C01C3-6D88-46C0-936F-4E7FAA5903DE}" srcOrd="2" destOrd="0" presId="urn:microsoft.com/office/officeart/2018/2/layout/IconVerticalSolidList"/>
    <dgm:cxn modelId="{A4286630-3D4C-4F5B-AA8E-78336D4DD08E}" type="presParOf" srcId="{296230EA-3C31-4AB1-B470-3F7AFB49023D}" destId="{B68A7F3F-05AA-45B6-A4E4-579762077C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C8B3509-E226-4676-8AAF-5E9CB3AECD0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D7C08F8-982F-45AB-B438-E4CDBCCF912E}">
      <dgm:prSet/>
      <dgm:spPr/>
      <dgm:t>
        <a:bodyPr/>
        <a:lstStyle/>
        <a:p>
          <a:r>
            <a:rPr lang="en-US"/>
            <a:t>• Algunos procesos requieren permisos de administrador</a:t>
          </a:r>
        </a:p>
      </dgm:t>
    </dgm:pt>
    <dgm:pt modelId="{FBAE573A-2803-489C-BA1F-DD04B4A37BA6}" type="parTrans" cxnId="{7E8927ED-0273-4BFD-9DDD-70F94CD56BEF}">
      <dgm:prSet/>
      <dgm:spPr/>
      <dgm:t>
        <a:bodyPr/>
        <a:lstStyle/>
        <a:p>
          <a:endParaRPr lang="en-US"/>
        </a:p>
      </dgm:t>
    </dgm:pt>
    <dgm:pt modelId="{89FFE1D0-5843-422F-9DF3-6930B1452286}" type="sibTrans" cxnId="{7E8927ED-0273-4BFD-9DDD-70F94CD56BEF}">
      <dgm:prSet/>
      <dgm:spPr/>
      <dgm:t>
        <a:bodyPr/>
        <a:lstStyle/>
        <a:p>
          <a:endParaRPr lang="en-US"/>
        </a:p>
      </dgm:t>
    </dgm:pt>
    <dgm:pt modelId="{48DBACD8-DC05-4780-BB84-5FCE696E21D1}">
      <dgm:prSet/>
      <dgm:spPr/>
      <dgm:t>
        <a:bodyPr/>
        <a:lstStyle/>
        <a:p>
          <a:r>
            <a:rPr lang="en-US"/>
            <a:t>• Solución: Abrir PowerShell como Administrador</a:t>
          </a:r>
        </a:p>
      </dgm:t>
    </dgm:pt>
    <dgm:pt modelId="{06944B55-BABC-4F5E-8822-E4CC07171BE3}" type="parTrans" cxnId="{EC5C6BEA-D82F-4C4F-A37B-58FF85D2CA61}">
      <dgm:prSet/>
      <dgm:spPr/>
      <dgm:t>
        <a:bodyPr/>
        <a:lstStyle/>
        <a:p>
          <a:endParaRPr lang="en-US"/>
        </a:p>
      </dgm:t>
    </dgm:pt>
    <dgm:pt modelId="{009F9239-3CC1-42AE-909F-A844ACAF93B1}" type="sibTrans" cxnId="{EC5C6BEA-D82F-4C4F-A37B-58FF85D2CA61}">
      <dgm:prSet/>
      <dgm:spPr/>
      <dgm:t>
        <a:bodyPr/>
        <a:lstStyle/>
        <a:p>
          <a:endParaRPr lang="en-US"/>
        </a:p>
      </dgm:t>
    </dgm:pt>
    <dgm:pt modelId="{959B2AA3-F162-476C-BEC3-C7BDB08CAAC7}" type="pres">
      <dgm:prSet presAssocID="{8C8B3509-E226-4676-8AAF-5E9CB3AECD06}" presName="root" presStyleCnt="0">
        <dgm:presLayoutVars>
          <dgm:dir/>
          <dgm:resizeHandles val="exact"/>
        </dgm:presLayoutVars>
      </dgm:prSet>
      <dgm:spPr/>
    </dgm:pt>
    <dgm:pt modelId="{36D67B1B-2FC5-4016-93B8-401D7380952F}" type="pres">
      <dgm:prSet presAssocID="{9D7C08F8-982F-45AB-B438-E4CDBCCF912E}" presName="compNode" presStyleCnt="0"/>
      <dgm:spPr/>
    </dgm:pt>
    <dgm:pt modelId="{7B8686B4-3BC8-436D-9786-878E12A7D52D}" type="pres">
      <dgm:prSet presAssocID="{9D7C08F8-982F-45AB-B438-E4CDBCCF912E}" presName="bgRect" presStyleLbl="bgShp" presStyleIdx="0" presStyleCnt="2"/>
      <dgm:spPr/>
    </dgm:pt>
    <dgm:pt modelId="{1FDD13E7-8777-4E78-9205-8FDD40F26146}" type="pres">
      <dgm:prSet presAssocID="{9D7C08F8-982F-45AB-B438-E4CDBCCF912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CF8C2CE5-8696-41EC-97E1-FDCFB76D18C7}" type="pres">
      <dgm:prSet presAssocID="{9D7C08F8-982F-45AB-B438-E4CDBCCF912E}" presName="spaceRect" presStyleCnt="0"/>
      <dgm:spPr/>
    </dgm:pt>
    <dgm:pt modelId="{CD97F4EF-8AD0-4F33-88EF-B594B49BB34B}" type="pres">
      <dgm:prSet presAssocID="{9D7C08F8-982F-45AB-B438-E4CDBCCF912E}" presName="parTx" presStyleLbl="revTx" presStyleIdx="0" presStyleCnt="2">
        <dgm:presLayoutVars>
          <dgm:chMax val="0"/>
          <dgm:chPref val="0"/>
        </dgm:presLayoutVars>
      </dgm:prSet>
      <dgm:spPr/>
    </dgm:pt>
    <dgm:pt modelId="{27CD83DD-CEAB-4180-A688-603C389D7025}" type="pres">
      <dgm:prSet presAssocID="{89FFE1D0-5843-422F-9DF3-6930B1452286}" presName="sibTrans" presStyleCnt="0"/>
      <dgm:spPr/>
    </dgm:pt>
    <dgm:pt modelId="{6BA95156-D183-4973-B3D5-A84896BFB77F}" type="pres">
      <dgm:prSet presAssocID="{48DBACD8-DC05-4780-BB84-5FCE696E21D1}" presName="compNode" presStyleCnt="0"/>
      <dgm:spPr/>
    </dgm:pt>
    <dgm:pt modelId="{DC859E63-1222-4B8C-93AB-50F5D9482429}" type="pres">
      <dgm:prSet presAssocID="{48DBACD8-DC05-4780-BB84-5FCE696E21D1}" presName="bgRect" presStyleLbl="bgShp" presStyleIdx="1" presStyleCnt="2"/>
      <dgm:spPr/>
    </dgm:pt>
    <dgm:pt modelId="{7BEE40BC-AEE8-42F8-A013-0BEE6F2DC90A}" type="pres">
      <dgm:prSet presAssocID="{48DBACD8-DC05-4780-BB84-5FCE696E21D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57DF8E05-8FEA-469B-A419-0A1C9454BE80}" type="pres">
      <dgm:prSet presAssocID="{48DBACD8-DC05-4780-BB84-5FCE696E21D1}" presName="spaceRect" presStyleCnt="0"/>
      <dgm:spPr/>
    </dgm:pt>
    <dgm:pt modelId="{8618C0A8-E38B-4A87-98CA-171642F40A7D}" type="pres">
      <dgm:prSet presAssocID="{48DBACD8-DC05-4780-BB84-5FCE696E21D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2A4C099-3236-4D2F-85FB-676E864AB141}" type="presOf" srcId="{9D7C08F8-982F-45AB-B438-E4CDBCCF912E}" destId="{CD97F4EF-8AD0-4F33-88EF-B594B49BB34B}" srcOrd="0" destOrd="0" presId="urn:microsoft.com/office/officeart/2018/2/layout/IconVerticalSolidList"/>
    <dgm:cxn modelId="{46E1E5A8-9C32-4FA7-9017-9320E43FD5C5}" type="presOf" srcId="{48DBACD8-DC05-4780-BB84-5FCE696E21D1}" destId="{8618C0A8-E38B-4A87-98CA-171642F40A7D}" srcOrd="0" destOrd="0" presId="urn:microsoft.com/office/officeart/2018/2/layout/IconVerticalSolidList"/>
    <dgm:cxn modelId="{5E9DD2C4-E628-4C68-9651-C439766322E2}" type="presOf" srcId="{8C8B3509-E226-4676-8AAF-5E9CB3AECD06}" destId="{959B2AA3-F162-476C-BEC3-C7BDB08CAAC7}" srcOrd="0" destOrd="0" presId="urn:microsoft.com/office/officeart/2018/2/layout/IconVerticalSolidList"/>
    <dgm:cxn modelId="{EC5C6BEA-D82F-4C4F-A37B-58FF85D2CA61}" srcId="{8C8B3509-E226-4676-8AAF-5E9CB3AECD06}" destId="{48DBACD8-DC05-4780-BB84-5FCE696E21D1}" srcOrd="1" destOrd="0" parTransId="{06944B55-BABC-4F5E-8822-E4CC07171BE3}" sibTransId="{009F9239-3CC1-42AE-909F-A844ACAF93B1}"/>
    <dgm:cxn modelId="{7E8927ED-0273-4BFD-9DDD-70F94CD56BEF}" srcId="{8C8B3509-E226-4676-8AAF-5E9CB3AECD06}" destId="{9D7C08F8-982F-45AB-B438-E4CDBCCF912E}" srcOrd="0" destOrd="0" parTransId="{FBAE573A-2803-489C-BA1F-DD04B4A37BA6}" sibTransId="{89FFE1D0-5843-422F-9DF3-6930B1452286}"/>
    <dgm:cxn modelId="{F4368A0C-5014-46DF-99F5-27488CED8C02}" type="presParOf" srcId="{959B2AA3-F162-476C-BEC3-C7BDB08CAAC7}" destId="{36D67B1B-2FC5-4016-93B8-401D7380952F}" srcOrd="0" destOrd="0" presId="urn:microsoft.com/office/officeart/2018/2/layout/IconVerticalSolidList"/>
    <dgm:cxn modelId="{41A8024D-097E-499F-8973-9BD946F55C93}" type="presParOf" srcId="{36D67B1B-2FC5-4016-93B8-401D7380952F}" destId="{7B8686B4-3BC8-436D-9786-878E12A7D52D}" srcOrd="0" destOrd="0" presId="urn:microsoft.com/office/officeart/2018/2/layout/IconVerticalSolidList"/>
    <dgm:cxn modelId="{BD881011-99CC-4F4E-BEE6-7CFADE392CB1}" type="presParOf" srcId="{36D67B1B-2FC5-4016-93B8-401D7380952F}" destId="{1FDD13E7-8777-4E78-9205-8FDD40F26146}" srcOrd="1" destOrd="0" presId="urn:microsoft.com/office/officeart/2018/2/layout/IconVerticalSolidList"/>
    <dgm:cxn modelId="{A13219D4-E608-452F-A838-AC097C36369D}" type="presParOf" srcId="{36D67B1B-2FC5-4016-93B8-401D7380952F}" destId="{CF8C2CE5-8696-41EC-97E1-FDCFB76D18C7}" srcOrd="2" destOrd="0" presId="urn:microsoft.com/office/officeart/2018/2/layout/IconVerticalSolidList"/>
    <dgm:cxn modelId="{4A234674-9911-43AF-8BBC-842EB3A4562C}" type="presParOf" srcId="{36D67B1B-2FC5-4016-93B8-401D7380952F}" destId="{CD97F4EF-8AD0-4F33-88EF-B594B49BB34B}" srcOrd="3" destOrd="0" presId="urn:microsoft.com/office/officeart/2018/2/layout/IconVerticalSolidList"/>
    <dgm:cxn modelId="{F329A150-92A9-4609-AA9A-C35CB2B72BD4}" type="presParOf" srcId="{959B2AA3-F162-476C-BEC3-C7BDB08CAAC7}" destId="{27CD83DD-CEAB-4180-A688-603C389D7025}" srcOrd="1" destOrd="0" presId="urn:microsoft.com/office/officeart/2018/2/layout/IconVerticalSolidList"/>
    <dgm:cxn modelId="{8E4F213B-B98B-456D-B896-C2FE9F3F86E3}" type="presParOf" srcId="{959B2AA3-F162-476C-BEC3-C7BDB08CAAC7}" destId="{6BA95156-D183-4973-B3D5-A84896BFB77F}" srcOrd="2" destOrd="0" presId="urn:microsoft.com/office/officeart/2018/2/layout/IconVerticalSolidList"/>
    <dgm:cxn modelId="{5A25D832-49BB-4227-AAAB-96BD4A0030E8}" type="presParOf" srcId="{6BA95156-D183-4973-B3D5-A84896BFB77F}" destId="{DC859E63-1222-4B8C-93AB-50F5D9482429}" srcOrd="0" destOrd="0" presId="urn:microsoft.com/office/officeart/2018/2/layout/IconVerticalSolidList"/>
    <dgm:cxn modelId="{96CD6EDF-B433-4D14-AF0E-A24A28A1F412}" type="presParOf" srcId="{6BA95156-D183-4973-B3D5-A84896BFB77F}" destId="{7BEE40BC-AEE8-42F8-A013-0BEE6F2DC90A}" srcOrd="1" destOrd="0" presId="urn:microsoft.com/office/officeart/2018/2/layout/IconVerticalSolidList"/>
    <dgm:cxn modelId="{7CF24EF0-04E7-4DD7-A77D-E17425A250B5}" type="presParOf" srcId="{6BA95156-D183-4973-B3D5-A84896BFB77F}" destId="{57DF8E05-8FEA-469B-A419-0A1C9454BE80}" srcOrd="2" destOrd="0" presId="urn:microsoft.com/office/officeart/2018/2/layout/IconVerticalSolidList"/>
    <dgm:cxn modelId="{A2ECEF4B-6BBA-43C9-A2D8-D5185A63BF33}" type="presParOf" srcId="{6BA95156-D183-4973-B3D5-A84896BFB77F}" destId="{8618C0A8-E38B-4A87-98CA-171642F40A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284DF28-533C-4BD7-97B0-23F87E5B856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D9159E-186C-4F8A-B465-2FE6D10D2DD5}">
      <dgm:prSet/>
      <dgm:spPr/>
      <dgm:t>
        <a:bodyPr/>
        <a:lstStyle/>
        <a:p>
          <a:r>
            <a:rPr lang="en-US"/>
            <a:t>• Get-Service → Lista servicios</a:t>
          </a:r>
        </a:p>
      </dgm:t>
    </dgm:pt>
    <dgm:pt modelId="{9C6D6A82-23A3-41A5-82D0-9438AFCD6AE1}" type="parTrans" cxnId="{12A3153E-990B-4FF6-8473-099B81E42BCE}">
      <dgm:prSet/>
      <dgm:spPr/>
      <dgm:t>
        <a:bodyPr/>
        <a:lstStyle/>
        <a:p>
          <a:endParaRPr lang="en-US"/>
        </a:p>
      </dgm:t>
    </dgm:pt>
    <dgm:pt modelId="{F757D9ED-5D5D-4C7D-8661-252E5C31099D}" type="sibTrans" cxnId="{12A3153E-990B-4FF6-8473-099B81E42BCE}">
      <dgm:prSet/>
      <dgm:spPr/>
      <dgm:t>
        <a:bodyPr/>
        <a:lstStyle/>
        <a:p>
          <a:endParaRPr lang="en-US"/>
        </a:p>
      </dgm:t>
    </dgm:pt>
    <dgm:pt modelId="{31D3309F-000C-4086-A11A-E3C6F5AB4F86}">
      <dgm:prSet/>
      <dgm:spPr/>
      <dgm:t>
        <a:bodyPr/>
        <a:lstStyle/>
        <a:p>
          <a:r>
            <a:rPr lang="en-US"/>
            <a:t>• Start-Service → Inicia</a:t>
          </a:r>
        </a:p>
      </dgm:t>
    </dgm:pt>
    <dgm:pt modelId="{96B06D33-960C-4B16-88DC-B3E07C653F4D}" type="parTrans" cxnId="{FAAADFE9-3647-42A7-A991-E2A34CB437DD}">
      <dgm:prSet/>
      <dgm:spPr/>
      <dgm:t>
        <a:bodyPr/>
        <a:lstStyle/>
        <a:p>
          <a:endParaRPr lang="en-US"/>
        </a:p>
      </dgm:t>
    </dgm:pt>
    <dgm:pt modelId="{64A49561-ADF4-43D4-A047-2CD65DD65C94}" type="sibTrans" cxnId="{FAAADFE9-3647-42A7-A991-E2A34CB437DD}">
      <dgm:prSet/>
      <dgm:spPr/>
      <dgm:t>
        <a:bodyPr/>
        <a:lstStyle/>
        <a:p>
          <a:endParaRPr lang="en-US"/>
        </a:p>
      </dgm:t>
    </dgm:pt>
    <dgm:pt modelId="{6DFB99E1-5169-45D6-AEC0-EA704504A261}">
      <dgm:prSet/>
      <dgm:spPr/>
      <dgm:t>
        <a:bodyPr/>
        <a:lstStyle/>
        <a:p>
          <a:r>
            <a:rPr lang="en-US"/>
            <a:t>• Stop-Service → Detiene</a:t>
          </a:r>
        </a:p>
      </dgm:t>
    </dgm:pt>
    <dgm:pt modelId="{02004A9D-E264-4856-B5A5-B3EC54B457D2}" type="parTrans" cxnId="{ACB7D261-8634-4BBC-964F-1792F55D75F5}">
      <dgm:prSet/>
      <dgm:spPr/>
      <dgm:t>
        <a:bodyPr/>
        <a:lstStyle/>
        <a:p>
          <a:endParaRPr lang="en-US"/>
        </a:p>
      </dgm:t>
    </dgm:pt>
    <dgm:pt modelId="{6A4F97B5-448B-4A78-8E48-DAD458E931B1}" type="sibTrans" cxnId="{ACB7D261-8634-4BBC-964F-1792F55D75F5}">
      <dgm:prSet/>
      <dgm:spPr/>
      <dgm:t>
        <a:bodyPr/>
        <a:lstStyle/>
        <a:p>
          <a:endParaRPr lang="en-US"/>
        </a:p>
      </dgm:t>
    </dgm:pt>
    <dgm:pt modelId="{2AA48AB0-5AE1-4395-B96D-77C7F8280F74}">
      <dgm:prSet/>
      <dgm:spPr/>
      <dgm:t>
        <a:bodyPr/>
        <a:lstStyle/>
        <a:p>
          <a:r>
            <a:rPr lang="en-US"/>
            <a:t>• Restart-Service → Reinicia</a:t>
          </a:r>
        </a:p>
      </dgm:t>
    </dgm:pt>
    <dgm:pt modelId="{9BD8363E-99B5-4452-9308-645FD90ADE68}" type="parTrans" cxnId="{136598E9-049D-4ED7-BCAF-AA788557AFD1}">
      <dgm:prSet/>
      <dgm:spPr/>
      <dgm:t>
        <a:bodyPr/>
        <a:lstStyle/>
        <a:p>
          <a:endParaRPr lang="en-US"/>
        </a:p>
      </dgm:t>
    </dgm:pt>
    <dgm:pt modelId="{75B55E41-4430-4EDB-B801-EAE8F24F063B}" type="sibTrans" cxnId="{136598E9-049D-4ED7-BCAF-AA788557AFD1}">
      <dgm:prSet/>
      <dgm:spPr/>
      <dgm:t>
        <a:bodyPr/>
        <a:lstStyle/>
        <a:p>
          <a:endParaRPr lang="en-US"/>
        </a:p>
      </dgm:t>
    </dgm:pt>
    <dgm:pt modelId="{C7C8F9DB-BC64-4A27-9472-61CAA5D75F0E}" type="pres">
      <dgm:prSet presAssocID="{5284DF28-533C-4BD7-97B0-23F87E5B8566}" presName="vert0" presStyleCnt="0">
        <dgm:presLayoutVars>
          <dgm:dir/>
          <dgm:animOne val="branch"/>
          <dgm:animLvl val="lvl"/>
        </dgm:presLayoutVars>
      </dgm:prSet>
      <dgm:spPr/>
    </dgm:pt>
    <dgm:pt modelId="{ADCCC21D-EBE1-43D8-8D0F-2FECE9A874D9}" type="pres">
      <dgm:prSet presAssocID="{13D9159E-186C-4F8A-B465-2FE6D10D2DD5}" presName="thickLine" presStyleLbl="alignNode1" presStyleIdx="0" presStyleCnt="4"/>
      <dgm:spPr/>
    </dgm:pt>
    <dgm:pt modelId="{3A6BC18D-E990-4D2F-A80C-20AD643EAD6B}" type="pres">
      <dgm:prSet presAssocID="{13D9159E-186C-4F8A-B465-2FE6D10D2DD5}" presName="horz1" presStyleCnt="0"/>
      <dgm:spPr/>
    </dgm:pt>
    <dgm:pt modelId="{C60FD66A-9F41-4B53-9669-2C37D0E4691B}" type="pres">
      <dgm:prSet presAssocID="{13D9159E-186C-4F8A-B465-2FE6D10D2DD5}" presName="tx1" presStyleLbl="revTx" presStyleIdx="0" presStyleCnt="4"/>
      <dgm:spPr/>
    </dgm:pt>
    <dgm:pt modelId="{71928B68-FE0D-4541-8592-5BE320FF2A42}" type="pres">
      <dgm:prSet presAssocID="{13D9159E-186C-4F8A-B465-2FE6D10D2DD5}" presName="vert1" presStyleCnt="0"/>
      <dgm:spPr/>
    </dgm:pt>
    <dgm:pt modelId="{411A5859-71EA-4172-82AA-0175329B4653}" type="pres">
      <dgm:prSet presAssocID="{31D3309F-000C-4086-A11A-E3C6F5AB4F86}" presName="thickLine" presStyleLbl="alignNode1" presStyleIdx="1" presStyleCnt="4"/>
      <dgm:spPr/>
    </dgm:pt>
    <dgm:pt modelId="{B491F82E-FCEB-4FBF-80EF-E58520E8577F}" type="pres">
      <dgm:prSet presAssocID="{31D3309F-000C-4086-A11A-E3C6F5AB4F86}" presName="horz1" presStyleCnt="0"/>
      <dgm:spPr/>
    </dgm:pt>
    <dgm:pt modelId="{40F8943B-58E7-42F8-800A-3C152668AF4F}" type="pres">
      <dgm:prSet presAssocID="{31D3309F-000C-4086-A11A-E3C6F5AB4F86}" presName="tx1" presStyleLbl="revTx" presStyleIdx="1" presStyleCnt="4"/>
      <dgm:spPr/>
    </dgm:pt>
    <dgm:pt modelId="{93A8A5AF-BA1D-4464-B8A9-62E647FB1606}" type="pres">
      <dgm:prSet presAssocID="{31D3309F-000C-4086-A11A-E3C6F5AB4F86}" presName="vert1" presStyleCnt="0"/>
      <dgm:spPr/>
    </dgm:pt>
    <dgm:pt modelId="{60A7E845-4F55-4450-BAAC-4235D9415A1E}" type="pres">
      <dgm:prSet presAssocID="{6DFB99E1-5169-45D6-AEC0-EA704504A261}" presName="thickLine" presStyleLbl="alignNode1" presStyleIdx="2" presStyleCnt="4"/>
      <dgm:spPr/>
    </dgm:pt>
    <dgm:pt modelId="{852D46DE-8053-468C-9471-7AA4E51085D8}" type="pres">
      <dgm:prSet presAssocID="{6DFB99E1-5169-45D6-AEC0-EA704504A261}" presName="horz1" presStyleCnt="0"/>
      <dgm:spPr/>
    </dgm:pt>
    <dgm:pt modelId="{A0F0C2E2-B698-4BEA-9794-4F02E71DA386}" type="pres">
      <dgm:prSet presAssocID="{6DFB99E1-5169-45D6-AEC0-EA704504A261}" presName="tx1" presStyleLbl="revTx" presStyleIdx="2" presStyleCnt="4"/>
      <dgm:spPr/>
    </dgm:pt>
    <dgm:pt modelId="{6FAC5F49-6064-4013-9E61-FEB9DF4E1B20}" type="pres">
      <dgm:prSet presAssocID="{6DFB99E1-5169-45D6-AEC0-EA704504A261}" presName="vert1" presStyleCnt="0"/>
      <dgm:spPr/>
    </dgm:pt>
    <dgm:pt modelId="{97494C7A-68BB-4E08-B549-A344EED1A7CB}" type="pres">
      <dgm:prSet presAssocID="{2AA48AB0-5AE1-4395-B96D-77C7F8280F74}" presName="thickLine" presStyleLbl="alignNode1" presStyleIdx="3" presStyleCnt="4"/>
      <dgm:spPr/>
    </dgm:pt>
    <dgm:pt modelId="{C0D1E567-6164-46F1-86E2-BC82FB47DC1D}" type="pres">
      <dgm:prSet presAssocID="{2AA48AB0-5AE1-4395-B96D-77C7F8280F74}" presName="horz1" presStyleCnt="0"/>
      <dgm:spPr/>
    </dgm:pt>
    <dgm:pt modelId="{4E8F0388-1BC1-42E3-82D6-E841C8D362CF}" type="pres">
      <dgm:prSet presAssocID="{2AA48AB0-5AE1-4395-B96D-77C7F8280F74}" presName="tx1" presStyleLbl="revTx" presStyleIdx="3" presStyleCnt="4"/>
      <dgm:spPr/>
    </dgm:pt>
    <dgm:pt modelId="{9D1B2483-2F9B-4807-82FD-80A73C50D907}" type="pres">
      <dgm:prSet presAssocID="{2AA48AB0-5AE1-4395-B96D-77C7F8280F74}" presName="vert1" presStyleCnt="0"/>
      <dgm:spPr/>
    </dgm:pt>
  </dgm:ptLst>
  <dgm:cxnLst>
    <dgm:cxn modelId="{FD76FA25-BE7D-416A-A7E2-31D106444DEF}" type="presOf" srcId="{2AA48AB0-5AE1-4395-B96D-77C7F8280F74}" destId="{4E8F0388-1BC1-42E3-82D6-E841C8D362CF}" srcOrd="0" destOrd="0" presId="urn:microsoft.com/office/officeart/2008/layout/LinedList"/>
    <dgm:cxn modelId="{12A3153E-990B-4FF6-8473-099B81E42BCE}" srcId="{5284DF28-533C-4BD7-97B0-23F87E5B8566}" destId="{13D9159E-186C-4F8A-B465-2FE6D10D2DD5}" srcOrd="0" destOrd="0" parTransId="{9C6D6A82-23A3-41A5-82D0-9438AFCD6AE1}" sibTransId="{F757D9ED-5D5D-4C7D-8661-252E5C31099D}"/>
    <dgm:cxn modelId="{ACB7D261-8634-4BBC-964F-1792F55D75F5}" srcId="{5284DF28-533C-4BD7-97B0-23F87E5B8566}" destId="{6DFB99E1-5169-45D6-AEC0-EA704504A261}" srcOrd="2" destOrd="0" parTransId="{02004A9D-E264-4856-B5A5-B3EC54B457D2}" sibTransId="{6A4F97B5-448B-4A78-8E48-DAD458E931B1}"/>
    <dgm:cxn modelId="{8CA95A9F-402B-4A2E-BA0F-F49C9D67E851}" type="presOf" srcId="{6DFB99E1-5169-45D6-AEC0-EA704504A261}" destId="{A0F0C2E2-B698-4BEA-9794-4F02E71DA386}" srcOrd="0" destOrd="0" presId="urn:microsoft.com/office/officeart/2008/layout/LinedList"/>
    <dgm:cxn modelId="{966D44A0-8CB1-46C9-B161-C88F4141EF1D}" type="presOf" srcId="{13D9159E-186C-4F8A-B465-2FE6D10D2DD5}" destId="{C60FD66A-9F41-4B53-9669-2C37D0E4691B}" srcOrd="0" destOrd="0" presId="urn:microsoft.com/office/officeart/2008/layout/LinedList"/>
    <dgm:cxn modelId="{8BC609B7-9233-4359-AEBE-7EB76A6E5779}" type="presOf" srcId="{5284DF28-533C-4BD7-97B0-23F87E5B8566}" destId="{C7C8F9DB-BC64-4A27-9472-61CAA5D75F0E}" srcOrd="0" destOrd="0" presId="urn:microsoft.com/office/officeart/2008/layout/LinedList"/>
    <dgm:cxn modelId="{470BFBDE-6CF4-4ABD-9470-AAF56BF07F3F}" type="presOf" srcId="{31D3309F-000C-4086-A11A-E3C6F5AB4F86}" destId="{40F8943B-58E7-42F8-800A-3C152668AF4F}" srcOrd="0" destOrd="0" presId="urn:microsoft.com/office/officeart/2008/layout/LinedList"/>
    <dgm:cxn modelId="{136598E9-049D-4ED7-BCAF-AA788557AFD1}" srcId="{5284DF28-533C-4BD7-97B0-23F87E5B8566}" destId="{2AA48AB0-5AE1-4395-B96D-77C7F8280F74}" srcOrd="3" destOrd="0" parTransId="{9BD8363E-99B5-4452-9308-645FD90ADE68}" sibTransId="{75B55E41-4430-4EDB-B801-EAE8F24F063B}"/>
    <dgm:cxn modelId="{FAAADFE9-3647-42A7-A991-E2A34CB437DD}" srcId="{5284DF28-533C-4BD7-97B0-23F87E5B8566}" destId="{31D3309F-000C-4086-A11A-E3C6F5AB4F86}" srcOrd="1" destOrd="0" parTransId="{96B06D33-960C-4B16-88DC-B3E07C653F4D}" sibTransId="{64A49561-ADF4-43D4-A047-2CD65DD65C94}"/>
    <dgm:cxn modelId="{EAA0DB61-0568-497C-B037-21EC9525DBC1}" type="presParOf" srcId="{C7C8F9DB-BC64-4A27-9472-61CAA5D75F0E}" destId="{ADCCC21D-EBE1-43D8-8D0F-2FECE9A874D9}" srcOrd="0" destOrd="0" presId="urn:microsoft.com/office/officeart/2008/layout/LinedList"/>
    <dgm:cxn modelId="{79BE3889-1BAF-4FD6-A1C2-4A74755FEBF1}" type="presParOf" srcId="{C7C8F9DB-BC64-4A27-9472-61CAA5D75F0E}" destId="{3A6BC18D-E990-4D2F-A80C-20AD643EAD6B}" srcOrd="1" destOrd="0" presId="urn:microsoft.com/office/officeart/2008/layout/LinedList"/>
    <dgm:cxn modelId="{D679BF6E-9939-48FD-A49A-057A73141D37}" type="presParOf" srcId="{3A6BC18D-E990-4D2F-A80C-20AD643EAD6B}" destId="{C60FD66A-9F41-4B53-9669-2C37D0E4691B}" srcOrd="0" destOrd="0" presId="urn:microsoft.com/office/officeart/2008/layout/LinedList"/>
    <dgm:cxn modelId="{629BC6F8-34F7-4B88-A8B3-A448A55C5A23}" type="presParOf" srcId="{3A6BC18D-E990-4D2F-A80C-20AD643EAD6B}" destId="{71928B68-FE0D-4541-8592-5BE320FF2A42}" srcOrd="1" destOrd="0" presId="urn:microsoft.com/office/officeart/2008/layout/LinedList"/>
    <dgm:cxn modelId="{64481853-6CD2-4924-A39C-6AF52A920F58}" type="presParOf" srcId="{C7C8F9DB-BC64-4A27-9472-61CAA5D75F0E}" destId="{411A5859-71EA-4172-82AA-0175329B4653}" srcOrd="2" destOrd="0" presId="urn:microsoft.com/office/officeart/2008/layout/LinedList"/>
    <dgm:cxn modelId="{2AE751BE-F580-4B97-97AB-7E10DA1EDA02}" type="presParOf" srcId="{C7C8F9DB-BC64-4A27-9472-61CAA5D75F0E}" destId="{B491F82E-FCEB-4FBF-80EF-E58520E8577F}" srcOrd="3" destOrd="0" presId="urn:microsoft.com/office/officeart/2008/layout/LinedList"/>
    <dgm:cxn modelId="{97028991-F665-4944-89B5-108EBF103741}" type="presParOf" srcId="{B491F82E-FCEB-4FBF-80EF-E58520E8577F}" destId="{40F8943B-58E7-42F8-800A-3C152668AF4F}" srcOrd="0" destOrd="0" presId="urn:microsoft.com/office/officeart/2008/layout/LinedList"/>
    <dgm:cxn modelId="{62D07978-C7A2-4C52-9752-38FBA2DC1E5D}" type="presParOf" srcId="{B491F82E-FCEB-4FBF-80EF-E58520E8577F}" destId="{93A8A5AF-BA1D-4464-B8A9-62E647FB1606}" srcOrd="1" destOrd="0" presId="urn:microsoft.com/office/officeart/2008/layout/LinedList"/>
    <dgm:cxn modelId="{E8A3BBBD-4458-4D46-85CB-4782064E181C}" type="presParOf" srcId="{C7C8F9DB-BC64-4A27-9472-61CAA5D75F0E}" destId="{60A7E845-4F55-4450-BAAC-4235D9415A1E}" srcOrd="4" destOrd="0" presId="urn:microsoft.com/office/officeart/2008/layout/LinedList"/>
    <dgm:cxn modelId="{2790D887-288B-448F-84E1-5B8C711ADD07}" type="presParOf" srcId="{C7C8F9DB-BC64-4A27-9472-61CAA5D75F0E}" destId="{852D46DE-8053-468C-9471-7AA4E51085D8}" srcOrd="5" destOrd="0" presId="urn:microsoft.com/office/officeart/2008/layout/LinedList"/>
    <dgm:cxn modelId="{238826A1-6B32-4F8B-BCAA-499271344964}" type="presParOf" srcId="{852D46DE-8053-468C-9471-7AA4E51085D8}" destId="{A0F0C2E2-B698-4BEA-9794-4F02E71DA386}" srcOrd="0" destOrd="0" presId="urn:microsoft.com/office/officeart/2008/layout/LinedList"/>
    <dgm:cxn modelId="{3C7F458B-D98C-4B52-895C-36824084AD14}" type="presParOf" srcId="{852D46DE-8053-468C-9471-7AA4E51085D8}" destId="{6FAC5F49-6064-4013-9E61-FEB9DF4E1B20}" srcOrd="1" destOrd="0" presId="urn:microsoft.com/office/officeart/2008/layout/LinedList"/>
    <dgm:cxn modelId="{5221EFA7-7125-4405-9006-8682992D5982}" type="presParOf" srcId="{C7C8F9DB-BC64-4A27-9472-61CAA5D75F0E}" destId="{97494C7A-68BB-4E08-B549-A344EED1A7CB}" srcOrd="6" destOrd="0" presId="urn:microsoft.com/office/officeart/2008/layout/LinedList"/>
    <dgm:cxn modelId="{C66B1523-A75C-4F57-9905-8BFE4A182668}" type="presParOf" srcId="{C7C8F9DB-BC64-4A27-9472-61CAA5D75F0E}" destId="{C0D1E567-6164-46F1-86E2-BC82FB47DC1D}" srcOrd="7" destOrd="0" presId="urn:microsoft.com/office/officeart/2008/layout/LinedList"/>
    <dgm:cxn modelId="{CD058060-E9AF-46EF-9903-7E160DAD4F9D}" type="presParOf" srcId="{C0D1E567-6164-46F1-86E2-BC82FB47DC1D}" destId="{4E8F0388-1BC1-42E3-82D6-E841C8D362CF}" srcOrd="0" destOrd="0" presId="urn:microsoft.com/office/officeart/2008/layout/LinedList"/>
    <dgm:cxn modelId="{73F9B8B5-6AE4-4B1C-ADEC-9F11A814C508}" type="presParOf" srcId="{C0D1E567-6164-46F1-86E2-BC82FB47DC1D}" destId="{9D1B2483-2F9B-4807-82FD-80A73C50D9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6BCD63B-F7FF-4AEA-ADEF-384336FF248D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3685306-1ADD-46CA-B0DD-38F70C69A55D}">
      <dgm:prSet/>
      <dgm:spPr/>
      <dgm:t>
        <a:bodyPr/>
        <a:lstStyle/>
        <a:p>
          <a:r>
            <a:rPr lang="en-US" dirty="0"/>
            <a:t>Get-Service | Where-Object { $_.Status -eq 'Stopped' }</a:t>
          </a:r>
        </a:p>
      </dgm:t>
    </dgm:pt>
    <dgm:pt modelId="{DF5F782D-3022-450A-8C7D-96C5B6CF86C4}" type="parTrans" cxnId="{AFEEFB23-EA7B-4888-9423-A891E64B329D}">
      <dgm:prSet/>
      <dgm:spPr/>
      <dgm:t>
        <a:bodyPr/>
        <a:lstStyle/>
        <a:p>
          <a:endParaRPr lang="en-US"/>
        </a:p>
      </dgm:t>
    </dgm:pt>
    <dgm:pt modelId="{FE501E9D-4F9E-44F1-9F8B-D277512FB994}" type="sibTrans" cxnId="{AFEEFB23-EA7B-4888-9423-A891E64B329D}">
      <dgm:prSet/>
      <dgm:spPr/>
      <dgm:t>
        <a:bodyPr/>
        <a:lstStyle/>
        <a:p>
          <a:endParaRPr lang="en-US"/>
        </a:p>
      </dgm:t>
    </dgm:pt>
    <dgm:pt modelId="{EEED5826-03BC-494E-B84D-AA5DBBA7B983}">
      <dgm:prSet/>
      <dgm:spPr/>
      <dgm:t>
        <a:bodyPr/>
        <a:lstStyle/>
        <a:p>
          <a:r>
            <a:rPr lang="en-US" dirty="0"/>
            <a:t>➡ Lista </a:t>
          </a:r>
          <a:r>
            <a:rPr lang="en-US" dirty="0" err="1"/>
            <a:t>servicios</a:t>
          </a:r>
          <a:r>
            <a:rPr lang="en-US" dirty="0"/>
            <a:t> </a:t>
          </a:r>
          <a:r>
            <a:rPr lang="en-US" dirty="0" err="1"/>
            <a:t>detenidos</a:t>
          </a:r>
          <a:endParaRPr lang="en-US" dirty="0"/>
        </a:p>
      </dgm:t>
    </dgm:pt>
    <dgm:pt modelId="{1534AA29-BEE3-46DF-9686-650A922869F3}" type="parTrans" cxnId="{8EBF07A8-9683-4E9F-ADEB-0FC6FA038E9E}">
      <dgm:prSet/>
      <dgm:spPr/>
      <dgm:t>
        <a:bodyPr/>
        <a:lstStyle/>
        <a:p>
          <a:endParaRPr lang="en-US"/>
        </a:p>
      </dgm:t>
    </dgm:pt>
    <dgm:pt modelId="{9DE77B47-C725-40C2-A662-5D97C6B224B0}" type="sibTrans" cxnId="{8EBF07A8-9683-4E9F-ADEB-0FC6FA038E9E}">
      <dgm:prSet/>
      <dgm:spPr/>
      <dgm:t>
        <a:bodyPr/>
        <a:lstStyle/>
        <a:p>
          <a:endParaRPr lang="en-US"/>
        </a:p>
      </dgm:t>
    </dgm:pt>
    <dgm:pt modelId="{EC5C7993-B6C2-43B8-8B78-0C6ED43AC9C2}" type="pres">
      <dgm:prSet presAssocID="{36BCD63B-F7FF-4AEA-ADEF-384336FF248D}" presName="vert0" presStyleCnt="0">
        <dgm:presLayoutVars>
          <dgm:dir/>
          <dgm:animOne val="branch"/>
          <dgm:animLvl val="lvl"/>
        </dgm:presLayoutVars>
      </dgm:prSet>
      <dgm:spPr/>
    </dgm:pt>
    <dgm:pt modelId="{CAE29AFE-6ABB-490F-92FB-90587ED44846}" type="pres">
      <dgm:prSet presAssocID="{93685306-1ADD-46CA-B0DD-38F70C69A55D}" presName="thickLine" presStyleLbl="alignNode1" presStyleIdx="0" presStyleCnt="2"/>
      <dgm:spPr/>
    </dgm:pt>
    <dgm:pt modelId="{62411C95-3F11-4E78-9D04-275D7DB2850E}" type="pres">
      <dgm:prSet presAssocID="{93685306-1ADD-46CA-B0DD-38F70C69A55D}" presName="horz1" presStyleCnt="0"/>
      <dgm:spPr/>
    </dgm:pt>
    <dgm:pt modelId="{24525B73-13F6-4602-A9FA-145C29542BA9}" type="pres">
      <dgm:prSet presAssocID="{93685306-1ADD-46CA-B0DD-38F70C69A55D}" presName="tx1" presStyleLbl="revTx" presStyleIdx="0" presStyleCnt="2"/>
      <dgm:spPr/>
    </dgm:pt>
    <dgm:pt modelId="{A1EC2D72-71A3-48E8-ABAF-FE2D7F0C2A22}" type="pres">
      <dgm:prSet presAssocID="{93685306-1ADD-46CA-B0DD-38F70C69A55D}" presName="vert1" presStyleCnt="0"/>
      <dgm:spPr/>
    </dgm:pt>
    <dgm:pt modelId="{4D7194E8-A7A5-440D-AA2E-4A23EA98F75C}" type="pres">
      <dgm:prSet presAssocID="{EEED5826-03BC-494E-B84D-AA5DBBA7B983}" presName="thickLine" presStyleLbl="alignNode1" presStyleIdx="1" presStyleCnt="2"/>
      <dgm:spPr/>
    </dgm:pt>
    <dgm:pt modelId="{31DFEAF5-3175-4A8C-8AA5-4EFF5947A975}" type="pres">
      <dgm:prSet presAssocID="{EEED5826-03BC-494E-B84D-AA5DBBA7B983}" presName="horz1" presStyleCnt="0"/>
      <dgm:spPr/>
    </dgm:pt>
    <dgm:pt modelId="{33F05F9C-FA5B-4A08-A287-9F90F2E58FD6}" type="pres">
      <dgm:prSet presAssocID="{EEED5826-03BC-494E-B84D-AA5DBBA7B983}" presName="tx1" presStyleLbl="revTx" presStyleIdx="1" presStyleCnt="2"/>
      <dgm:spPr/>
    </dgm:pt>
    <dgm:pt modelId="{4BA5AB50-08E6-44D1-A4AF-4C783CE89A04}" type="pres">
      <dgm:prSet presAssocID="{EEED5826-03BC-494E-B84D-AA5DBBA7B983}" presName="vert1" presStyleCnt="0"/>
      <dgm:spPr/>
    </dgm:pt>
  </dgm:ptLst>
  <dgm:cxnLst>
    <dgm:cxn modelId="{3C00DB16-E0A3-4EDE-9717-778082C9BD1C}" type="presOf" srcId="{93685306-1ADD-46CA-B0DD-38F70C69A55D}" destId="{24525B73-13F6-4602-A9FA-145C29542BA9}" srcOrd="0" destOrd="0" presId="urn:microsoft.com/office/officeart/2008/layout/LinedList"/>
    <dgm:cxn modelId="{AFEEFB23-EA7B-4888-9423-A891E64B329D}" srcId="{36BCD63B-F7FF-4AEA-ADEF-384336FF248D}" destId="{93685306-1ADD-46CA-B0DD-38F70C69A55D}" srcOrd="0" destOrd="0" parTransId="{DF5F782D-3022-450A-8C7D-96C5B6CF86C4}" sibTransId="{FE501E9D-4F9E-44F1-9F8B-D277512FB994}"/>
    <dgm:cxn modelId="{B939F045-85E3-4E71-BB0C-4BD2F01F2BAC}" type="presOf" srcId="{36BCD63B-F7FF-4AEA-ADEF-384336FF248D}" destId="{EC5C7993-B6C2-43B8-8B78-0C6ED43AC9C2}" srcOrd="0" destOrd="0" presId="urn:microsoft.com/office/officeart/2008/layout/LinedList"/>
    <dgm:cxn modelId="{C43A399E-4513-4F65-AF10-9E8A30AFE63A}" type="presOf" srcId="{EEED5826-03BC-494E-B84D-AA5DBBA7B983}" destId="{33F05F9C-FA5B-4A08-A287-9F90F2E58FD6}" srcOrd="0" destOrd="0" presId="urn:microsoft.com/office/officeart/2008/layout/LinedList"/>
    <dgm:cxn modelId="{8EBF07A8-9683-4E9F-ADEB-0FC6FA038E9E}" srcId="{36BCD63B-F7FF-4AEA-ADEF-384336FF248D}" destId="{EEED5826-03BC-494E-B84D-AA5DBBA7B983}" srcOrd="1" destOrd="0" parTransId="{1534AA29-BEE3-46DF-9686-650A922869F3}" sibTransId="{9DE77B47-C725-40C2-A662-5D97C6B224B0}"/>
    <dgm:cxn modelId="{0FA2E34F-8AD7-4C1D-A5B0-22D430567025}" type="presParOf" srcId="{EC5C7993-B6C2-43B8-8B78-0C6ED43AC9C2}" destId="{CAE29AFE-6ABB-490F-92FB-90587ED44846}" srcOrd="0" destOrd="0" presId="urn:microsoft.com/office/officeart/2008/layout/LinedList"/>
    <dgm:cxn modelId="{8844E272-B2E8-46A2-ABE0-A998C11F047A}" type="presParOf" srcId="{EC5C7993-B6C2-43B8-8B78-0C6ED43AC9C2}" destId="{62411C95-3F11-4E78-9D04-275D7DB2850E}" srcOrd="1" destOrd="0" presId="urn:microsoft.com/office/officeart/2008/layout/LinedList"/>
    <dgm:cxn modelId="{CAA1ED03-3FD9-4612-81DD-3609A6DFFE7D}" type="presParOf" srcId="{62411C95-3F11-4E78-9D04-275D7DB2850E}" destId="{24525B73-13F6-4602-A9FA-145C29542BA9}" srcOrd="0" destOrd="0" presId="urn:microsoft.com/office/officeart/2008/layout/LinedList"/>
    <dgm:cxn modelId="{A0FB9ED9-85C6-4F94-9A43-25CD0E1C7016}" type="presParOf" srcId="{62411C95-3F11-4E78-9D04-275D7DB2850E}" destId="{A1EC2D72-71A3-48E8-ABAF-FE2D7F0C2A22}" srcOrd="1" destOrd="0" presId="urn:microsoft.com/office/officeart/2008/layout/LinedList"/>
    <dgm:cxn modelId="{F85449E6-D9E0-4D8C-9D08-DECDB12E72CD}" type="presParOf" srcId="{EC5C7993-B6C2-43B8-8B78-0C6ED43AC9C2}" destId="{4D7194E8-A7A5-440D-AA2E-4A23EA98F75C}" srcOrd="2" destOrd="0" presId="urn:microsoft.com/office/officeart/2008/layout/LinedList"/>
    <dgm:cxn modelId="{FF49B525-8739-4917-9C9C-F4F1483EF5B3}" type="presParOf" srcId="{EC5C7993-B6C2-43B8-8B78-0C6ED43AC9C2}" destId="{31DFEAF5-3175-4A8C-8AA5-4EFF5947A975}" srcOrd="3" destOrd="0" presId="urn:microsoft.com/office/officeart/2008/layout/LinedList"/>
    <dgm:cxn modelId="{FAF9DB92-1B24-4A09-9DE7-BC10EE570A21}" type="presParOf" srcId="{31DFEAF5-3175-4A8C-8AA5-4EFF5947A975}" destId="{33F05F9C-FA5B-4A08-A287-9F90F2E58FD6}" srcOrd="0" destOrd="0" presId="urn:microsoft.com/office/officeart/2008/layout/LinedList"/>
    <dgm:cxn modelId="{73758A48-8029-4188-BADE-1773D4E7BC76}" type="presParOf" srcId="{31DFEAF5-3175-4A8C-8AA5-4EFF5947A975}" destId="{4BA5AB50-08E6-44D1-A4AF-4C783CE89A0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EC6D298-A639-4D83-9223-FA9A3C5B195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7427E76-B233-418D-9418-CF513FDAD91C}">
      <dgm:prSet/>
      <dgm:spPr/>
      <dgm:t>
        <a:bodyPr/>
        <a:lstStyle/>
        <a:p>
          <a:r>
            <a:rPr lang="en-US" dirty="0"/>
            <a:t>Restart-Service -Name Spooler</a:t>
          </a:r>
        </a:p>
      </dgm:t>
    </dgm:pt>
    <dgm:pt modelId="{4A3CAE5F-6E87-419B-A6E7-E7FD3C4D93CF}" type="parTrans" cxnId="{83D10D71-1381-49FE-8FC8-F41254B31607}">
      <dgm:prSet/>
      <dgm:spPr/>
      <dgm:t>
        <a:bodyPr/>
        <a:lstStyle/>
        <a:p>
          <a:endParaRPr lang="en-US"/>
        </a:p>
      </dgm:t>
    </dgm:pt>
    <dgm:pt modelId="{7509C012-0572-4481-8920-B2D9C15ECCA8}" type="sibTrans" cxnId="{83D10D71-1381-49FE-8FC8-F41254B31607}">
      <dgm:prSet/>
      <dgm:spPr/>
      <dgm:t>
        <a:bodyPr/>
        <a:lstStyle/>
        <a:p>
          <a:endParaRPr lang="en-US"/>
        </a:p>
      </dgm:t>
    </dgm:pt>
    <dgm:pt modelId="{C6223E54-A352-4D46-B31E-0E8A9522AAE0}">
      <dgm:prSet/>
      <dgm:spPr/>
      <dgm:t>
        <a:bodyPr/>
        <a:lstStyle/>
        <a:p>
          <a:r>
            <a:rPr lang="en-US" dirty="0"/>
            <a:t>➡ </a:t>
          </a:r>
          <a:r>
            <a:rPr lang="en-US" dirty="0" err="1"/>
            <a:t>Reinicia</a:t>
          </a:r>
          <a:r>
            <a:rPr lang="en-US" dirty="0"/>
            <a:t> la cola de </a:t>
          </a:r>
          <a:r>
            <a:rPr lang="en-US" dirty="0" err="1"/>
            <a:t>impresión</a:t>
          </a:r>
          <a:endParaRPr lang="en-US" dirty="0"/>
        </a:p>
      </dgm:t>
    </dgm:pt>
    <dgm:pt modelId="{8C0E7477-0FFE-4D6A-B2C2-EEDA4FECBD78}" type="parTrans" cxnId="{8A5E7228-CC54-41CF-AF7D-148E8149BB3D}">
      <dgm:prSet/>
      <dgm:spPr/>
      <dgm:t>
        <a:bodyPr/>
        <a:lstStyle/>
        <a:p>
          <a:endParaRPr lang="en-US"/>
        </a:p>
      </dgm:t>
    </dgm:pt>
    <dgm:pt modelId="{D3AA9403-E153-448F-AA97-23F587EDBA56}" type="sibTrans" cxnId="{8A5E7228-CC54-41CF-AF7D-148E8149BB3D}">
      <dgm:prSet/>
      <dgm:spPr/>
      <dgm:t>
        <a:bodyPr/>
        <a:lstStyle/>
        <a:p>
          <a:endParaRPr lang="en-US"/>
        </a:p>
      </dgm:t>
    </dgm:pt>
    <dgm:pt modelId="{D17986D4-70C8-47A5-8167-F4AB11CA369F}" type="pres">
      <dgm:prSet presAssocID="{2EC6D298-A639-4D83-9223-FA9A3C5B1957}" presName="root" presStyleCnt="0">
        <dgm:presLayoutVars>
          <dgm:dir/>
          <dgm:resizeHandles val="exact"/>
        </dgm:presLayoutVars>
      </dgm:prSet>
      <dgm:spPr/>
    </dgm:pt>
    <dgm:pt modelId="{274BDD3D-A07A-43C6-A4FF-909723F47D39}" type="pres">
      <dgm:prSet presAssocID="{17427E76-B233-418D-9418-CF513FDAD91C}" presName="compNode" presStyleCnt="0"/>
      <dgm:spPr/>
    </dgm:pt>
    <dgm:pt modelId="{7DEB9705-8DED-4502-9515-1F9BF33CA638}" type="pres">
      <dgm:prSet presAssocID="{17427E76-B233-418D-9418-CF513FDAD91C}" presName="bgRect" presStyleLbl="bgShp" presStyleIdx="0" presStyleCnt="2"/>
      <dgm:spPr/>
    </dgm:pt>
    <dgm:pt modelId="{6162DE1D-FBE4-431E-A756-5313922D801C}" type="pres">
      <dgm:prSet presAssocID="{17427E76-B233-418D-9418-CF513FDAD91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encia"/>
        </a:ext>
      </dgm:extLst>
    </dgm:pt>
    <dgm:pt modelId="{B167133B-3BF3-47B1-8FB6-05991859B3FD}" type="pres">
      <dgm:prSet presAssocID="{17427E76-B233-418D-9418-CF513FDAD91C}" presName="spaceRect" presStyleCnt="0"/>
      <dgm:spPr/>
    </dgm:pt>
    <dgm:pt modelId="{399B6322-14F1-4D18-9CE9-9F96BE5EF19B}" type="pres">
      <dgm:prSet presAssocID="{17427E76-B233-418D-9418-CF513FDAD91C}" presName="parTx" presStyleLbl="revTx" presStyleIdx="0" presStyleCnt="2">
        <dgm:presLayoutVars>
          <dgm:chMax val="0"/>
          <dgm:chPref val="0"/>
        </dgm:presLayoutVars>
      </dgm:prSet>
      <dgm:spPr/>
    </dgm:pt>
    <dgm:pt modelId="{FC2B33EF-5E43-486C-9383-F1FDEAA30CC0}" type="pres">
      <dgm:prSet presAssocID="{7509C012-0572-4481-8920-B2D9C15ECCA8}" presName="sibTrans" presStyleCnt="0"/>
      <dgm:spPr/>
    </dgm:pt>
    <dgm:pt modelId="{281B30BF-8D8B-40C8-AAEA-92EB6AF8E1F6}" type="pres">
      <dgm:prSet presAssocID="{C6223E54-A352-4D46-B31E-0E8A9522AAE0}" presName="compNode" presStyleCnt="0"/>
      <dgm:spPr/>
    </dgm:pt>
    <dgm:pt modelId="{B8213DEA-F50F-4A4A-BCDE-6D5693C1706A}" type="pres">
      <dgm:prSet presAssocID="{C6223E54-A352-4D46-B31E-0E8A9522AAE0}" presName="bgRect" presStyleLbl="bgShp" presStyleIdx="1" presStyleCnt="2"/>
      <dgm:spPr/>
    </dgm:pt>
    <dgm:pt modelId="{9694F3FC-3AE8-4692-8DBD-B3415B718FB7}" type="pres">
      <dgm:prSet presAssocID="{C6223E54-A352-4D46-B31E-0E8A9522AAE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presora"/>
        </a:ext>
      </dgm:extLst>
    </dgm:pt>
    <dgm:pt modelId="{1906B1F7-4C85-4445-A2FC-5E8B3A0C5FB6}" type="pres">
      <dgm:prSet presAssocID="{C6223E54-A352-4D46-B31E-0E8A9522AAE0}" presName="spaceRect" presStyleCnt="0"/>
      <dgm:spPr/>
    </dgm:pt>
    <dgm:pt modelId="{EA0C537E-E12E-43D4-ACE0-6A8062AE9521}" type="pres">
      <dgm:prSet presAssocID="{C6223E54-A352-4D46-B31E-0E8A9522AAE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AD6F81C-22E1-4D78-90CD-E710EAA170F4}" type="presOf" srcId="{2EC6D298-A639-4D83-9223-FA9A3C5B1957}" destId="{D17986D4-70C8-47A5-8167-F4AB11CA369F}" srcOrd="0" destOrd="0" presId="urn:microsoft.com/office/officeart/2018/2/layout/IconVerticalSolidList"/>
    <dgm:cxn modelId="{8A5E7228-CC54-41CF-AF7D-148E8149BB3D}" srcId="{2EC6D298-A639-4D83-9223-FA9A3C5B1957}" destId="{C6223E54-A352-4D46-B31E-0E8A9522AAE0}" srcOrd="1" destOrd="0" parTransId="{8C0E7477-0FFE-4D6A-B2C2-EEDA4FECBD78}" sibTransId="{D3AA9403-E153-448F-AA97-23F587EDBA56}"/>
    <dgm:cxn modelId="{83D10D71-1381-49FE-8FC8-F41254B31607}" srcId="{2EC6D298-A639-4D83-9223-FA9A3C5B1957}" destId="{17427E76-B233-418D-9418-CF513FDAD91C}" srcOrd="0" destOrd="0" parTransId="{4A3CAE5F-6E87-419B-A6E7-E7FD3C4D93CF}" sibTransId="{7509C012-0572-4481-8920-B2D9C15ECCA8}"/>
    <dgm:cxn modelId="{A1D8477E-9D15-4775-BF5F-15389D509C20}" type="presOf" srcId="{17427E76-B233-418D-9418-CF513FDAD91C}" destId="{399B6322-14F1-4D18-9CE9-9F96BE5EF19B}" srcOrd="0" destOrd="0" presId="urn:microsoft.com/office/officeart/2018/2/layout/IconVerticalSolidList"/>
    <dgm:cxn modelId="{69B6CCCE-7A24-4E36-8035-5CC3225589E4}" type="presOf" srcId="{C6223E54-A352-4D46-B31E-0E8A9522AAE0}" destId="{EA0C537E-E12E-43D4-ACE0-6A8062AE9521}" srcOrd="0" destOrd="0" presId="urn:microsoft.com/office/officeart/2018/2/layout/IconVerticalSolidList"/>
    <dgm:cxn modelId="{C1BA03CB-65B4-45B8-B1D5-477DEAE0904F}" type="presParOf" srcId="{D17986D4-70C8-47A5-8167-F4AB11CA369F}" destId="{274BDD3D-A07A-43C6-A4FF-909723F47D39}" srcOrd="0" destOrd="0" presId="urn:microsoft.com/office/officeart/2018/2/layout/IconVerticalSolidList"/>
    <dgm:cxn modelId="{E6642F7E-FBD1-4AB5-BD41-80CDE76DBE1E}" type="presParOf" srcId="{274BDD3D-A07A-43C6-A4FF-909723F47D39}" destId="{7DEB9705-8DED-4502-9515-1F9BF33CA638}" srcOrd="0" destOrd="0" presId="urn:microsoft.com/office/officeart/2018/2/layout/IconVerticalSolidList"/>
    <dgm:cxn modelId="{5FDD13E7-F62E-4040-8A96-99DD965B4FEC}" type="presParOf" srcId="{274BDD3D-A07A-43C6-A4FF-909723F47D39}" destId="{6162DE1D-FBE4-431E-A756-5313922D801C}" srcOrd="1" destOrd="0" presId="urn:microsoft.com/office/officeart/2018/2/layout/IconVerticalSolidList"/>
    <dgm:cxn modelId="{1D4EE28B-6185-4FAC-9F27-D41C8A1B1D98}" type="presParOf" srcId="{274BDD3D-A07A-43C6-A4FF-909723F47D39}" destId="{B167133B-3BF3-47B1-8FB6-05991859B3FD}" srcOrd="2" destOrd="0" presId="urn:microsoft.com/office/officeart/2018/2/layout/IconVerticalSolidList"/>
    <dgm:cxn modelId="{0A82D105-5270-42F6-8ABD-EB52D6DAB34A}" type="presParOf" srcId="{274BDD3D-A07A-43C6-A4FF-909723F47D39}" destId="{399B6322-14F1-4D18-9CE9-9F96BE5EF19B}" srcOrd="3" destOrd="0" presId="urn:microsoft.com/office/officeart/2018/2/layout/IconVerticalSolidList"/>
    <dgm:cxn modelId="{AF855893-CDB6-4713-9811-CD908984FF2C}" type="presParOf" srcId="{D17986D4-70C8-47A5-8167-F4AB11CA369F}" destId="{FC2B33EF-5E43-486C-9383-F1FDEAA30CC0}" srcOrd="1" destOrd="0" presId="urn:microsoft.com/office/officeart/2018/2/layout/IconVerticalSolidList"/>
    <dgm:cxn modelId="{BA883C55-745D-4F5C-AAF1-20A40B2FA4CD}" type="presParOf" srcId="{D17986D4-70C8-47A5-8167-F4AB11CA369F}" destId="{281B30BF-8D8B-40C8-AAEA-92EB6AF8E1F6}" srcOrd="2" destOrd="0" presId="urn:microsoft.com/office/officeart/2018/2/layout/IconVerticalSolidList"/>
    <dgm:cxn modelId="{7595C2A5-CC90-47C0-858E-A755A80422E6}" type="presParOf" srcId="{281B30BF-8D8B-40C8-AAEA-92EB6AF8E1F6}" destId="{B8213DEA-F50F-4A4A-BCDE-6D5693C1706A}" srcOrd="0" destOrd="0" presId="urn:microsoft.com/office/officeart/2018/2/layout/IconVerticalSolidList"/>
    <dgm:cxn modelId="{F65D881D-53A2-4823-84E3-8275BC43CBC3}" type="presParOf" srcId="{281B30BF-8D8B-40C8-AAEA-92EB6AF8E1F6}" destId="{9694F3FC-3AE8-4692-8DBD-B3415B718FB7}" srcOrd="1" destOrd="0" presId="urn:microsoft.com/office/officeart/2018/2/layout/IconVerticalSolidList"/>
    <dgm:cxn modelId="{2A5034AC-E9CD-4D8C-BD92-6505461656F7}" type="presParOf" srcId="{281B30BF-8D8B-40C8-AAEA-92EB6AF8E1F6}" destId="{1906B1F7-4C85-4445-A2FC-5E8B3A0C5FB6}" srcOrd="2" destOrd="0" presId="urn:microsoft.com/office/officeart/2018/2/layout/IconVerticalSolidList"/>
    <dgm:cxn modelId="{1DB77DFF-CB7C-47CD-82D6-FF7F9B9C18F2}" type="presParOf" srcId="{281B30BF-8D8B-40C8-AAEA-92EB6AF8E1F6}" destId="{EA0C537E-E12E-43D4-ACE0-6A8062AE95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9A0FB67-450E-4ADF-8976-06B42EFEA84E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CBDCB20-C13C-4D54-A690-1DDCC1D0544F}">
      <dgm:prSet/>
      <dgm:spPr/>
      <dgm:t>
        <a:bodyPr/>
        <a:lstStyle/>
        <a:p>
          <a:r>
            <a:rPr lang="en-US" dirty="0"/>
            <a:t>• Export-Csv → </a:t>
          </a:r>
          <a:r>
            <a:rPr lang="en-US" dirty="0" err="1"/>
            <a:t>exporta</a:t>
          </a:r>
          <a:r>
            <a:rPr lang="en-US" dirty="0"/>
            <a:t> a CSV</a:t>
          </a:r>
        </a:p>
      </dgm:t>
    </dgm:pt>
    <dgm:pt modelId="{656C535E-4D4A-44BF-82CA-40F18A90F4C5}" type="parTrans" cxnId="{A16DCCF3-B6F2-4190-BC18-208D6CB10D5C}">
      <dgm:prSet/>
      <dgm:spPr/>
      <dgm:t>
        <a:bodyPr/>
        <a:lstStyle/>
        <a:p>
          <a:endParaRPr lang="en-US"/>
        </a:p>
      </dgm:t>
    </dgm:pt>
    <dgm:pt modelId="{DFCEADF2-468C-4843-A1C2-00CF42DD797B}" type="sibTrans" cxnId="{A16DCCF3-B6F2-4190-BC18-208D6CB10D5C}">
      <dgm:prSet/>
      <dgm:spPr/>
      <dgm:t>
        <a:bodyPr/>
        <a:lstStyle/>
        <a:p>
          <a:endParaRPr lang="en-US"/>
        </a:p>
      </dgm:t>
    </dgm:pt>
    <dgm:pt modelId="{912C827A-9372-4D83-B5C7-4B2500BFA678}">
      <dgm:prSet/>
      <dgm:spPr/>
      <dgm:t>
        <a:bodyPr/>
        <a:lstStyle/>
        <a:p>
          <a:r>
            <a:rPr lang="en-US"/>
            <a:t>• Out-File → exporta a texto</a:t>
          </a:r>
        </a:p>
      </dgm:t>
    </dgm:pt>
    <dgm:pt modelId="{2FE24AAA-7B1C-4EC8-9CB4-A4ED9CE045B2}" type="parTrans" cxnId="{F9B441C7-BE6E-4E3B-9C67-D36821DAB781}">
      <dgm:prSet/>
      <dgm:spPr/>
      <dgm:t>
        <a:bodyPr/>
        <a:lstStyle/>
        <a:p>
          <a:endParaRPr lang="en-US"/>
        </a:p>
      </dgm:t>
    </dgm:pt>
    <dgm:pt modelId="{8145F5D0-8B7C-41BA-9E83-2A82604D1408}" type="sibTrans" cxnId="{F9B441C7-BE6E-4E3B-9C67-D36821DAB781}">
      <dgm:prSet/>
      <dgm:spPr/>
      <dgm:t>
        <a:bodyPr/>
        <a:lstStyle/>
        <a:p>
          <a:endParaRPr lang="en-US"/>
        </a:p>
      </dgm:t>
    </dgm:pt>
    <dgm:pt modelId="{3AA4C1B9-F4EB-498D-B210-5BFC692BBBB8}">
      <dgm:prSet/>
      <dgm:spPr/>
      <dgm:t>
        <a:bodyPr/>
        <a:lstStyle/>
        <a:p>
          <a:r>
            <a:rPr lang="en-US"/>
            <a:t>• ConvertTo-Json | Out-File → exporta a JSON</a:t>
          </a:r>
        </a:p>
      </dgm:t>
    </dgm:pt>
    <dgm:pt modelId="{8326D02E-88DE-406F-8993-2667E67A6C04}" type="parTrans" cxnId="{DB409AB2-EEBB-4370-9241-6ED181B4D509}">
      <dgm:prSet/>
      <dgm:spPr/>
      <dgm:t>
        <a:bodyPr/>
        <a:lstStyle/>
        <a:p>
          <a:endParaRPr lang="en-US"/>
        </a:p>
      </dgm:t>
    </dgm:pt>
    <dgm:pt modelId="{5634E457-1DC7-4421-A84C-1DA060E9D6B9}" type="sibTrans" cxnId="{DB409AB2-EEBB-4370-9241-6ED181B4D509}">
      <dgm:prSet/>
      <dgm:spPr/>
      <dgm:t>
        <a:bodyPr/>
        <a:lstStyle/>
        <a:p>
          <a:endParaRPr lang="en-US"/>
        </a:p>
      </dgm:t>
    </dgm:pt>
    <dgm:pt modelId="{9F946148-DF76-43C5-9BFC-7835C4DB0511}" type="pres">
      <dgm:prSet presAssocID="{29A0FB67-450E-4ADF-8976-06B42EFEA84E}" presName="vert0" presStyleCnt="0">
        <dgm:presLayoutVars>
          <dgm:dir/>
          <dgm:animOne val="branch"/>
          <dgm:animLvl val="lvl"/>
        </dgm:presLayoutVars>
      </dgm:prSet>
      <dgm:spPr/>
    </dgm:pt>
    <dgm:pt modelId="{84FACF33-9775-4028-88AD-059F585E0C46}" type="pres">
      <dgm:prSet presAssocID="{1CBDCB20-C13C-4D54-A690-1DDCC1D0544F}" presName="thickLine" presStyleLbl="alignNode1" presStyleIdx="0" presStyleCnt="3"/>
      <dgm:spPr/>
    </dgm:pt>
    <dgm:pt modelId="{42CC3DE0-F4D2-4EA1-A2A0-47230C8D201B}" type="pres">
      <dgm:prSet presAssocID="{1CBDCB20-C13C-4D54-A690-1DDCC1D0544F}" presName="horz1" presStyleCnt="0"/>
      <dgm:spPr/>
    </dgm:pt>
    <dgm:pt modelId="{5255255B-C467-451F-B086-19D132C63390}" type="pres">
      <dgm:prSet presAssocID="{1CBDCB20-C13C-4D54-A690-1DDCC1D0544F}" presName="tx1" presStyleLbl="revTx" presStyleIdx="0" presStyleCnt="3"/>
      <dgm:spPr/>
    </dgm:pt>
    <dgm:pt modelId="{0BE43FCB-3CFC-4F38-B4A4-187893FD41EE}" type="pres">
      <dgm:prSet presAssocID="{1CBDCB20-C13C-4D54-A690-1DDCC1D0544F}" presName="vert1" presStyleCnt="0"/>
      <dgm:spPr/>
    </dgm:pt>
    <dgm:pt modelId="{31431DA2-246A-4572-9736-D677366A6CDA}" type="pres">
      <dgm:prSet presAssocID="{912C827A-9372-4D83-B5C7-4B2500BFA678}" presName="thickLine" presStyleLbl="alignNode1" presStyleIdx="1" presStyleCnt="3"/>
      <dgm:spPr/>
    </dgm:pt>
    <dgm:pt modelId="{F11C729E-487B-4FA1-B754-9BF5F142A1F2}" type="pres">
      <dgm:prSet presAssocID="{912C827A-9372-4D83-B5C7-4B2500BFA678}" presName="horz1" presStyleCnt="0"/>
      <dgm:spPr/>
    </dgm:pt>
    <dgm:pt modelId="{3A6AC865-2355-47E0-A752-A84FDFF09C54}" type="pres">
      <dgm:prSet presAssocID="{912C827A-9372-4D83-B5C7-4B2500BFA678}" presName="tx1" presStyleLbl="revTx" presStyleIdx="1" presStyleCnt="3"/>
      <dgm:spPr/>
    </dgm:pt>
    <dgm:pt modelId="{2CF4A1AF-A5FB-4039-8BC3-4D86FF6138BA}" type="pres">
      <dgm:prSet presAssocID="{912C827A-9372-4D83-B5C7-4B2500BFA678}" presName="vert1" presStyleCnt="0"/>
      <dgm:spPr/>
    </dgm:pt>
    <dgm:pt modelId="{C86326C5-F0CB-4FC5-9840-163E0978C14C}" type="pres">
      <dgm:prSet presAssocID="{3AA4C1B9-F4EB-498D-B210-5BFC692BBBB8}" presName="thickLine" presStyleLbl="alignNode1" presStyleIdx="2" presStyleCnt="3"/>
      <dgm:spPr/>
    </dgm:pt>
    <dgm:pt modelId="{88B28947-B831-418F-95F2-E425116B39E5}" type="pres">
      <dgm:prSet presAssocID="{3AA4C1B9-F4EB-498D-B210-5BFC692BBBB8}" presName="horz1" presStyleCnt="0"/>
      <dgm:spPr/>
    </dgm:pt>
    <dgm:pt modelId="{DC99F7FA-62E6-4B69-A8D6-8F60510B7A2B}" type="pres">
      <dgm:prSet presAssocID="{3AA4C1B9-F4EB-498D-B210-5BFC692BBBB8}" presName="tx1" presStyleLbl="revTx" presStyleIdx="2" presStyleCnt="3"/>
      <dgm:spPr/>
    </dgm:pt>
    <dgm:pt modelId="{C11B0883-32D2-4A57-96B7-EEF2F0C5EC60}" type="pres">
      <dgm:prSet presAssocID="{3AA4C1B9-F4EB-498D-B210-5BFC692BBBB8}" presName="vert1" presStyleCnt="0"/>
      <dgm:spPr/>
    </dgm:pt>
  </dgm:ptLst>
  <dgm:cxnLst>
    <dgm:cxn modelId="{5BE25F41-C852-433E-AC93-E720F2B23637}" type="presOf" srcId="{29A0FB67-450E-4ADF-8976-06B42EFEA84E}" destId="{9F946148-DF76-43C5-9BFC-7835C4DB0511}" srcOrd="0" destOrd="0" presId="urn:microsoft.com/office/officeart/2008/layout/LinedList"/>
    <dgm:cxn modelId="{B2B8AE4C-2157-4305-A048-B5CCD357302B}" type="presOf" srcId="{912C827A-9372-4D83-B5C7-4B2500BFA678}" destId="{3A6AC865-2355-47E0-A752-A84FDFF09C54}" srcOrd="0" destOrd="0" presId="urn:microsoft.com/office/officeart/2008/layout/LinedList"/>
    <dgm:cxn modelId="{0A595D6E-49AC-4E72-B0EE-384DDE97C15A}" type="presOf" srcId="{1CBDCB20-C13C-4D54-A690-1DDCC1D0544F}" destId="{5255255B-C467-451F-B086-19D132C63390}" srcOrd="0" destOrd="0" presId="urn:microsoft.com/office/officeart/2008/layout/LinedList"/>
    <dgm:cxn modelId="{BDD31A7C-D76A-42D9-95CA-1334FEA7B6F0}" type="presOf" srcId="{3AA4C1B9-F4EB-498D-B210-5BFC692BBBB8}" destId="{DC99F7FA-62E6-4B69-A8D6-8F60510B7A2B}" srcOrd="0" destOrd="0" presId="urn:microsoft.com/office/officeart/2008/layout/LinedList"/>
    <dgm:cxn modelId="{DB409AB2-EEBB-4370-9241-6ED181B4D509}" srcId="{29A0FB67-450E-4ADF-8976-06B42EFEA84E}" destId="{3AA4C1B9-F4EB-498D-B210-5BFC692BBBB8}" srcOrd="2" destOrd="0" parTransId="{8326D02E-88DE-406F-8993-2667E67A6C04}" sibTransId="{5634E457-1DC7-4421-A84C-1DA060E9D6B9}"/>
    <dgm:cxn modelId="{F9B441C7-BE6E-4E3B-9C67-D36821DAB781}" srcId="{29A0FB67-450E-4ADF-8976-06B42EFEA84E}" destId="{912C827A-9372-4D83-B5C7-4B2500BFA678}" srcOrd="1" destOrd="0" parTransId="{2FE24AAA-7B1C-4EC8-9CB4-A4ED9CE045B2}" sibTransId="{8145F5D0-8B7C-41BA-9E83-2A82604D1408}"/>
    <dgm:cxn modelId="{A16DCCF3-B6F2-4190-BC18-208D6CB10D5C}" srcId="{29A0FB67-450E-4ADF-8976-06B42EFEA84E}" destId="{1CBDCB20-C13C-4D54-A690-1DDCC1D0544F}" srcOrd="0" destOrd="0" parTransId="{656C535E-4D4A-44BF-82CA-40F18A90F4C5}" sibTransId="{DFCEADF2-468C-4843-A1C2-00CF42DD797B}"/>
    <dgm:cxn modelId="{5FA91280-FE52-46C3-A09F-0D0C1CBF2D9B}" type="presParOf" srcId="{9F946148-DF76-43C5-9BFC-7835C4DB0511}" destId="{84FACF33-9775-4028-88AD-059F585E0C46}" srcOrd="0" destOrd="0" presId="urn:microsoft.com/office/officeart/2008/layout/LinedList"/>
    <dgm:cxn modelId="{15BB5A94-929A-4F59-A07E-886F4E4A2120}" type="presParOf" srcId="{9F946148-DF76-43C5-9BFC-7835C4DB0511}" destId="{42CC3DE0-F4D2-4EA1-A2A0-47230C8D201B}" srcOrd="1" destOrd="0" presId="urn:microsoft.com/office/officeart/2008/layout/LinedList"/>
    <dgm:cxn modelId="{1BE984FB-B715-4385-A6F4-CB54146E0A0D}" type="presParOf" srcId="{42CC3DE0-F4D2-4EA1-A2A0-47230C8D201B}" destId="{5255255B-C467-451F-B086-19D132C63390}" srcOrd="0" destOrd="0" presId="urn:microsoft.com/office/officeart/2008/layout/LinedList"/>
    <dgm:cxn modelId="{74F864AC-DDA0-4C32-A00B-4AF64D9999F4}" type="presParOf" srcId="{42CC3DE0-F4D2-4EA1-A2A0-47230C8D201B}" destId="{0BE43FCB-3CFC-4F38-B4A4-187893FD41EE}" srcOrd="1" destOrd="0" presId="urn:microsoft.com/office/officeart/2008/layout/LinedList"/>
    <dgm:cxn modelId="{D08E4564-1360-4B4D-9338-D436847D03D6}" type="presParOf" srcId="{9F946148-DF76-43C5-9BFC-7835C4DB0511}" destId="{31431DA2-246A-4572-9736-D677366A6CDA}" srcOrd="2" destOrd="0" presId="urn:microsoft.com/office/officeart/2008/layout/LinedList"/>
    <dgm:cxn modelId="{F93CE076-6509-47B1-9A46-26A23B992904}" type="presParOf" srcId="{9F946148-DF76-43C5-9BFC-7835C4DB0511}" destId="{F11C729E-487B-4FA1-B754-9BF5F142A1F2}" srcOrd="3" destOrd="0" presId="urn:microsoft.com/office/officeart/2008/layout/LinedList"/>
    <dgm:cxn modelId="{E8E250CD-C510-4BA3-A7C8-E9EBD56A48FA}" type="presParOf" srcId="{F11C729E-487B-4FA1-B754-9BF5F142A1F2}" destId="{3A6AC865-2355-47E0-A752-A84FDFF09C54}" srcOrd="0" destOrd="0" presId="urn:microsoft.com/office/officeart/2008/layout/LinedList"/>
    <dgm:cxn modelId="{BDB575C0-BF4C-4BED-9A17-801D6A45CDA8}" type="presParOf" srcId="{F11C729E-487B-4FA1-B754-9BF5F142A1F2}" destId="{2CF4A1AF-A5FB-4039-8BC3-4D86FF6138BA}" srcOrd="1" destOrd="0" presId="urn:microsoft.com/office/officeart/2008/layout/LinedList"/>
    <dgm:cxn modelId="{AB7CD4D9-CF8E-4ACD-8F71-FE99FE843C40}" type="presParOf" srcId="{9F946148-DF76-43C5-9BFC-7835C4DB0511}" destId="{C86326C5-F0CB-4FC5-9840-163E0978C14C}" srcOrd="4" destOrd="0" presId="urn:microsoft.com/office/officeart/2008/layout/LinedList"/>
    <dgm:cxn modelId="{B6F84A43-7607-4E55-B117-9D1DEEAA109F}" type="presParOf" srcId="{9F946148-DF76-43C5-9BFC-7835C4DB0511}" destId="{88B28947-B831-418F-95F2-E425116B39E5}" srcOrd="5" destOrd="0" presId="urn:microsoft.com/office/officeart/2008/layout/LinedList"/>
    <dgm:cxn modelId="{9BB5404F-C41B-4088-BBCD-A206CFCE4C04}" type="presParOf" srcId="{88B28947-B831-418F-95F2-E425116B39E5}" destId="{DC99F7FA-62E6-4B69-A8D6-8F60510B7A2B}" srcOrd="0" destOrd="0" presId="urn:microsoft.com/office/officeart/2008/layout/LinedList"/>
    <dgm:cxn modelId="{72B8EB3C-66D7-4E00-B0A2-786589F896B9}" type="presParOf" srcId="{88B28947-B831-418F-95F2-E425116B39E5}" destId="{C11B0883-32D2-4A57-96B7-EEF2F0C5EC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71C8A62-F656-45EA-85AB-8362950000E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3A50D2-FAE6-4541-A5CF-F63BEAAF3E6E}">
      <dgm:prSet/>
      <dgm:spPr/>
      <dgm:t>
        <a:bodyPr/>
        <a:lstStyle/>
        <a:p>
          <a:r>
            <a:rPr lang="en-US"/>
            <a:t>Get-Process | Select-Object Name,Id,CPU |</a:t>
          </a:r>
        </a:p>
      </dgm:t>
    </dgm:pt>
    <dgm:pt modelId="{9A17ACD1-A158-40F3-83C7-FC2A58997948}" type="parTrans" cxnId="{EAA9C4CF-201E-4F01-B000-49681943341F}">
      <dgm:prSet/>
      <dgm:spPr/>
      <dgm:t>
        <a:bodyPr/>
        <a:lstStyle/>
        <a:p>
          <a:endParaRPr lang="en-US"/>
        </a:p>
      </dgm:t>
    </dgm:pt>
    <dgm:pt modelId="{42CBC47F-EE38-4E9E-ACB9-560E04F558A0}" type="sibTrans" cxnId="{EAA9C4CF-201E-4F01-B000-49681943341F}">
      <dgm:prSet/>
      <dgm:spPr/>
      <dgm:t>
        <a:bodyPr/>
        <a:lstStyle/>
        <a:p>
          <a:endParaRPr lang="en-US"/>
        </a:p>
      </dgm:t>
    </dgm:pt>
    <dgm:pt modelId="{7D4DD568-C8D3-4E5E-BC5A-F16C0641A9DD}">
      <dgm:prSet/>
      <dgm:spPr/>
      <dgm:t>
        <a:bodyPr/>
        <a:lstStyle/>
        <a:p>
          <a:r>
            <a:rPr lang="en-US"/>
            <a:t>Export-Csv -Path resumen_procesos.csv -NoTypeInformation</a:t>
          </a:r>
        </a:p>
      </dgm:t>
    </dgm:pt>
    <dgm:pt modelId="{4B970103-720D-4509-ADE9-09457C6CE4AE}" type="parTrans" cxnId="{2526FB02-4C36-4BEB-8177-E8F8DC1D52E3}">
      <dgm:prSet/>
      <dgm:spPr/>
      <dgm:t>
        <a:bodyPr/>
        <a:lstStyle/>
        <a:p>
          <a:endParaRPr lang="en-US"/>
        </a:p>
      </dgm:t>
    </dgm:pt>
    <dgm:pt modelId="{DD95304C-BBA8-4D69-96FD-F7B03F5222AA}" type="sibTrans" cxnId="{2526FB02-4C36-4BEB-8177-E8F8DC1D52E3}">
      <dgm:prSet/>
      <dgm:spPr/>
      <dgm:t>
        <a:bodyPr/>
        <a:lstStyle/>
        <a:p>
          <a:endParaRPr lang="en-US"/>
        </a:p>
      </dgm:t>
    </dgm:pt>
    <dgm:pt modelId="{0FAECA52-1E59-4646-B981-E0BEC4CA43A5}" type="pres">
      <dgm:prSet presAssocID="{171C8A62-F656-45EA-85AB-8362950000EF}" presName="root" presStyleCnt="0">
        <dgm:presLayoutVars>
          <dgm:dir/>
          <dgm:resizeHandles val="exact"/>
        </dgm:presLayoutVars>
      </dgm:prSet>
      <dgm:spPr/>
    </dgm:pt>
    <dgm:pt modelId="{0905FC54-5B45-40F7-84CF-0EF0FE9EC20C}" type="pres">
      <dgm:prSet presAssocID="{D53A50D2-FAE6-4541-A5CF-F63BEAAF3E6E}" presName="compNode" presStyleCnt="0"/>
      <dgm:spPr/>
    </dgm:pt>
    <dgm:pt modelId="{06F445B6-FB1F-41D7-AAB8-D91C62D9C0DE}" type="pres">
      <dgm:prSet presAssocID="{D53A50D2-FAE6-4541-A5CF-F63BEAAF3E6E}" presName="bgRect" presStyleLbl="bgShp" presStyleIdx="0" presStyleCnt="2"/>
      <dgm:spPr/>
    </dgm:pt>
    <dgm:pt modelId="{FFAF46B6-417D-4CFC-A78B-5486BABA734D}" type="pres">
      <dgm:prSet presAssocID="{D53A50D2-FAE6-4541-A5CF-F63BEAAF3E6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77849823-95D9-4CF7-A87B-27B63E8F0C24}" type="pres">
      <dgm:prSet presAssocID="{D53A50D2-FAE6-4541-A5CF-F63BEAAF3E6E}" presName="spaceRect" presStyleCnt="0"/>
      <dgm:spPr/>
    </dgm:pt>
    <dgm:pt modelId="{5660795B-9D62-469C-8234-42E67F09B70E}" type="pres">
      <dgm:prSet presAssocID="{D53A50D2-FAE6-4541-A5CF-F63BEAAF3E6E}" presName="parTx" presStyleLbl="revTx" presStyleIdx="0" presStyleCnt="2">
        <dgm:presLayoutVars>
          <dgm:chMax val="0"/>
          <dgm:chPref val="0"/>
        </dgm:presLayoutVars>
      </dgm:prSet>
      <dgm:spPr/>
    </dgm:pt>
    <dgm:pt modelId="{C2536A49-B241-42DD-8AA7-03004A9ADE0D}" type="pres">
      <dgm:prSet presAssocID="{42CBC47F-EE38-4E9E-ACB9-560E04F558A0}" presName="sibTrans" presStyleCnt="0"/>
      <dgm:spPr/>
    </dgm:pt>
    <dgm:pt modelId="{6191C47B-B15D-42B4-BC17-30740E538FB3}" type="pres">
      <dgm:prSet presAssocID="{7D4DD568-C8D3-4E5E-BC5A-F16C0641A9DD}" presName="compNode" presStyleCnt="0"/>
      <dgm:spPr/>
    </dgm:pt>
    <dgm:pt modelId="{CEF5B467-B724-41C4-BD26-CCCEAFAC853B}" type="pres">
      <dgm:prSet presAssocID="{7D4DD568-C8D3-4E5E-BC5A-F16C0641A9DD}" presName="bgRect" presStyleLbl="bgShp" presStyleIdx="1" presStyleCnt="2"/>
      <dgm:spPr/>
    </dgm:pt>
    <dgm:pt modelId="{69C6BEDE-6CC0-432B-80D9-E84FF8E149DA}" type="pres">
      <dgm:prSet presAssocID="{7D4DD568-C8D3-4E5E-BC5A-F16C0641A9D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argar"/>
        </a:ext>
      </dgm:extLst>
    </dgm:pt>
    <dgm:pt modelId="{48B551F7-1D0B-4F8A-876E-A1D8DCD44186}" type="pres">
      <dgm:prSet presAssocID="{7D4DD568-C8D3-4E5E-BC5A-F16C0641A9DD}" presName="spaceRect" presStyleCnt="0"/>
      <dgm:spPr/>
    </dgm:pt>
    <dgm:pt modelId="{AEBEF719-D430-40D6-9E46-F5B4C6D983FA}" type="pres">
      <dgm:prSet presAssocID="{7D4DD568-C8D3-4E5E-BC5A-F16C0641A9D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526FB02-4C36-4BEB-8177-E8F8DC1D52E3}" srcId="{171C8A62-F656-45EA-85AB-8362950000EF}" destId="{7D4DD568-C8D3-4E5E-BC5A-F16C0641A9DD}" srcOrd="1" destOrd="0" parTransId="{4B970103-720D-4509-ADE9-09457C6CE4AE}" sibTransId="{DD95304C-BBA8-4D69-96FD-F7B03F5222AA}"/>
    <dgm:cxn modelId="{6B2804BD-AC48-4ED3-8078-8D37D0EE94F1}" type="presOf" srcId="{7D4DD568-C8D3-4E5E-BC5A-F16C0641A9DD}" destId="{AEBEF719-D430-40D6-9E46-F5B4C6D983FA}" srcOrd="0" destOrd="0" presId="urn:microsoft.com/office/officeart/2018/2/layout/IconVerticalSolidList"/>
    <dgm:cxn modelId="{EAA9C4CF-201E-4F01-B000-49681943341F}" srcId="{171C8A62-F656-45EA-85AB-8362950000EF}" destId="{D53A50D2-FAE6-4541-A5CF-F63BEAAF3E6E}" srcOrd="0" destOrd="0" parTransId="{9A17ACD1-A158-40F3-83C7-FC2A58997948}" sibTransId="{42CBC47F-EE38-4E9E-ACB9-560E04F558A0}"/>
    <dgm:cxn modelId="{6460FBDC-4EA5-4DC0-BF74-1154D275AC14}" type="presOf" srcId="{171C8A62-F656-45EA-85AB-8362950000EF}" destId="{0FAECA52-1E59-4646-B981-E0BEC4CA43A5}" srcOrd="0" destOrd="0" presId="urn:microsoft.com/office/officeart/2018/2/layout/IconVerticalSolidList"/>
    <dgm:cxn modelId="{D91316DD-1683-4DC2-95C5-F79B3A63372D}" type="presOf" srcId="{D53A50D2-FAE6-4541-A5CF-F63BEAAF3E6E}" destId="{5660795B-9D62-469C-8234-42E67F09B70E}" srcOrd="0" destOrd="0" presId="urn:microsoft.com/office/officeart/2018/2/layout/IconVerticalSolidList"/>
    <dgm:cxn modelId="{B1350A43-A066-40F0-A488-1E586E2661AC}" type="presParOf" srcId="{0FAECA52-1E59-4646-B981-E0BEC4CA43A5}" destId="{0905FC54-5B45-40F7-84CF-0EF0FE9EC20C}" srcOrd="0" destOrd="0" presId="urn:microsoft.com/office/officeart/2018/2/layout/IconVerticalSolidList"/>
    <dgm:cxn modelId="{2F35AC27-38FD-4227-9026-7368AF397EBD}" type="presParOf" srcId="{0905FC54-5B45-40F7-84CF-0EF0FE9EC20C}" destId="{06F445B6-FB1F-41D7-AAB8-D91C62D9C0DE}" srcOrd="0" destOrd="0" presId="urn:microsoft.com/office/officeart/2018/2/layout/IconVerticalSolidList"/>
    <dgm:cxn modelId="{A6B8FF3F-4AF9-43B5-BC21-5CC267491B06}" type="presParOf" srcId="{0905FC54-5B45-40F7-84CF-0EF0FE9EC20C}" destId="{FFAF46B6-417D-4CFC-A78B-5486BABA734D}" srcOrd="1" destOrd="0" presId="urn:microsoft.com/office/officeart/2018/2/layout/IconVerticalSolidList"/>
    <dgm:cxn modelId="{E1FE551A-BAB7-4BA7-993B-DC9BED4CA815}" type="presParOf" srcId="{0905FC54-5B45-40F7-84CF-0EF0FE9EC20C}" destId="{77849823-95D9-4CF7-A87B-27B63E8F0C24}" srcOrd="2" destOrd="0" presId="urn:microsoft.com/office/officeart/2018/2/layout/IconVerticalSolidList"/>
    <dgm:cxn modelId="{ED1E7A16-A8BA-4BC8-885B-03575C431C70}" type="presParOf" srcId="{0905FC54-5B45-40F7-84CF-0EF0FE9EC20C}" destId="{5660795B-9D62-469C-8234-42E67F09B70E}" srcOrd="3" destOrd="0" presId="urn:microsoft.com/office/officeart/2018/2/layout/IconVerticalSolidList"/>
    <dgm:cxn modelId="{AE6A1C7B-D870-4C89-9CED-4FCBF7E1E99E}" type="presParOf" srcId="{0FAECA52-1E59-4646-B981-E0BEC4CA43A5}" destId="{C2536A49-B241-42DD-8AA7-03004A9ADE0D}" srcOrd="1" destOrd="0" presId="urn:microsoft.com/office/officeart/2018/2/layout/IconVerticalSolidList"/>
    <dgm:cxn modelId="{5347CE56-C436-4638-9EDC-E0494AF10E19}" type="presParOf" srcId="{0FAECA52-1E59-4646-B981-E0BEC4CA43A5}" destId="{6191C47B-B15D-42B4-BC17-30740E538FB3}" srcOrd="2" destOrd="0" presId="urn:microsoft.com/office/officeart/2018/2/layout/IconVerticalSolidList"/>
    <dgm:cxn modelId="{69A5784E-B1F9-4A81-8432-A4652218E26A}" type="presParOf" srcId="{6191C47B-B15D-42B4-BC17-30740E538FB3}" destId="{CEF5B467-B724-41C4-BD26-CCCEAFAC853B}" srcOrd="0" destOrd="0" presId="urn:microsoft.com/office/officeart/2018/2/layout/IconVerticalSolidList"/>
    <dgm:cxn modelId="{4C5F9762-852C-4A57-AD81-2FEE9D25C8A3}" type="presParOf" srcId="{6191C47B-B15D-42B4-BC17-30740E538FB3}" destId="{69C6BEDE-6CC0-432B-80D9-E84FF8E149DA}" srcOrd="1" destOrd="0" presId="urn:microsoft.com/office/officeart/2018/2/layout/IconVerticalSolidList"/>
    <dgm:cxn modelId="{12288469-5135-4F64-A730-F5EC563D1837}" type="presParOf" srcId="{6191C47B-B15D-42B4-BC17-30740E538FB3}" destId="{48B551F7-1D0B-4F8A-876E-A1D8DCD44186}" srcOrd="2" destOrd="0" presId="urn:microsoft.com/office/officeart/2018/2/layout/IconVerticalSolidList"/>
    <dgm:cxn modelId="{A8B6F723-C98C-4017-A858-B91CE6FD6236}" type="presParOf" srcId="{6191C47B-B15D-42B4-BC17-30740E538FB3}" destId="{AEBEF719-D430-40D6-9E46-F5B4C6D983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C8968FB-D2EC-4FD7-B0A9-4B405A157DD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8A148C2-502F-4864-89AF-A46D705F285C}">
      <dgm:prSet/>
      <dgm:spPr/>
      <dgm:t>
        <a:bodyPr/>
        <a:lstStyle/>
        <a:p>
          <a:r>
            <a:rPr lang="en-US"/>
            <a:t>Crea una carpeta 'Reportes' y dentro un archivo vacío 'resumen.txt'.</a:t>
          </a:r>
        </a:p>
      </dgm:t>
    </dgm:pt>
    <dgm:pt modelId="{019D8A21-2065-4297-B258-850C7CAD73D5}" type="parTrans" cxnId="{71C36DA1-395A-4559-9526-0F8F3AC5815C}">
      <dgm:prSet/>
      <dgm:spPr/>
      <dgm:t>
        <a:bodyPr/>
        <a:lstStyle/>
        <a:p>
          <a:endParaRPr lang="en-US"/>
        </a:p>
      </dgm:t>
    </dgm:pt>
    <dgm:pt modelId="{DB0BEF2A-102C-48E5-AC42-EB5F9B9ECC72}" type="sibTrans" cxnId="{71C36DA1-395A-4559-9526-0F8F3AC5815C}">
      <dgm:prSet/>
      <dgm:spPr/>
      <dgm:t>
        <a:bodyPr/>
        <a:lstStyle/>
        <a:p>
          <a:endParaRPr lang="en-US"/>
        </a:p>
      </dgm:t>
    </dgm:pt>
    <dgm:pt modelId="{2F4F359C-3458-499D-8C9E-31580BF62F21}">
      <dgm:prSet/>
      <dgm:spPr/>
      <dgm:t>
        <a:bodyPr/>
        <a:lstStyle/>
        <a:p>
          <a:r>
            <a:rPr lang="en-US"/>
            <a:t>Cópialo a 'Backup', muévelo a 'Final' y elimina 'Backup'.</a:t>
          </a:r>
        </a:p>
      </dgm:t>
    </dgm:pt>
    <dgm:pt modelId="{B32A9022-E4A2-48C7-A96C-AD40FFB9BB7D}" type="parTrans" cxnId="{EDDD9D3C-13E0-4695-BF12-B09C03CD1D34}">
      <dgm:prSet/>
      <dgm:spPr/>
      <dgm:t>
        <a:bodyPr/>
        <a:lstStyle/>
        <a:p>
          <a:endParaRPr lang="en-US"/>
        </a:p>
      </dgm:t>
    </dgm:pt>
    <dgm:pt modelId="{3F3A6817-B2C8-4808-8878-D4F2BB4DF9A3}" type="sibTrans" cxnId="{EDDD9D3C-13E0-4695-BF12-B09C03CD1D34}">
      <dgm:prSet/>
      <dgm:spPr/>
      <dgm:t>
        <a:bodyPr/>
        <a:lstStyle/>
        <a:p>
          <a:endParaRPr lang="en-US"/>
        </a:p>
      </dgm:t>
    </dgm:pt>
    <dgm:pt modelId="{B272B2EE-5D23-45E6-9962-C8257184B8A8}" type="pres">
      <dgm:prSet presAssocID="{0C8968FB-D2EC-4FD7-B0A9-4B405A157DD1}" presName="vert0" presStyleCnt="0">
        <dgm:presLayoutVars>
          <dgm:dir/>
          <dgm:animOne val="branch"/>
          <dgm:animLvl val="lvl"/>
        </dgm:presLayoutVars>
      </dgm:prSet>
      <dgm:spPr/>
    </dgm:pt>
    <dgm:pt modelId="{2FA4AEAF-5B62-4EF1-938D-AEAC2C210D83}" type="pres">
      <dgm:prSet presAssocID="{58A148C2-502F-4864-89AF-A46D705F285C}" presName="thickLine" presStyleLbl="alignNode1" presStyleIdx="0" presStyleCnt="2"/>
      <dgm:spPr/>
    </dgm:pt>
    <dgm:pt modelId="{A9713D6C-F03F-4D65-8A97-1A9F0EC1BD78}" type="pres">
      <dgm:prSet presAssocID="{58A148C2-502F-4864-89AF-A46D705F285C}" presName="horz1" presStyleCnt="0"/>
      <dgm:spPr/>
    </dgm:pt>
    <dgm:pt modelId="{A3A703F0-BC69-42B8-9C71-1FB3A024F401}" type="pres">
      <dgm:prSet presAssocID="{58A148C2-502F-4864-89AF-A46D705F285C}" presName="tx1" presStyleLbl="revTx" presStyleIdx="0" presStyleCnt="2"/>
      <dgm:spPr/>
    </dgm:pt>
    <dgm:pt modelId="{53E0A69F-D22B-4917-AD98-123E2E5CFCA0}" type="pres">
      <dgm:prSet presAssocID="{58A148C2-502F-4864-89AF-A46D705F285C}" presName="vert1" presStyleCnt="0"/>
      <dgm:spPr/>
    </dgm:pt>
    <dgm:pt modelId="{09A6E50C-D1B5-4AE6-87FC-EF07B93D05CF}" type="pres">
      <dgm:prSet presAssocID="{2F4F359C-3458-499D-8C9E-31580BF62F21}" presName="thickLine" presStyleLbl="alignNode1" presStyleIdx="1" presStyleCnt="2"/>
      <dgm:spPr/>
    </dgm:pt>
    <dgm:pt modelId="{A073101F-A9BC-4372-94CF-9852302AB440}" type="pres">
      <dgm:prSet presAssocID="{2F4F359C-3458-499D-8C9E-31580BF62F21}" presName="horz1" presStyleCnt="0"/>
      <dgm:spPr/>
    </dgm:pt>
    <dgm:pt modelId="{BC96A366-2C71-425C-A97A-9DC347EDBB16}" type="pres">
      <dgm:prSet presAssocID="{2F4F359C-3458-499D-8C9E-31580BF62F21}" presName="tx1" presStyleLbl="revTx" presStyleIdx="1" presStyleCnt="2"/>
      <dgm:spPr/>
    </dgm:pt>
    <dgm:pt modelId="{AB025AA6-C1E0-4644-8D61-B192523C6337}" type="pres">
      <dgm:prSet presAssocID="{2F4F359C-3458-499D-8C9E-31580BF62F21}" presName="vert1" presStyleCnt="0"/>
      <dgm:spPr/>
    </dgm:pt>
  </dgm:ptLst>
  <dgm:cxnLst>
    <dgm:cxn modelId="{EDDD9D3C-13E0-4695-BF12-B09C03CD1D34}" srcId="{0C8968FB-D2EC-4FD7-B0A9-4B405A157DD1}" destId="{2F4F359C-3458-499D-8C9E-31580BF62F21}" srcOrd="1" destOrd="0" parTransId="{B32A9022-E4A2-48C7-A96C-AD40FFB9BB7D}" sibTransId="{3F3A6817-B2C8-4808-8878-D4F2BB4DF9A3}"/>
    <dgm:cxn modelId="{DDDDDC60-5B21-40A3-B34D-2AE53A150CB4}" type="presOf" srcId="{0C8968FB-D2EC-4FD7-B0A9-4B405A157DD1}" destId="{B272B2EE-5D23-45E6-9962-C8257184B8A8}" srcOrd="0" destOrd="0" presId="urn:microsoft.com/office/officeart/2008/layout/LinedList"/>
    <dgm:cxn modelId="{726BB269-371C-4AA0-94CB-2A72912F144F}" type="presOf" srcId="{2F4F359C-3458-499D-8C9E-31580BF62F21}" destId="{BC96A366-2C71-425C-A97A-9DC347EDBB16}" srcOrd="0" destOrd="0" presId="urn:microsoft.com/office/officeart/2008/layout/LinedList"/>
    <dgm:cxn modelId="{71C36DA1-395A-4559-9526-0F8F3AC5815C}" srcId="{0C8968FB-D2EC-4FD7-B0A9-4B405A157DD1}" destId="{58A148C2-502F-4864-89AF-A46D705F285C}" srcOrd="0" destOrd="0" parTransId="{019D8A21-2065-4297-B258-850C7CAD73D5}" sibTransId="{DB0BEF2A-102C-48E5-AC42-EB5F9B9ECC72}"/>
    <dgm:cxn modelId="{300990C1-447F-4F48-BFE5-8304EA604062}" type="presOf" srcId="{58A148C2-502F-4864-89AF-A46D705F285C}" destId="{A3A703F0-BC69-42B8-9C71-1FB3A024F401}" srcOrd="0" destOrd="0" presId="urn:microsoft.com/office/officeart/2008/layout/LinedList"/>
    <dgm:cxn modelId="{7023240F-36D7-4E66-9DA9-AD63AE6460C0}" type="presParOf" srcId="{B272B2EE-5D23-45E6-9962-C8257184B8A8}" destId="{2FA4AEAF-5B62-4EF1-938D-AEAC2C210D83}" srcOrd="0" destOrd="0" presId="urn:microsoft.com/office/officeart/2008/layout/LinedList"/>
    <dgm:cxn modelId="{413CF151-9E83-4D71-8DBB-9F63E681A250}" type="presParOf" srcId="{B272B2EE-5D23-45E6-9962-C8257184B8A8}" destId="{A9713D6C-F03F-4D65-8A97-1A9F0EC1BD78}" srcOrd="1" destOrd="0" presId="urn:microsoft.com/office/officeart/2008/layout/LinedList"/>
    <dgm:cxn modelId="{87875CEA-5948-4FC1-894F-1AA431FB9F0B}" type="presParOf" srcId="{A9713D6C-F03F-4D65-8A97-1A9F0EC1BD78}" destId="{A3A703F0-BC69-42B8-9C71-1FB3A024F401}" srcOrd="0" destOrd="0" presId="urn:microsoft.com/office/officeart/2008/layout/LinedList"/>
    <dgm:cxn modelId="{4092A955-4FA6-407B-AF58-3C2001EC9557}" type="presParOf" srcId="{A9713D6C-F03F-4D65-8A97-1A9F0EC1BD78}" destId="{53E0A69F-D22B-4917-AD98-123E2E5CFCA0}" srcOrd="1" destOrd="0" presId="urn:microsoft.com/office/officeart/2008/layout/LinedList"/>
    <dgm:cxn modelId="{1EE56D6D-983D-42E6-BA5E-8C390BFBA805}" type="presParOf" srcId="{B272B2EE-5D23-45E6-9962-C8257184B8A8}" destId="{09A6E50C-D1B5-4AE6-87FC-EF07B93D05CF}" srcOrd="2" destOrd="0" presId="urn:microsoft.com/office/officeart/2008/layout/LinedList"/>
    <dgm:cxn modelId="{B7B66CEC-7178-45A2-9BEC-C15207A92E41}" type="presParOf" srcId="{B272B2EE-5D23-45E6-9962-C8257184B8A8}" destId="{A073101F-A9BC-4372-94CF-9852302AB440}" srcOrd="3" destOrd="0" presId="urn:microsoft.com/office/officeart/2008/layout/LinedList"/>
    <dgm:cxn modelId="{09A22B3E-72D2-410A-ADC9-24997023FA4A}" type="presParOf" srcId="{A073101F-A9BC-4372-94CF-9852302AB440}" destId="{BC96A366-2C71-425C-A97A-9DC347EDBB16}" srcOrd="0" destOrd="0" presId="urn:microsoft.com/office/officeart/2008/layout/LinedList"/>
    <dgm:cxn modelId="{6397AFA4-EF0C-4554-94EE-423C2B50EBCE}" type="presParOf" srcId="{A073101F-A9BC-4372-94CF-9852302AB440}" destId="{AB025AA6-C1E0-4644-8D61-B192523C633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CDBF6BC-50C7-4A51-AD2E-06028776EFB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5753115-C1D0-4910-81B1-9EDE4CBE8543}">
      <dgm:prSet/>
      <dgm:spPr/>
      <dgm:t>
        <a:bodyPr/>
        <a:lstStyle/>
        <a:p>
          <a:r>
            <a:rPr lang="en-US"/>
            <a:t>Lista todos los procesos.</a:t>
          </a:r>
        </a:p>
      </dgm:t>
    </dgm:pt>
    <dgm:pt modelId="{DB7E90CB-F846-4CE7-A03D-3DA2B4566255}" type="parTrans" cxnId="{2C5BDEC1-B3E9-4B85-9AE5-5F199088E2BF}">
      <dgm:prSet/>
      <dgm:spPr/>
      <dgm:t>
        <a:bodyPr/>
        <a:lstStyle/>
        <a:p>
          <a:endParaRPr lang="en-US"/>
        </a:p>
      </dgm:t>
    </dgm:pt>
    <dgm:pt modelId="{3987F778-B265-49E0-98DB-6E4588590A93}" type="sibTrans" cxnId="{2C5BDEC1-B3E9-4B85-9AE5-5F199088E2BF}">
      <dgm:prSet/>
      <dgm:spPr/>
      <dgm:t>
        <a:bodyPr/>
        <a:lstStyle/>
        <a:p>
          <a:endParaRPr lang="en-US"/>
        </a:p>
      </dgm:t>
    </dgm:pt>
    <dgm:pt modelId="{4A671E12-CC9E-44B7-AB45-6DB889E892F0}">
      <dgm:prSet/>
      <dgm:spPr/>
      <dgm:t>
        <a:bodyPr/>
        <a:lstStyle/>
        <a:p>
          <a:r>
            <a:rPr lang="en-US"/>
            <a:t>Exporta a CSV los que consumen más de 100 MB de memoria.</a:t>
          </a:r>
        </a:p>
      </dgm:t>
    </dgm:pt>
    <dgm:pt modelId="{0B2B19E9-77C5-4B7D-AB84-68346D662B08}" type="parTrans" cxnId="{16B1D12F-7779-4A2E-8300-5A642C6921A3}">
      <dgm:prSet/>
      <dgm:spPr/>
      <dgm:t>
        <a:bodyPr/>
        <a:lstStyle/>
        <a:p>
          <a:endParaRPr lang="en-US"/>
        </a:p>
      </dgm:t>
    </dgm:pt>
    <dgm:pt modelId="{1A66EC3E-0B09-4801-9AC5-EBE553F6AD95}" type="sibTrans" cxnId="{16B1D12F-7779-4A2E-8300-5A642C6921A3}">
      <dgm:prSet/>
      <dgm:spPr/>
      <dgm:t>
        <a:bodyPr/>
        <a:lstStyle/>
        <a:p>
          <a:endParaRPr lang="en-US"/>
        </a:p>
      </dgm:t>
    </dgm:pt>
    <dgm:pt modelId="{28A5F69A-BCE3-4FC7-9288-ECED2CE1EC02}" type="pres">
      <dgm:prSet presAssocID="{DCDBF6BC-50C7-4A51-AD2E-06028776EFBE}" presName="root" presStyleCnt="0">
        <dgm:presLayoutVars>
          <dgm:dir/>
          <dgm:resizeHandles val="exact"/>
        </dgm:presLayoutVars>
      </dgm:prSet>
      <dgm:spPr/>
    </dgm:pt>
    <dgm:pt modelId="{0229D0BE-E37D-4DF9-AF8C-4D8CB963E84D}" type="pres">
      <dgm:prSet presAssocID="{35753115-C1D0-4910-81B1-9EDE4CBE8543}" presName="compNode" presStyleCnt="0"/>
      <dgm:spPr/>
    </dgm:pt>
    <dgm:pt modelId="{44B924E0-256A-4D07-9174-596808B3D32B}" type="pres">
      <dgm:prSet presAssocID="{35753115-C1D0-4910-81B1-9EDE4CBE8543}" presName="bgRect" presStyleLbl="bgShp" presStyleIdx="0" presStyleCnt="2"/>
      <dgm:spPr/>
    </dgm:pt>
    <dgm:pt modelId="{DB7DF0F8-B8C9-40A7-B5E5-8FA3EA7B8B49}" type="pres">
      <dgm:prSet presAssocID="{35753115-C1D0-4910-81B1-9EDE4CBE85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jo de trabajo"/>
        </a:ext>
      </dgm:extLst>
    </dgm:pt>
    <dgm:pt modelId="{89C7D594-EB04-4562-9492-9761D8C5E7EB}" type="pres">
      <dgm:prSet presAssocID="{35753115-C1D0-4910-81B1-9EDE4CBE8543}" presName="spaceRect" presStyleCnt="0"/>
      <dgm:spPr/>
    </dgm:pt>
    <dgm:pt modelId="{D26988F6-1F21-428E-BD06-9A8EA9641A11}" type="pres">
      <dgm:prSet presAssocID="{35753115-C1D0-4910-81B1-9EDE4CBE8543}" presName="parTx" presStyleLbl="revTx" presStyleIdx="0" presStyleCnt="2">
        <dgm:presLayoutVars>
          <dgm:chMax val="0"/>
          <dgm:chPref val="0"/>
        </dgm:presLayoutVars>
      </dgm:prSet>
      <dgm:spPr/>
    </dgm:pt>
    <dgm:pt modelId="{D2B43F71-B274-47D1-B49F-DF187E2DB51A}" type="pres">
      <dgm:prSet presAssocID="{3987F778-B265-49E0-98DB-6E4588590A93}" presName="sibTrans" presStyleCnt="0"/>
      <dgm:spPr/>
    </dgm:pt>
    <dgm:pt modelId="{C73963CF-E0EF-4507-AEE3-0A33FF2A0FA5}" type="pres">
      <dgm:prSet presAssocID="{4A671E12-CC9E-44B7-AB45-6DB889E892F0}" presName="compNode" presStyleCnt="0"/>
      <dgm:spPr/>
    </dgm:pt>
    <dgm:pt modelId="{7C705564-0FC9-48F8-B430-BEF8A7D6A39B}" type="pres">
      <dgm:prSet presAssocID="{4A671E12-CC9E-44B7-AB45-6DB889E892F0}" presName="bgRect" presStyleLbl="bgShp" presStyleIdx="1" presStyleCnt="2"/>
      <dgm:spPr/>
    </dgm:pt>
    <dgm:pt modelId="{FF74B59B-54B0-4CC3-A366-CF09EFAC450D}" type="pres">
      <dgm:prSet presAssocID="{4A671E12-CC9E-44B7-AB45-6DB889E892F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35905BB3-E8B2-4DF2-8F28-8F4BFD585585}" type="pres">
      <dgm:prSet presAssocID="{4A671E12-CC9E-44B7-AB45-6DB889E892F0}" presName="spaceRect" presStyleCnt="0"/>
      <dgm:spPr/>
    </dgm:pt>
    <dgm:pt modelId="{D61019F0-C3F9-4CF4-86FA-BFBA2661BF6C}" type="pres">
      <dgm:prSet presAssocID="{4A671E12-CC9E-44B7-AB45-6DB889E892F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6B1D12F-7779-4A2E-8300-5A642C6921A3}" srcId="{DCDBF6BC-50C7-4A51-AD2E-06028776EFBE}" destId="{4A671E12-CC9E-44B7-AB45-6DB889E892F0}" srcOrd="1" destOrd="0" parTransId="{0B2B19E9-77C5-4B7D-AB84-68346D662B08}" sibTransId="{1A66EC3E-0B09-4801-9AC5-EBE553F6AD95}"/>
    <dgm:cxn modelId="{B3308A98-0737-479E-A988-22A20180EF64}" type="presOf" srcId="{35753115-C1D0-4910-81B1-9EDE4CBE8543}" destId="{D26988F6-1F21-428E-BD06-9A8EA9641A11}" srcOrd="0" destOrd="0" presId="urn:microsoft.com/office/officeart/2018/2/layout/IconVerticalSolidList"/>
    <dgm:cxn modelId="{2C5BDEC1-B3E9-4B85-9AE5-5F199088E2BF}" srcId="{DCDBF6BC-50C7-4A51-AD2E-06028776EFBE}" destId="{35753115-C1D0-4910-81B1-9EDE4CBE8543}" srcOrd="0" destOrd="0" parTransId="{DB7E90CB-F846-4CE7-A03D-3DA2B4566255}" sibTransId="{3987F778-B265-49E0-98DB-6E4588590A93}"/>
    <dgm:cxn modelId="{65ABACD1-08B7-41ED-A8FD-004ED7F05F20}" type="presOf" srcId="{DCDBF6BC-50C7-4A51-AD2E-06028776EFBE}" destId="{28A5F69A-BCE3-4FC7-9288-ECED2CE1EC02}" srcOrd="0" destOrd="0" presId="urn:microsoft.com/office/officeart/2018/2/layout/IconVerticalSolidList"/>
    <dgm:cxn modelId="{425C4BDF-67D9-4740-B3F3-46DAA0219DD6}" type="presOf" srcId="{4A671E12-CC9E-44B7-AB45-6DB889E892F0}" destId="{D61019F0-C3F9-4CF4-86FA-BFBA2661BF6C}" srcOrd="0" destOrd="0" presId="urn:microsoft.com/office/officeart/2018/2/layout/IconVerticalSolidList"/>
    <dgm:cxn modelId="{984B77AC-2235-478F-80AF-F1A2081CAB50}" type="presParOf" srcId="{28A5F69A-BCE3-4FC7-9288-ECED2CE1EC02}" destId="{0229D0BE-E37D-4DF9-AF8C-4D8CB963E84D}" srcOrd="0" destOrd="0" presId="urn:microsoft.com/office/officeart/2018/2/layout/IconVerticalSolidList"/>
    <dgm:cxn modelId="{98C4F171-C8E3-43DC-86CE-5632F1180A01}" type="presParOf" srcId="{0229D0BE-E37D-4DF9-AF8C-4D8CB963E84D}" destId="{44B924E0-256A-4D07-9174-596808B3D32B}" srcOrd="0" destOrd="0" presId="urn:microsoft.com/office/officeart/2018/2/layout/IconVerticalSolidList"/>
    <dgm:cxn modelId="{AFD573DE-8C08-4987-AAF5-7B7432022719}" type="presParOf" srcId="{0229D0BE-E37D-4DF9-AF8C-4D8CB963E84D}" destId="{DB7DF0F8-B8C9-40A7-B5E5-8FA3EA7B8B49}" srcOrd="1" destOrd="0" presId="urn:microsoft.com/office/officeart/2018/2/layout/IconVerticalSolidList"/>
    <dgm:cxn modelId="{CB4D40EA-37C3-40AB-9D2D-D830E49B9A0E}" type="presParOf" srcId="{0229D0BE-E37D-4DF9-AF8C-4D8CB963E84D}" destId="{89C7D594-EB04-4562-9492-9761D8C5E7EB}" srcOrd="2" destOrd="0" presId="urn:microsoft.com/office/officeart/2018/2/layout/IconVerticalSolidList"/>
    <dgm:cxn modelId="{4FDDEF3E-FF37-4513-BAB3-D7AA48750DE2}" type="presParOf" srcId="{0229D0BE-E37D-4DF9-AF8C-4D8CB963E84D}" destId="{D26988F6-1F21-428E-BD06-9A8EA9641A11}" srcOrd="3" destOrd="0" presId="urn:microsoft.com/office/officeart/2018/2/layout/IconVerticalSolidList"/>
    <dgm:cxn modelId="{42255FAE-3EC1-46E8-B101-19DD13FD2454}" type="presParOf" srcId="{28A5F69A-BCE3-4FC7-9288-ECED2CE1EC02}" destId="{D2B43F71-B274-47D1-B49F-DF187E2DB51A}" srcOrd="1" destOrd="0" presId="urn:microsoft.com/office/officeart/2018/2/layout/IconVerticalSolidList"/>
    <dgm:cxn modelId="{7F7D56F6-B9AB-4D21-8C67-22AFB3EC74B5}" type="presParOf" srcId="{28A5F69A-BCE3-4FC7-9288-ECED2CE1EC02}" destId="{C73963CF-E0EF-4507-AEE3-0A33FF2A0FA5}" srcOrd="2" destOrd="0" presId="urn:microsoft.com/office/officeart/2018/2/layout/IconVerticalSolidList"/>
    <dgm:cxn modelId="{9B48B308-ED1C-4009-AB42-40B61470634D}" type="presParOf" srcId="{C73963CF-E0EF-4507-AEE3-0A33FF2A0FA5}" destId="{7C705564-0FC9-48F8-B430-BEF8A7D6A39B}" srcOrd="0" destOrd="0" presId="urn:microsoft.com/office/officeart/2018/2/layout/IconVerticalSolidList"/>
    <dgm:cxn modelId="{B558DE8B-B24E-4BB7-80CC-9EDDB9A5389F}" type="presParOf" srcId="{C73963CF-E0EF-4507-AEE3-0A33FF2A0FA5}" destId="{FF74B59B-54B0-4CC3-A366-CF09EFAC450D}" srcOrd="1" destOrd="0" presId="urn:microsoft.com/office/officeart/2018/2/layout/IconVerticalSolidList"/>
    <dgm:cxn modelId="{3710C69E-DC65-4BF5-8F5F-AEB8A54A1F4B}" type="presParOf" srcId="{C73963CF-E0EF-4507-AEE3-0A33FF2A0FA5}" destId="{35905BB3-E8B2-4DF2-8F28-8F4BFD585585}" srcOrd="2" destOrd="0" presId="urn:microsoft.com/office/officeart/2018/2/layout/IconVerticalSolidList"/>
    <dgm:cxn modelId="{12BF6A22-A2A2-49BE-B8C4-2B8665B63587}" type="presParOf" srcId="{C73963CF-E0EF-4507-AEE3-0A33FF2A0FA5}" destId="{D61019F0-C3F9-4CF4-86FA-BFBA2661BF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B93DEFA2-73E5-4200-830A-E54CD6A216A2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718BF72-FEA9-4E58-967E-D7CD5DEDCEA5}">
      <dgm:prSet/>
      <dgm:spPr/>
      <dgm:t>
        <a:bodyPr/>
        <a:lstStyle/>
        <a:p>
          <a:r>
            <a:rPr lang="en-US"/>
            <a:t>Crear estructura de carpetas para guardar informes:</a:t>
          </a:r>
        </a:p>
      </dgm:t>
    </dgm:pt>
    <dgm:pt modelId="{ED6BEEF1-69FB-4853-9E73-3B9A5BC9D44D}" type="parTrans" cxnId="{04BD8252-62D7-4199-89F5-C929388F4A0C}">
      <dgm:prSet/>
      <dgm:spPr/>
      <dgm:t>
        <a:bodyPr/>
        <a:lstStyle/>
        <a:p>
          <a:endParaRPr lang="en-US"/>
        </a:p>
      </dgm:t>
    </dgm:pt>
    <dgm:pt modelId="{843999EC-93E3-4F94-B280-F776B5855F04}" type="sibTrans" cxnId="{04BD8252-62D7-4199-89F5-C929388F4A0C}">
      <dgm:prSet/>
      <dgm:spPr/>
      <dgm:t>
        <a:bodyPr/>
        <a:lstStyle/>
        <a:p>
          <a:endParaRPr lang="en-US"/>
        </a:p>
      </dgm:t>
    </dgm:pt>
    <dgm:pt modelId="{32713E4F-C64F-4AF7-B8CE-4F1FA023B60D}">
      <dgm:prSet/>
      <dgm:spPr/>
      <dgm:t>
        <a:bodyPr/>
        <a:lstStyle/>
        <a:p>
          <a:r>
            <a:rPr lang="en-US"/>
            <a:t>C:\Informes\Procesos</a:t>
          </a:r>
        </a:p>
      </dgm:t>
    </dgm:pt>
    <dgm:pt modelId="{DEF7FCB1-3C82-4F28-B3E8-0757F1065B71}" type="parTrans" cxnId="{AD7220A8-8FC5-48A0-9E27-03D2C9914B40}">
      <dgm:prSet/>
      <dgm:spPr/>
      <dgm:t>
        <a:bodyPr/>
        <a:lstStyle/>
        <a:p>
          <a:endParaRPr lang="en-US"/>
        </a:p>
      </dgm:t>
    </dgm:pt>
    <dgm:pt modelId="{92321F03-3109-4D36-85F3-70339143BE3A}" type="sibTrans" cxnId="{AD7220A8-8FC5-48A0-9E27-03D2C9914B40}">
      <dgm:prSet/>
      <dgm:spPr/>
      <dgm:t>
        <a:bodyPr/>
        <a:lstStyle/>
        <a:p>
          <a:endParaRPr lang="en-US"/>
        </a:p>
      </dgm:t>
    </dgm:pt>
    <dgm:pt modelId="{F80BD9A4-08BF-497E-A49E-5A0401C1E021}">
      <dgm:prSet/>
      <dgm:spPr/>
      <dgm:t>
        <a:bodyPr/>
        <a:lstStyle/>
        <a:p>
          <a:r>
            <a:rPr lang="en-US"/>
            <a:t>C:\Informes\Servicios</a:t>
          </a:r>
        </a:p>
      </dgm:t>
    </dgm:pt>
    <dgm:pt modelId="{AD2EA50F-1239-42B7-BEBE-DF080FDF77B5}" type="parTrans" cxnId="{9D68A4CC-4F2D-4F43-B7B8-248A23B72E5C}">
      <dgm:prSet/>
      <dgm:spPr/>
      <dgm:t>
        <a:bodyPr/>
        <a:lstStyle/>
        <a:p>
          <a:endParaRPr lang="en-US"/>
        </a:p>
      </dgm:t>
    </dgm:pt>
    <dgm:pt modelId="{525FE19F-C872-4F61-9F35-680A20C17407}" type="sibTrans" cxnId="{9D68A4CC-4F2D-4F43-B7B8-248A23B72E5C}">
      <dgm:prSet/>
      <dgm:spPr/>
      <dgm:t>
        <a:bodyPr/>
        <a:lstStyle/>
        <a:p>
          <a:endParaRPr lang="en-US"/>
        </a:p>
      </dgm:t>
    </dgm:pt>
    <dgm:pt modelId="{77AC5016-72BA-45AB-8375-1A2B6ADEF623}" type="pres">
      <dgm:prSet presAssocID="{B93DEFA2-73E5-4200-830A-E54CD6A216A2}" presName="linear" presStyleCnt="0">
        <dgm:presLayoutVars>
          <dgm:animLvl val="lvl"/>
          <dgm:resizeHandles val="exact"/>
        </dgm:presLayoutVars>
      </dgm:prSet>
      <dgm:spPr/>
    </dgm:pt>
    <dgm:pt modelId="{4E3A535F-D380-4723-986F-1A482454DDBD}" type="pres">
      <dgm:prSet presAssocID="{1718BF72-FEA9-4E58-967E-D7CD5DEDCEA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4D8A102-B9E0-48BE-8C7B-FC62941B337D}" type="pres">
      <dgm:prSet presAssocID="{843999EC-93E3-4F94-B280-F776B5855F04}" presName="spacer" presStyleCnt="0"/>
      <dgm:spPr/>
    </dgm:pt>
    <dgm:pt modelId="{73A631B4-3DAC-42B3-9509-CC88DA5DC471}" type="pres">
      <dgm:prSet presAssocID="{32713E4F-C64F-4AF7-B8CE-4F1FA023B60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54FF11B-EB5E-4D2D-B7BE-DE1BFCADB04D}" type="pres">
      <dgm:prSet presAssocID="{92321F03-3109-4D36-85F3-70339143BE3A}" presName="spacer" presStyleCnt="0"/>
      <dgm:spPr/>
    </dgm:pt>
    <dgm:pt modelId="{09DDD1FD-9541-44B8-B5B3-4A0F595CA266}" type="pres">
      <dgm:prSet presAssocID="{F80BD9A4-08BF-497E-A49E-5A0401C1E02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A328916-CE15-4B24-86EB-782EC0C2ED5A}" type="presOf" srcId="{32713E4F-C64F-4AF7-B8CE-4F1FA023B60D}" destId="{73A631B4-3DAC-42B3-9509-CC88DA5DC471}" srcOrd="0" destOrd="0" presId="urn:microsoft.com/office/officeart/2005/8/layout/vList2"/>
    <dgm:cxn modelId="{69B8AF23-1D91-4034-8DFA-299CC4BEBAF8}" type="presOf" srcId="{1718BF72-FEA9-4E58-967E-D7CD5DEDCEA5}" destId="{4E3A535F-D380-4723-986F-1A482454DDBD}" srcOrd="0" destOrd="0" presId="urn:microsoft.com/office/officeart/2005/8/layout/vList2"/>
    <dgm:cxn modelId="{69A96639-CCA1-41E7-9DA6-365B2CC7F059}" type="presOf" srcId="{F80BD9A4-08BF-497E-A49E-5A0401C1E021}" destId="{09DDD1FD-9541-44B8-B5B3-4A0F595CA266}" srcOrd="0" destOrd="0" presId="urn:microsoft.com/office/officeart/2005/8/layout/vList2"/>
    <dgm:cxn modelId="{04BD8252-62D7-4199-89F5-C929388F4A0C}" srcId="{B93DEFA2-73E5-4200-830A-E54CD6A216A2}" destId="{1718BF72-FEA9-4E58-967E-D7CD5DEDCEA5}" srcOrd="0" destOrd="0" parTransId="{ED6BEEF1-69FB-4853-9E73-3B9A5BC9D44D}" sibTransId="{843999EC-93E3-4F94-B280-F776B5855F04}"/>
    <dgm:cxn modelId="{AD7220A8-8FC5-48A0-9E27-03D2C9914B40}" srcId="{B93DEFA2-73E5-4200-830A-E54CD6A216A2}" destId="{32713E4F-C64F-4AF7-B8CE-4F1FA023B60D}" srcOrd="1" destOrd="0" parTransId="{DEF7FCB1-3C82-4F28-B3E8-0757F1065B71}" sibTransId="{92321F03-3109-4D36-85F3-70339143BE3A}"/>
    <dgm:cxn modelId="{9D68A4CC-4F2D-4F43-B7B8-248A23B72E5C}" srcId="{B93DEFA2-73E5-4200-830A-E54CD6A216A2}" destId="{F80BD9A4-08BF-497E-A49E-5A0401C1E021}" srcOrd="2" destOrd="0" parTransId="{AD2EA50F-1239-42B7-BEBE-DF080FDF77B5}" sibTransId="{525FE19F-C872-4F61-9F35-680A20C17407}"/>
    <dgm:cxn modelId="{F7F7C1D0-CB78-4FC2-BFB9-5311C46DDAA8}" type="presOf" srcId="{B93DEFA2-73E5-4200-830A-E54CD6A216A2}" destId="{77AC5016-72BA-45AB-8375-1A2B6ADEF623}" srcOrd="0" destOrd="0" presId="urn:microsoft.com/office/officeart/2005/8/layout/vList2"/>
    <dgm:cxn modelId="{A5346FA7-2248-4437-9FDA-83853DECFCB3}" type="presParOf" srcId="{77AC5016-72BA-45AB-8375-1A2B6ADEF623}" destId="{4E3A535F-D380-4723-986F-1A482454DDBD}" srcOrd="0" destOrd="0" presId="urn:microsoft.com/office/officeart/2005/8/layout/vList2"/>
    <dgm:cxn modelId="{04B74C04-B0B5-4A11-9625-35663393A31A}" type="presParOf" srcId="{77AC5016-72BA-45AB-8375-1A2B6ADEF623}" destId="{C4D8A102-B9E0-48BE-8C7B-FC62941B337D}" srcOrd="1" destOrd="0" presId="urn:microsoft.com/office/officeart/2005/8/layout/vList2"/>
    <dgm:cxn modelId="{06F72C95-34B2-48D8-8CA2-4A61A42170F1}" type="presParOf" srcId="{77AC5016-72BA-45AB-8375-1A2B6ADEF623}" destId="{73A631B4-3DAC-42B3-9509-CC88DA5DC471}" srcOrd="2" destOrd="0" presId="urn:microsoft.com/office/officeart/2005/8/layout/vList2"/>
    <dgm:cxn modelId="{605B5B36-5173-43B8-AFAF-166D38C5D8CF}" type="presParOf" srcId="{77AC5016-72BA-45AB-8375-1A2B6ADEF623}" destId="{B54FF11B-EB5E-4D2D-B7BE-DE1BFCADB04D}" srcOrd="3" destOrd="0" presId="urn:microsoft.com/office/officeart/2005/8/layout/vList2"/>
    <dgm:cxn modelId="{1811DA1E-0C40-4C64-B652-B3436D0FCAD2}" type="presParOf" srcId="{77AC5016-72BA-45AB-8375-1A2B6ADEF623}" destId="{09DDD1FD-9541-44B8-B5B3-4A0F595CA26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0F7A5B1-E30B-418B-8273-E4C414BEA65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BCCF115-31A0-4AB7-9FA9-28FAE247D33F}">
      <dgm:prSet/>
      <dgm:spPr/>
      <dgm:t>
        <a:bodyPr/>
        <a:lstStyle/>
        <a:p>
          <a:r>
            <a:rPr lang="en-US"/>
            <a:t>Listar procesos que consuman más de 150 MB de memoria.</a:t>
          </a:r>
        </a:p>
      </dgm:t>
    </dgm:pt>
    <dgm:pt modelId="{E8C6A4FE-D9F3-43DA-9D5F-9FF536D27AB7}" type="parTrans" cxnId="{89208C4E-FC6A-4E40-8572-ED20EDCF5D85}">
      <dgm:prSet/>
      <dgm:spPr/>
      <dgm:t>
        <a:bodyPr/>
        <a:lstStyle/>
        <a:p>
          <a:endParaRPr lang="en-US"/>
        </a:p>
      </dgm:t>
    </dgm:pt>
    <dgm:pt modelId="{8B33C8EB-ADDD-4004-9DE6-61F10714DF10}" type="sibTrans" cxnId="{89208C4E-FC6A-4E40-8572-ED20EDCF5D85}">
      <dgm:prSet/>
      <dgm:spPr/>
      <dgm:t>
        <a:bodyPr/>
        <a:lstStyle/>
        <a:p>
          <a:endParaRPr lang="en-US"/>
        </a:p>
      </dgm:t>
    </dgm:pt>
    <dgm:pt modelId="{EB1F688C-44D1-4D7B-A264-63139BAC8CEE}">
      <dgm:prSet/>
      <dgm:spPr/>
      <dgm:t>
        <a:bodyPr/>
        <a:lstStyle/>
        <a:p>
          <a:r>
            <a:rPr lang="en-US"/>
            <a:t>Exportar a CSV en C:\Informes\Procesos\procesos.csv</a:t>
          </a:r>
        </a:p>
      </dgm:t>
    </dgm:pt>
    <dgm:pt modelId="{35DB6807-BC78-4A58-9B5C-2C2034A5B34D}" type="parTrans" cxnId="{95B2AA8E-516E-43B2-9A1A-338C47B02E54}">
      <dgm:prSet/>
      <dgm:spPr/>
      <dgm:t>
        <a:bodyPr/>
        <a:lstStyle/>
        <a:p>
          <a:endParaRPr lang="en-US"/>
        </a:p>
      </dgm:t>
    </dgm:pt>
    <dgm:pt modelId="{097D19D8-B90A-426C-8583-07C358EC0A08}" type="sibTrans" cxnId="{95B2AA8E-516E-43B2-9A1A-338C47B02E54}">
      <dgm:prSet/>
      <dgm:spPr/>
      <dgm:t>
        <a:bodyPr/>
        <a:lstStyle/>
        <a:p>
          <a:endParaRPr lang="en-US"/>
        </a:p>
      </dgm:t>
    </dgm:pt>
    <dgm:pt modelId="{55F7436B-1257-48A8-954A-630F34B713FE}" type="pres">
      <dgm:prSet presAssocID="{00F7A5B1-E30B-418B-8273-E4C414BEA654}" presName="root" presStyleCnt="0">
        <dgm:presLayoutVars>
          <dgm:dir/>
          <dgm:resizeHandles val="exact"/>
        </dgm:presLayoutVars>
      </dgm:prSet>
      <dgm:spPr/>
    </dgm:pt>
    <dgm:pt modelId="{16D733F9-D116-4C46-A65E-B7F767051681}" type="pres">
      <dgm:prSet presAssocID="{DBCCF115-31A0-4AB7-9FA9-28FAE247D33F}" presName="compNode" presStyleCnt="0"/>
      <dgm:spPr/>
    </dgm:pt>
    <dgm:pt modelId="{D9D6640C-CF06-4339-B598-F6CB88DDE0D2}" type="pres">
      <dgm:prSet presAssocID="{DBCCF115-31A0-4AB7-9FA9-28FAE247D33F}" presName="bgRect" presStyleLbl="bgShp" presStyleIdx="0" presStyleCnt="2"/>
      <dgm:spPr/>
    </dgm:pt>
    <dgm:pt modelId="{F312ECA4-56E0-4B4C-BFF6-77DF28E14EF2}" type="pres">
      <dgm:prSet presAssocID="{DBCCF115-31A0-4AB7-9FA9-28FAE247D33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5004E5E7-2B2A-4482-B992-31D7FCCF4E00}" type="pres">
      <dgm:prSet presAssocID="{DBCCF115-31A0-4AB7-9FA9-28FAE247D33F}" presName="spaceRect" presStyleCnt="0"/>
      <dgm:spPr/>
    </dgm:pt>
    <dgm:pt modelId="{679585EE-DE98-43B6-8324-194F3DA06C15}" type="pres">
      <dgm:prSet presAssocID="{DBCCF115-31A0-4AB7-9FA9-28FAE247D33F}" presName="parTx" presStyleLbl="revTx" presStyleIdx="0" presStyleCnt="2">
        <dgm:presLayoutVars>
          <dgm:chMax val="0"/>
          <dgm:chPref val="0"/>
        </dgm:presLayoutVars>
      </dgm:prSet>
      <dgm:spPr/>
    </dgm:pt>
    <dgm:pt modelId="{A54BA2B9-D1B7-4662-B53F-8D75DDEAF6D0}" type="pres">
      <dgm:prSet presAssocID="{8B33C8EB-ADDD-4004-9DE6-61F10714DF10}" presName="sibTrans" presStyleCnt="0"/>
      <dgm:spPr/>
    </dgm:pt>
    <dgm:pt modelId="{BFDC554B-EEE1-4FF7-B97E-5A2D04248E57}" type="pres">
      <dgm:prSet presAssocID="{EB1F688C-44D1-4D7B-A264-63139BAC8CEE}" presName="compNode" presStyleCnt="0"/>
      <dgm:spPr/>
    </dgm:pt>
    <dgm:pt modelId="{04404E76-EFED-47B7-B7C7-69EEBC1A06E8}" type="pres">
      <dgm:prSet presAssocID="{EB1F688C-44D1-4D7B-A264-63139BAC8CEE}" presName="bgRect" presStyleLbl="bgShp" presStyleIdx="1" presStyleCnt="2"/>
      <dgm:spPr/>
    </dgm:pt>
    <dgm:pt modelId="{8AB24A1E-5874-4657-80C9-A5DDFA0FFDF7}" type="pres">
      <dgm:prSet presAssocID="{EB1F688C-44D1-4D7B-A264-63139BAC8CE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artir"/>
        </a:ext>
      </dgm:extLst>
    </dgm:pt>
    <dgm:pt modelId="{CEA61DE0-FE71-4CFD-9AF9-906984177438}" type="pres">
      <dgm:prSet presAssocID="{EB1F688C-44D1-4D7B-A264-63139BAC8CEE}" presName="spaceRect" presStyleCnt="0"/>
      <dgm:spPr/>
    </dgm:pt>
    <dgm:pt modelId="{BB9CE720-CF5F-48FF-A0DC-F2B5278CA6FD}" type="pres">
      <dgm:prSet presAssocID="{EB1F688C-44D1-4D7B-A264-63139BAC8CE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FAAEF47-1185-481E-808B-403DC6F90839}" type="presOf" srcId="{00F7A5B1-E30B-418B-8273-E4C414BEA654}" destId="{55F7436B-1257-48A8-954A-630F34B713FE}" srcOrd="0" destOrd="0" presId="urn:microsoft.com/office/officeart/2018/2/layout/IconVerticalSolidList"/>
    <dgm:cxn modelId="{89208C4E-FC6A-4E40-8572-ED20EDCF5D85}" srcId="{00F7A5B1-E30B-418B-8273-E4C414BEA654}" destId="{DBCCF115-31A0-4AB7-9FA9-28FAE247D33F}" srcOrd="0" destOrd="0" parTransId="{E8C6A4FE-D9F3-43DA-9D5F-9FF536D27AB7}" sibTransId="{8B33C8EB-ADDD-4004-9DE6-61F10714DF10}"/>
    <dgm:cxn modelId="{95B2AA8E-516E-43B2-9A1A-338C47B02E54}" srcId="{00F7A5B1-E30B-418B-8273-E4C414BEA654}" destId="{EB1F688C-44D1-4D7B-A264-63139BAC8CEE}" srcOrd="1" destOrd="0" parTransId="{35DB6807-BC78-4A58-9B5C-2C2034A5B34D}" sibTransId="{097D19D8-B90A-426C-8583-07C358EC0A08}"/>
    <dgm:cxn modelId="{6DEC288F-2E18-466D-86F6-6D282B2C227C}" type="presOf" srcId="{DBCCF115-31A0-4AB7-9FA9-28FAE247D33F}" destId="{679585EE-DE98-43B6-8324-194F3DA06C15}" srcOrd="0" destOrd="0" presId="urn:microsoft.com/office/officeart/2018/2/layout/IconVerticalSolidList"/>
    <dgm:cxn modelId="{869006D4-4F60-4BD9-88C1-AF00E2549112}" type="presOf" srcId="{EB1F688C-44D1-4D7B-A264-63139BAC8CEE}" destId="{BB9CE720-CF5F-48FF-A0DC-F2B5278CA6FD}" srcOrd="0" destOrd="0" presId="urn:microsoft.com/office/officeart/2018/2/layout/IconVerticalSolidList"/>
    <dgm:cxn modelId="{74E6EADF-E094-4960-99CA-5BF05343DD14}" type="presParOf" srcId="{55F7436B-1257-48A8-954A-630F34B713FE}" destId="{16D733F9-D116-4C46-A65E-B7F767051681}" srcOrd="0" destOrd="0" presId="urn:microsoft.com/office/officeart/2018/2/layout/IconVerticalSolidList"/>
    <dgm:cxn modelId="{82D77D8F-ACF4-45BD-8035-4AA2CB35E05E}" type="presParOf" srcId="{16D733F9-D116-4C46-A65E-B7F767051681}" destId="{D9D6640C-CF06-4339-B598-F6CB88DDE0D2}" srcOrd="0" destOrd="0" presId="urn:microsoft.com/office/officeart/2018/2/layout/IconVerticalSolidList"/>
    <dgm:cxn modelId="{EB311E21-8736-4E1E-9386-18B185787E57}" type="presParOf" srcId="{16D733F9-D116-4C46-A65E-B7F767051681}" destId="{F312ECA4-56E0-4B4C-BFF6-77DF28E14EF2}" srcOrd="1" destOrd="0" presId="urn:microsoft.com/office/officeart/2018/2/layout/IconVerticalSolidList"/>
    <dgm:cxn modelId="{A5CC51AE-2CBC-4CD2-980F-781E189AF51A}" type="presParOf" srcId="{16D733F9-D116-4C46-A65E-B7F767051681}" destId="{5004E5E7-2B2A-4482-B992-31D7FCCF4E00}" srcOrd="2" destOrd="0" presId="urn:microsoft.com/office/officeart/2018/2/layout/IconVerticalSolidList"/>
    <dgm:cxn modelId="{F60A5A9E-8D59-48ED-99FE-CDF7074F97FF}" type="presParOf" srcId="{16D733F9-D116-4C46-A65E-B7F767051681}" destId="{679585EE-DE98-43B6-8324-194F3DA06C15}" srcOrd="3" destOrd="0" presId="urn:microsoft.com/office/officeart/2018/2/layout/IconVerticalSolidList"/>
    <dgm:cxn modelId="{58E6E755-BAEF-4FC6-A344-0120A60403CA}" type="presParOf" srcId="{55F7436B-1257-48A8-954A-630F34B713FE}" destId="{A54BA2B9-D1B7-4662-B53F-8D75DDEAF6D0}" srcOrd="1" destOrd="0" presId="urn:microsoft.com/office/officeart/2018/2/layout/IconVerticalSolidList"/>
    <dgm:cxn modelId="{E326770D-204C-476A-8C6D-DA3DF1D50526}" type="presParOf" srcId="{55F7436B-1257-48A8-954A-630F34B713FE}" destId="{BFDC554B-EEE1-4FF7-B97E-5A2D04248E57}" srcOrd="2" destOrd="0" presId="urn:microsoft.com/office/officeart/2018/2/layout/IconVerticalSolidList"/>
    <dgm:cxn modelId="{FFD6FFC1-2CE9-48B9-8ACA-F94535119C38}" type="presParOf" srcId="{BFDC554B-EEE1-4FF7-B97E-5A2D04248E57}" destId="{04404E76-EFED-47B7-B7C7-69EEBC1A06E8}" srcOrd="0" destOrd="0" presId="urn:microsoft.com/office/officeart/2018/2/layout/IconVerticalSolidList"/>
    <dgm:cxn modelId="{EE881F4E-A86F-4024-BE3D-B4E93BA930A1}" type="presParOf" srcId="{BFDC554B-EEE1-4FF7-B97E-5A2D04248E57}" destId="{8AB24A1E-5874-4657-80C9-A5DDFA0FFDF7}" srcOrd="1" destOrd="0" presId="urn:microsoft.com/office/officeart/2018/2/layout/IconVerticalSolidList"/>
    <dgm:cxn modelId="{8D790D89-6E04-4A56-9532-85187BF9E6F1}" type="presParOf" srcId="{BFDC554B-EEE1-4FF7-B97E-5A2D04248E57}" destId="{CEA61DE0-FE71-4CFD-9AF9-906984177438}" srcOrd="2" destOrd="0" presId="urn:microsoft.com/office/officeart/2018/2/layout/IconVerticalSolidList"/>
    <dgm:cxn modelId="{97F5BD61-E95A-4BED-80AB-9C1F115F5206}" type="presParOf" srcId="{BFDC554B-EEE1-4FF7-B97E-5A2D04248E57}" destId="{BB9CE720-CF5F-48FF-A0DC-F2B5278CA6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BD42344-7E58-459B-8ABD-524D2FB90B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2944E31-144E-428F-8606-6FCCB6296ABF}">
      <dgm:prSet/>
      <dgm:spPr/>
      <dgm:t>
        <a:bodyPr/>
        <a:lstStyle/>
        <a:p>
          <a:r>
            <a:rPr lang="en-US"/>
            <a:t>Listar servicios detenidos.</a:t>
          </a:r>
        </a:p>
      </dgm:t>
    </dgm:pt>
    <dgm:pt modelId="{8113C893-5F27-41C4-A57C-A82F1F6A550F}" type="parTrans" cxnId="{A78C14B2-0E8D-4EF4-8C7F-F601742581F9}">
      <dgm:prSet/>
      <dgm:spPr/>
      <dgm:t>
        <a:bodyPr/>
        <a:lstStyle/>
        <a:p>
          <a:endParaRPr lang="en-US"/>
        </a:p>
      </dgm:t>
    </dgm:pt>
    <dgm:pt modelId="{2EAA2862-60CD-46E8-838A-77018DA27F44}" type="sibTrans" cxnId="{A78C14B2-0E8D-4EF4-8C7F-F601742581F9}">
      <dgm:prSet/>
      <dgm:spPr/>
      <dgm:t>
        <a:bodyPr/>
        <a:lstStyle/>
        <a:p>
          <a:endParaRPr lang="en-US"/>
        </a:p>
      </dgm:t>
    </dgm:pt>
    <dgm:pt modelId="{EBADF124-2859-46FC-80B5-A97EB838D948}">
      <dgm:prSet/>
      <dgm:spPr/>
      <dgm:t>
        <a:bodyPr/>
        <a:lstStyle/>
        <a:p>
          <a:r>
            <a:rPr lang="en-US"/>
            <a:t>Exportar a TXT en C:\Informes\Servicios\servicios.txt</a:t>
          </a:r>
        </a:p>
      </dgm:t>
    </dgm:pt>
    <dgm:pt modelId="{32E29943-37B4-48C3-B85B-A57505553DF5}" type="parTrans" cxnId="{40FD758B-9F71-4028-88F0-229DA23C58BE}">
      <dgm:prSet/>
      <dgm:spPr/>
      <dgm:t>
        <a:bodyPr/>
        <a:lstStyle/>
        <a:p>
          <a:endParaRPr lang="en-US"/>
        </a:p>
      </dgm:t>
    </dgm:pt>
    <dgm:pt modelId="{C1C629CB-2819-4178-BFC6-CEA45C8EA4D3}" type="sibTrans" cxnId="{40FD758B-9F71-4028-88F0-229DA23C58BE}">
      <dgm:prSet/>
      <dgm:spPr/>
      <dgm:t>
        <a:bodyPr/>
        <a:lstStyle/>
        <a:p>
          <a:endParaRPr lang="en-US"/>
        </a:p>
      </dgm:t>
    </dgm:pt>
    <dgm:pt modelId="{9D80BD50-68D7-42CB-9F94-D0403D536204}" type="pres">
      <dgm:prSet presAssocID="{3BD42344-7E58-459B-8ABD-524D2FB90BA4}" presName="linear" presStyleCnt="0">
        <dgm:presLayoutVars>
          <dgm:animLvl val="lvl"/>
          <dgm:resizeHandles val="exact"/>
        </dgm:presLayoutVars>
      </dgm:prSet>
      <dgm:spPr/>
    </dgm:pt>
    <dgm:pt modelId="{095A6ED7-4B59-4D91-A0ED-2FCCFC744F21}" type="pres">
      <dgm:prSet presAssocID="{B2944E31-144E-428F-8606-6FCCB6296AB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50F1CB0-1B3D-4AEC-BB1A-3A899C0580EF}" type="pres">
      <dgm:prSet presAssocID="{2EAA2862-60CD-46E8-838A-77018DA27F44}" presName="spacer" presStyleCnt="0"/>
      <dgm:spPr/>
    </dgm:pt>
    <dgm:pt modelId="{E114FB69-3BD8-41B7-9BD3-5F586FD1B024}" type="pres">
      <dgm:prSet presAssocID="{EBADF124-2859-46FC-80B5-A97EB838D94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D50CF1E-B39E-44A5-AD17-01ABFDCC603C}" type="presOf" srcId="{EBADF124-2859-46FC-80B5-A97EB838D948}" destId="{E114FB69-3BD8-41B7-9BD3-5F586FD1B024}" srcOrd="0" destOrd="0" presId="urn:microsoft.com/office/officeart/2005/8/layout/vList2"/>
    <dgm:cxn modelId="{40FD758B-9F71-4028-88F0-229DA23C58BE}" srcId="{3BD42344-7E58-459B-8ABD-524D2FB90BA4}" destId="{EBADF124-2859-46FC-80B5-A97EB838D948}" srcOrd="1" destOrd="0" parTransId="{32E29943-37B4-48C3-B85B-A57505553DF5}" sibTransId="{C1C629CB-2819-4178-BFC6-CEA45C8EA4D3}"/>
    <dgm:cxn modelId="{A78C14B2-0E8D-4EF4-8C7F-F601742581F9}" srcId="{3BD42344-7E58-459B-8ABD-524D2FB90BA4}" destId="{B2944E31-144E-428F-8606-6FCCB6296ABF}" srcOrd="0" destOrd="0" parTransId="{8113C893-5F27-41C4-A57C-A82F1F6A550F}" sibTransId="{2EAA2862-60CD-46E8-838A-77018DA27F44}"/>
    <dgm:cxn modelId="{A08B58C0-E953-495C-8758-A04D0AA2E2B5}" type="presOf" srcId="{B2944E31-144E-428F-8606-6FCCB6296ABF}" destId="{095A6ED7-4B59-4D91-A0ED-2FCCFC744F21}" srcOrd="0" destOrd="0" presId="urn:microsoft.com/office/officeart/2005/8/layout/vList2"/>
    <dgm:cxn modelId="{A9E467DD-C5D7-424D-ADF8-F341F8FAC0E6}" type="presOf" srcId="{3BD42344-7E58-459B-8ABD-524D2FB90BA4}" destId="{9D80BD50-68D7-42CB-9F94-D0403D536204}" srcOrd="0" destOrd="0" presId="urn:microsoft.com/office/officeart/2005/8/layout/vList2"/>
    <dgm:cxn modelId="{8F540FCB-F365-454B-8B7E-166179D78B7F}" type="presParOf" srcId="{9D80BD50-68D7-42CB-9F94-D0403D536204}" destId="{095A6ED7-4B59-4D91-A0ED-2FCCFC744F21}" srcOrd="0" destOrd="0" presId="urn:microsoft.com/office/officeart/2005/8/layout/vList2"/>
    <dgm:cxn modelId="{A5E1E06C-8D8D-4E77-98E2-0F3E76F8F95F}" type="presParOf" srcId="{9D80BD50-68D7-42CB-9F94-D0403D536204}" destId="{050F1CB0-1B3D-4AEC-BB1A-3A899C0580EF}" srcOrd="1" destOrd="0" presId="urn:microsoft.com/office/officeart/2005/8/layout/vList2"/>
    <dgm:cxn modelId="{46CA43FF-74D7-4753-B974-47E95EA1EE6D}" type="presParOf" srcId="{9D80BD50-68D7-42CB-9F94-D0403D536204}" destId="{E114FB69-3BD8-41B7-9BD3-5F586FD1B02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F8A4445E-3B63-4A59-B33E-2A2035D6727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F643538-3098-4E67-BFEF-333C086F1A03}">
      <dgm:prSet/>
      <dgm:spPr/>
      <dgm:t>
        <a:bodyPr/>
        <a:lstStyle/>
        <a:p>
          <a:r>
            <a:rPr lang="en-US"/>
            <a:t>Mostrar en pantalla un resumen:</a:t>
          </a:r>
        </a:p>
      </dgm:t>
    </dgm:pt>
    <dgm:pt modelId="{DD8CC54B-27C6-4FC2-A13F-2045FF221B04}" type="parTrans" cxnId="{FA0C6621-94F2-4D82-967A-C1BDD1474CA7}">
      <dgm:prSet/>
      <dgm:spPr/>
      <dgm:t>
        <a:bodyPr/>
        <a:lstStyle/>
        <a:p>
          <a:endParaRPr lang="en-US"/>
        </a:p>
      </dgm:t>
    </dgm:pt>
    <dgm:pt modelId="{4B993BA6-C8B0-48CC-BC5E-872BF0C7696A}" type="sibTrans" cxnId="{FA0C6621-94F2-4D82-967A-C1BDD1474CA7}">
      <dgm:prSet/>
      <dgm:spPr/>
      <dgm:t>
        <a:bodyPr/>
        <a:lstStyle/>
        <a:p>
          <a:endParaRPr lang="en-US"/>
        </a:p>
      </dgm:t>
    </dgm:pt>
    <dgm:pt modelId="{7ABD3A58-B028-4992-8D2B-5ADCDB030A91}">
      <dgm:prSet/>
      <dgm:spPr/>
      <dgm:t>
        <a:bodyPr/>
        <a:lstStyle/>
        <a:p>
          <a:r>
            <a:rPr lang="en-US"/>
            <a:t>- Número total de procesos exportados</a:t>
          </a:r>
        </a:p>
      </dgm:t>
    </dgm:pt>
    <dgm:pt modelId="{74E694DD-172A-4284-BDE2-0CD7958029C9}" type="parTrans" cxnId="{3498C99A-F01B-4BEA-89D2-1765789EB3F1}">
      <dgm:prSet/>
      <dgm:spPr/>
      <dgm:t>
        <a:bodyPr/>
        <a:lstStyle/>
        <a:p>
          <a:endParaRPr lang="en-US"/>
        </a:p>
      </dgm:t>
    </dgm:pt>
    <dgm:pt modelId="{5D40F04F-BDC4-41F2-A342-9ED9ED3DFE52}" type="sibTrans" cxnId="{3498C99A-F01B-4BEA-89D2-1765789EB3F1}">
      <dgm:prSet/>
      <dgm:spPr/>
      <dgm:t>
        <a:bodyPr/>
        <a:lstStyle/>
        <a:p>
          <a:endParaRPr lang="en-US"/>
        </a:p>
      </dgm:t>
    </dgm:pt>
    <dgm:pt modelId="{4A31518D-9CB9-4569-8CC6-CF9A6023678A}">
      <dgm:prSet/>
      <dgm:spPr/>
      <dgm:t>
        <a:bodyPr/>
        <a:lstStyle/>
        <a:p>
          <a:r>
            <a:rPr lang="en-US"/>
            <a:t>- Número total de servicios detenidos</a:t>
          </a:r>
        </a:p>
      </dgm:t>
    </dgm:pt>
    <dgm:pt modelId="{1E73AA71-68DA-4414-8AA6-616FA6F71B47}" type="parTrans" cxnId="{B5822EA8-8E22-4A99-86D7-37179A45DBB3}">
      <dgm:prSet/>
      <dgm:spPr/>
      <dgm:t>
        <a:bodyPr/>
        <a:lstStyle/>
        <a:p>
          <a:endParaRPr lang="en-US"/>
        </a:p>
      </dgm:t>
    </dgm:pt>
    <dgm:pt modelId="{D5518DBF-BE70-4EAC-9EA5-441A6ECFC087}" type="sibTrans" cxnId="{B5822EA8-8E22-4A99-86D7-37179A45DBB3}">
      <dgm:prSet/>
      <dgm:spPr/>
      <dgm:t>
        <a:bodyPr/>
        <a:lstStyle/>
        <a:p>
          <a:endParaRPr lang="en-US"/>
        </a:p>
      </dgm:t>
    </dgm:pt>
    <dgm:pt modelId="{5AFB774F-C057-4FEA-BB8D-7AC8AEF33F02}" type="pres">
      <dgm:prSet presAssocID="{F8A4445E-3B63-4A59-B33E-2A2035D67273}" presName="vert0" presStyleCnt="0">
        <dgm:presLayoutVars>
          <dgm:dir/>
          <dgm:animOne val="branch"/>
          <dgm:animLvl val="lvl"/>
        </dgm:presLayoutVars>
      </dgm:prSet>
      <dgm:spPr/>
    </dgm:pt>
    <dgm:pt modelId="{E1E07A8C-3524-4B8B-8832-AAA3AEA5A05A}" type="pres">
      <dgm:prSet presAssocID="{EF643538-3098-4E67-BFEF-333C086F1A03}" presName="thickLine" presStyleLbl="alignNode1" presStyleIdx="0" presStyleCnt="3"/>
      <dgm:spPr/>
    </dgm:pt>
    <dgm:pt modelId="{CE8423E2-A24C-4389-B25D-508896BB54F2}" type="pres">
      <dgm:prSet presAssocID="{EF643538-3098-4E67-BFEF-333C086F1A03}" presName="horz1" presStyleCnt="0"/>
      <dgm:spPr/>
    </dgm:pt>
    <dgm:pt modelId="{EAA2CE59-FCFB-43BE-8011-E445615B8F7F}" type="pres">
      <dgm:prSet presAssocID="{EF643538-3098-4E67-BFEF-333C086F1A03}" presName="tx1" presStyleLbl="revTx" presStyleIdx="0" presStyleCnt="3"/>
      <dgm:spPr/>
    </dgm:pt>
    <dgm:pt modelId="{5EB5093C-BE8B-460E-98E1-DC4D423CB2A8}" type="pres">
      <dgm:prSet presAssocID="{EF643538-3098-4E67-BFEF-333C086F1A03}" presName="vert1" presStyleCnt="0"/>
      <dgm:spPr/>
    </dgm:pt>
    <dgm:pt modelId="{E06CCBF7-B28F-4B5D-B2C8-B3614A50D167}" type="pres">
      <dgm:prSet presAssocID="{7ABD3A58-B028-4992-8D2B-5ADCDB030A91}" presName="thickLine" presStyleLbl="alignNode1" presStyleIdx="1" presStyleCnt="3"/>
      <dgm:spPr/>
    </dgm:pt>
    <dgm:pt modelId="{77650385-BE69-4A4B-BC79-E64D125D535D}" type="pres">
      <dgm:prSet presAssocID="{7ABD3A58-B028-4992-8D2B-5ADCDB030A91}" presName="horz1" presStyleCnt="0"/>
      <dgm:spPr/>
    </dgm:pt>
    <dgm:pt modelId="{8322C711-C1C5-4249-99C3-83E66B330B0A}" type="pres">
      <dgm:prSet presAssocID="{7ABD3A58-B028-4992-8D2B-5ADCDB030A91}" presName="tx1" presStyleLbl="revTx" presStyleIdx="1" presStyleCnt="3"/>
      <dgm:spPr/>
    </dgm:pt>
    <dgm:pt modelId="{51B63D68-E7D4-425A-9319-EA5B1D49EFC5}" type="pres">
      <dgm:prSet presAssocID="{7ABD3A58-B028-4992-8D2B-5ADCDB030A91}" presName="vert1" presStyleCnt="0"/>
      <dgm:spPr/>
    </dgm:pt>
    <dgm:pt modelId="{C1EF3332-FC81-410E-B5BA-3E1F06807975}" type="pres">
      <dgm:prSet presAssocID="{4A31518D-9CB9-4569-8CC6-CF9A6023678A}" presName="thickLine" presStyleLbl="alignNode1" presStyleIdx="2" presStyleCnt="3"/>
      <dgm:spPr/>
    </dgm:pt>
    <dgm:pt modelId="{F54953BF-BCF1-475F-A791-77014E3F3E29}" type="pres">
      <dgm:prSet presAssocID="{4A31518D-9CB9-4569-8CC6-CF9A6023678A}" presName="horz1" presStyleCnt="0"/>
      <dgm:spPr/>
    </dgm:pt>
    <dgm:pt modelId="{2C20A80C-B1AF-4124-AE31-512D59F0B910}" type="pres">
      <dgm:prSet presAssocID="{4A31518D-9CB9-4569-8CC6-CF9A6023678A}" presName="tx1" presStyleLbl="revTx" presStyleIdx="2" presStyleCnt="3"/>
      <dgm:spPr/>
    </dgm:pt>
    <dgm:pt modelId="{EE32C1BB-8B98-45E5-A799-EA8E19361DCE}" type="pres">
      <dgm:prSet presAssocID="{4A31518D-9CB9-4569-8CC6-CF9A6023678A}" presName="vert1" presStyleCnt="0"/>
      <dgm:spPr/>
    </dgm:pt>
  </dgm:ptLst>
  <dgm:cxnLst>
    <dgm:cxn modelId="{65A40009-D35E-43D5-AE81-12FC0E04D0A9}" type="presOf" srcId="{EF643538-3098-4E67-BFEF-333C086F1A03}" destId="{EAA2CE59-FCFB-43BE-8011-E445615B8F7F}" srcOrd="0" destOrd="0" presId="urn:microsoft.com/office/officeart/2008/layout/LinedList"/>
    <dgm:cxn modelId="{FA0C6621-94F2-4D82-967A-C1BDD1474CA7}" srcId="{F8A4445E-3B63-4A59-B33E-2A2035D67273}" destId="{EF643538-3098-4E67-BFEF-333C086F1A03}" srcOrd="0" destOrd="0" parTransId="{DD8CC54B-27C6-4FC2-A13F-2045FF221B04}" sibTransId="{4B993BA6-C8B0-48CC-BC5E-872BF0C7696A}"/>
    <dgm:cxn modelId="{ED5EB960-9F3A-4A00-9524-2C21E36B838E}" type="presOf" srcId="{7ABD3A58-B028-4992-8D2B-5ADCDB030A91}" destId="{8322C711-C1C5-4249-99C3-83E66B330B0A}" srcOrd="0" destOrd="0" presId="urn:microsoft.com/office/officeart/2008/layout/LinedList"/>
    <dgm:cxn modelId="{3498C99A-F01B-4BEA-89D2-1765789EB3F1}" srcId="{F8A4445E-3B63-4A59-B33E-2A2035D67273}" destId="{7ABD3A58-B028-4992-8D2B-5ADCDB030A91}" srcOrd="1" destOrd="0" parTransId="{74E694DD-172A-4284-BDE2-0CD7958029C9}" sibTransId="{5D40F04F-BDC4-41F2-A342-9ED9ED3DFE52}"/>
    <dgm:cxn modelId="{B5822EA8-8E22-4A99-86D7-37179A45DBB3}" srcId="{F8A4445E-3B63-4A59-B33E-2A2035D67273}" destId="{4A31518D-9CB9-4569-8CC6-CF9A6023678A}" srcOrd="2" destOrd="0" parTransId="{1E73AA71-68DA-4414-8AA6-616FA6F71B47}" sibTransId="{D5518DBF-BE70-4EAC-9EA5-441A6ECFC087}"/>
    <dgm:cxn modelId="{E53DFFD7-98B7-4E4A-A4DF-6AE82E917F52}" type="presOf" srcId="{F8A4445E-3B63-4A59-B33E-2A2035D67273}" destId="{5AFB774F-C057-4FEA-BB8D-7AC8AEF33F02}" srcOrd="0" destOrd="0" presId="urn:microsoft.com/office/officeart/2008/layout/LinedList"/>
    <dgm:cxn modelId="{25BBC9EE-E5BC-4086-BBBB-26878286A838}" type="presOf" srcId="{4A31518D-9CB9-4569-8CC6-CF9A6023678A}" destId="{2C20A80C-B1AF-4124-AE31-512D59F0B910}" srcOrd="0" destOrd="0" presId="urn:microsoft.com/office/officeart/2008/layout/LinedList"/>
    <dgm:cxn modelId="{0514DDA2-B507-425F-8F20-51BCC5636841}" type="presParOf" srcId="{5AFB774F-C057-4FEA-BB8D-7AC8AEF33F02}" destId="{E1E07A8C-3524-4B8B-8832-AAA3AEA5A05A}" srcOrd="0" destOrd="0" presId="urn:microsoft.com/office/officeart/2008/layout/LinedList"/>
    <dgm:cxn modelId="{6AD3CE2F-C7D4-42B3-AD92-E5FD52E0B021}" type="presParOf" srcId="{5AFB774F-C057-4FEA-BB8D-7AC8AEF33F02}" destId="{CE8423E2-A24C-4389-B25D-508896BB54F2}" srcOrd="1" destOrd="0" presId="urn:microsoft.com/office/officeart/2008/layout/LinedList"/>
    <dgm:cxn modelId="{8BF53D31-3665-47EB-A8BF-2ED471E30DC1}" type="presParOf" srcId="{CE8423E2-A24C-4389-B25D-508896BB54F2}" destId="{EAA2CE59-FCFB-43BE-8011-E445615B8F7F}" srcOrd="0" destOrd="0" presId="urn:microsoft.com/office/officeart/2008/layout/LinedList"/>
    <dgm:cxn modelId="{AC999352-1644-46CF-BB89-E810F2E3147F}" type="presParOf" srcId="{CE8423E2-A24C-4389-B25D-508896BB54F2}" destId="{5EB5093C-BE8B-460E-98E1-DC4D423CB2A8}" srcOrd="1" destOrd="0" presId="urn:microsoft.com/office/officeart/2008/layout/LinedList"/>
    <dgm:cxn modelId="{9DEF4B04-1F7A-4242-8D92-EF54948125F3}" type="presParOf" srcId="{5AFB774F-C057-4FEA-BB8D-7AC8AEF33F02}" destId="{E06CCBF7-B28F-4B5D-B2C8-B3614A50D167}" srcOrd="2" destOrd="0" presId="urn:microsoft.com/office/officeart/2008/layout/LinedList"/>
    <dgm:cxn modelId="{134D2041-E845-44F3-A23F-D7B11B62B91E}" type="presParOf" srcId="{5AFB774F-C057-4FEA-BB8D-7AC8AEF33F02}" destId="{77650385-BE69-4A4B-BC79-E64D125D535D}" srcOrd="3" destOrd="0" presId="urn:microsoft.com/office/officeart/2008/layout/LinedList"/>
    <dgm:cxn modelId="{08352105-32CE-42A5-8A80-92EB4C852E85}" type="presParOf" srcId="{77650385-BE69-4A4B-BC79-E64D125D535D}" destId="{8322C711-C1C5-4249-99C3-83E66B330B0A}" srcOrd="0" destOrd="0" presId="urn:microsoft.com/office/officeart/2008/layout/LinedList"/>
    <dgm:cxn modelId="{F393518C-68F0-4934-8223-3E2505D20B68}" type="presParOf" srcId="{77650385-BE69-4A4B-BC79-E64D125D535D}" destId="{51B63D68-E7D4-425A-9319-EA5B1D49EFC5}" srcOrd="1" destOrd="0" presId="urn:microsoft.com/office/officeart/2008/layout/LinedList"/>
    <dgm:cxn modelId="{CC36BA93-4E71-4E20-BB22-20B4724CE9E3}" type="presParOf" srcId="{5AFB774F-C057-4FEA-BB8D-7AC8AEF33F02}" destId="{C1EF3332-FC81-410E-B5BA-3E1F06807975}" srcOrd="4" destOrd="0" presId="urn:microsoft.com/office/officeart/2008/layout/LinedList"/>
    <dgm:cxn modelId="{F4A14072-648C-4DCB-875E-C36C5B79B552}" type="presParOf" srcId="{5AFB774F-C057-4FEA-BB8D-7AC8AEF33F02}" destId="{F54953BF-BCF1-475F-A791-77014E3F3E29}" srcOrd="5" destOrd="0" presId="urn:microsoft.com/office/officeart/2008/layout/LinedList"/>
    <dgm:cxn modelId="{DEA60916-9F7A-4038-8C92-2045F14661C6}" type="presParOf" srcId="{F54953BF-BCF1-475F-A791-77014E3F3E29}" destId="{2C20A80C-B1AF-4124-AE31-512D59F0B910}" srcOrd="0" destOrd="0" presId="urn:microsoft.com/office/officeart/2008/layout/LinedList"/>
    <dgm:cxn modelId="{F479F511-2FA1-4899-82F1-3F04F9F89FB9}" type="presParOf" srcId="{F54953BF-BCF1-475F-A791-77014E3F3E29}" destId="{EE32C1BB-8B98-45E5-A799-EA8E19361D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5DD54DDA-85B4-41A7-9EA7-BB5C81CD0F1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8155B6-CD44-40C4-AEAA-99226810B4E4}">
      <dgm:prSet/>
      <dgm:spPr/>
      <dgm:t>
        <a:bodyPr/>
        <a:lstStyle/>
        <a:p>
          <a:r>
            <a:rPr lang="en-US"/>
            <a:t>• Gestionar archivos y carpetas</a:t>
          </a:r>
        </a:p>
      </dgm:t>
    </dgm:pt>
    <dgm:pt modelId="{32750A4D-A66C-415D-832F-98AB3793167D}" type="parTrans" cxnId="{FE2AD42C-7D66-4E2F-9D50-0CBCEBE9F780}">
      <dgm:prSet/>
      <dgm:spPr/>
      <dgm:t>
        <a:bodyPr/>
        <a:lstStyle/>
        <a:p>
          <a:endParaRPr lang="en-US"/>
        </a:p>
      </dgm:t>
    </dgm:pt>
    <dgm:pt modelId="{8A43A8B5-DA11-4830-BDA0-F59C0D8E747C}" type="sibTrans" cxnId="{FE2AD42C-7D66-4E2F-9D50-0CBCEBE9F780}">
      <dgm:prSet/>
      <dgm:spPr/>
      <dgm:t>
        <a:bodyPr/>
        <a:lstStyle/>
        <a:p>
          <a:endParaRPr lang="en-US"/>
        </a:p>
      </dgm:t>
    </dgm:pt>
    <dgm:pt modelId="{DA9D6E9B-80C8-4CE4-940D-E66230172E73}">
      <dgm:prSet/>
      <dgm:spPr/>
      <dgm:t>
        <a:bodyPr/>
        <a:lstStyle/>
        <a:p>
          <a:r>
            <a:rPr lang="en-US"/>
            <a:t>• Controlar procesos activos</a:t>
          </a:r>
        </a:p>
      </dgm:t>
    </dgm:pt>
    <dgm:pt modelId="{6F78E810-2B51-471A-8EFE-3F21F1645FEF}" type="parTrans" cxnId="{B23DE8B8-720A-4DCC-ABCA-A876623C25AD}">
      <dgm:prSet/>
      <dgm:spPr/>
      <dgm:t>
        <a:bodyPr/>
        <a:lstStyle/>
        <a:p>
          <a:endParaRPr lang="en-US"/>
        </a:p>
      </dgm:t>
    </dgm:pt>
    <dgm:pt modelId="{52CC3DF2-75B2-4EAC-974C-CE898261B67A}" type="sibTrans" cxnId="{B23DE8B8-720A-4DCC-ABCA-A876623C25AD}">
      <dgm:prSet/>
      <dgm:spPr/>
      <dgm:t>
        <a:bodyPr/>
        <a:lstStyle/>
        <a:p>
          <a:endParaRPr lang="en-US"/>
        </a:p>
      </dgm:t>
    </dgm:pt>
    <dgm:pt modelId="{3F225465-EC42-4587-A054-1A863DB690C5}">
      <dgm:prSet/>
      <dgm:spPr/>
      <dgm:t>
        <a:bodyPr/>
        <a:lstStyle/>
        <a:p>
          <a:r>
            <a:rPr lang="en-US"/>
            <a:t>• Administrar servicios del sistema</a:t>
          </a:r>
        </a:p>
      </dgm:t>
    </dgm:pt>
    <dgm:pt modelId="{2038AE14-9F7C-4CD8-A313-AA8E4CEAADC9}" type="parTrans" cxnId="{5FDB0645-0778-47E2-B06F-AD46F9F1F82C}">
      <dgm:prSet/>
      <dgm:spPr/>
      <dgm:t>
        <a:bodyPr/>
        <a:lstStyle/>
        <a:p>
          <a:endParaRPr lang="en-US"/>
        </a:p>
      </dgm:t>
    </dgm:pt>
    <dgm:pt modelId="{C38B1BEA-14D4-4201-B526-C7F64E3554C9}" type="sibTrans" cxnId="{5FDB0645-0778-47E2-B06F-AD46F9F1F82C}">
      <dgm:prSet/>
      <dgm:spPr/>
      <dgm:t>
        <a:bodyPr/>
        <a:lstStyle/>
        <a:p>
          <a:endParaRPr lang="en-US"/>
        </a:p>
      </dgm:t>
    </dgm:pt>
    <dgm:pt modelId="{C9CC111B-E209-428D-AA93-7C815E92E9FB}">
      <dgm:prSet/>
      <dgm:spPr/>
      <dgm:t>
        <a:bodyPr/>
        <a:lstStyle/>
        <a:p>
          <a:r>
            <a:rPr lang="en-US"/>
            <a:t>• Exportar datos en CSV, TXT, JSON</a:t>
          </a:r>
        </a:p>
      </dgm:t>
    </dgm:pt>
    <dgm:pt modelId="{0036D3F5-CEC4-46FB-97CB-44964D8EF318}" type="parTrans" cxnId="{3ADB3E36-5FF9-449F-B029-7914E95F14D9}">
      <dgm:prSet/>
      <dgm:spPr/>
      <dgm:t>
        <a:bodyPr/>
        <a:lstStyle/>
        <a:p>
          <a:endParaRPr lang="en-US"/>
        </a:p>
      </dgm:t>
    </dgm:pt>
    <dgm:pt modelId="{0A289A44-A156-473A-A744-75A5CC939214}" type="sibTrans" cxnId="{3ADB3E36-5FF9-449F-B029-7914E95F14D9}">
      <dgm:prSet/>
      <dgm:spPr/>
      <dgm:t>
        <a:bodyPr/>
        <a:lstStyle/>
        <a:p>
          <a:endParaRPr lang="en-US"/>
        </a:p>
      </dgm:t>
    </dgm:pt>
    <dgm:pt modelId="{EC8F38B1-E333-4321-991E-775BB8567983}" type="pres">
      <dgm:prSet presAssocID="{5DD54DDA-85B4-41A7-9EA7-BB5C81CD0F17}" presName="root" presStyleCnt="0">
        <dgm:presLayoutVars>
          <dgm:dir/>
          <dgm:resizeHandles val="exact"/>
        </dgm:presLayoutVars>
      </dgm:prSet>
      <dgm:spPr/>
    </dgm:pt>
    <dgm:pt modelId="{CFC1D45C-01B1-4812-BE8D-E39AA7A371BD}" type="pres">
      <dgm:prSet presAssocID="{428155B6-CD44-40C4-AEAA-99226810B4E4}" presName="compNode" presStyleCnt="0"/>
      <dgm:spPr/>
    </dgm:pt>
    <dgm:pt modelId="{B32D07C8-EA38-436A-BB43-E92891256C01}" type="pres">
      <dgm:prSet presAssocID="{428155B6-CD44-40C4-AEAA-99226810B4E4}" presName="bgRect" presStyleLbl="bgShp" presStyleIdx="0" presStyleCnt="4"/>
      <dgm:spPr/>
    </dgm:pt>
    <dgm:pt modelId="{6503F5E5-00B9-4CCF-A1F7-ACB809763AF8}" type="pres">
      <dgm:prSet presAssocID="{428155B6-CD44-40C4-AEAA-99226810B4E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737A3DD-A525-4C56-AE42-D0F7D02EB561}" type="pres">
      <dgm:prSet presAssocID="{428155B6-CD44-40C4-AEAA-99226810B4E4}" presName="spaceRect" presStyleCnt="0"/>
      <dgm:spPr/>
    </dgm:pt>
    <dgm:pt modelId="{882F540D-A23B-450C-82A9-251E483ACDE2}" type="pres">
      <dgm:prSet presAssocID="{428155B6-CD44-40C4-AEAA-99226810B4E4}" presName="parTx" presStyleLbl="revTx" presStyleIdx="0" presStyleCnt="4">
        <dgm:presLayoutVars>
          <dgm:chMax val="0"/>
          <dgm:chPref val="0"/>
        </dgm:presLayoutVars>
      </dgm:prSet>
      <dgm:spPr/>
    </dgm:pt>
    <dgm:pt modelId="{B7DE3E2D-2436-43F1-894D-3455F66A9325}" type="pres">
      <dgm:prSet presAssocID="{8A43A8B5-DA11-4830-BDA0-F59C0D8E747C}" presName="sibTrans" presStyleCnt="0"/>
      <dgm:spPr/>
    </dgm:pt>
    <dgm:pt modelId="{3B86DD04-9925-424A-A3AC-DAA08C415675}" type="pres">
      <dgm:prSet presAssocID="{DA9D6E9B-80C8-4CE4-940D-E66230172E73}" presName="compNode" presStyleCnt="0"/>
      <dgm:spPr/>
    </dgm:pt>
    <dgm:pt modelId="{E452CA53-1F88-438B-8B40-004C4C3585F1}" type="pres">
      <dgm:prSet presAssocID="{DA9D6E9B-80C8-4CE4-940D-E66230172E73}" presName="bgRect" presStyleLbl="bgShp" presStyleIdx="1" presStyleCnt="4"/>
      <dgm:spPr/>
    </dgm:pt>
    <dgm:pt modelId="{4598FCF8-3C88-4ED5-AD28-E69F770861D8}" type="pres">
      <dgm:prSet presAssocID="{DA9D6E9B-80C8-4CE4-940D-E66230172E7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1590D9BD-F015-49C8-8086-1517FD183A5F}" type="pres">
      <dgm:prSet presAssocID="{DA9D6E9B-80C8-4CE4-940D-E66230172E73}" presName="spaceRect" presStyleCnt="0"/>
      <dgm:spPr/>
    </dgm:pt>
    <dgm:pt modelId="{20E6752D-A6E8-4BF4-B30F-4B89A827773F}" type="pres">
      <dgm:prSet presAssocID="{DA9D6E9B-80C8-4CE4-940D-E66230172E73}" presName="parTx" presStyleLbl="revTx" presStyleIdx="1" presStyleCnt="4">
        <dgm:presLayoutVars>
          <dgm:chMax val="0"/>
          <dgm:chPref val="0"/>
        </dgm:presLayoutVars>
      </dgm:prSet>
      <dgm:spPr/>
    </dgm:pt>
    <dgm:pt modelId="{01C2DB1E-B7C9-4FED-917D-1068DC301418}" type="pres">
      <dgm:prSet presAssocID="{52CC3DF2-75B2-4EAC-974C-CE898261B67A}" presName="sibTrans" presStyleCnt="0"/>
      <dgm:spPr/>
    </dgm:pt>
    <dgm:pt modelId="{10361C9E-3EA4-40CE-8BF8-76C35D87E159}" type="pres">
      <dgm:prSet presAssocID="{3F225465-EC42-4587-A054-1A863DB690C5}" presName="compNode" presStyleCnt="0"/>
      <dgm:spPr/>
    </dgm:pt>
    <dgm:pt modelId="{A9230A3B-549D-430A-9796-885401195594}" type="pres">
      <dgm:prSet presAssocID="{3F225465-EC42-4587-A054-1A863DB690C5}" presName="bgRect" presStyleLbl="bgShp" presStyleIdx="2" presStyleCnt="4"/>
      <dgm:spPr/>
    </dgm:pt>
    <dgm:pt modelId="{5386112D-4268-4714-B141-27E049DE3B73}" type="pres">
      <dgm:prSet presAssocID="{3F225465-EC42-4587-A054-1A863DB690C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7F9233B7-8E68-4462-A672-E02072D77693}" type="pres">
      <dgm:prSet presAssocID="{3F225465-EC42-4587-A054-1A863DB690C5}" presName="spaceRect" presStyleCnt="0"/>
      <dgm:spPr/>
    </dgm:pt>
    <dgm:pt modelId="{98DE26DE-9BA9-4FCF-95AB-E1B427FCB499}" type="pres">
      <dgm:prSet presAssocID="{3F225465-EC42-4587-A054-1A863DB690C5}" presName="parTx" presStyleLbl="revTx" presStyleIdx="2" presStyleCnt="4">
        <dgm:presLayoutVars>
          <dgm:chMax val="0"/>
          <dgm:chPref val="0"/>
        </dgm:presLayoutVars>
      </dgm:prSet>
      <dgm:spPr/>
    </dgm:pt>
    <dgm:pt modelId="{A6B2E547-8070-498D-A22B-6981C9CBF832}" type="pres">
      <dgm:prSet presAssocID="{C38B1BEA-14D4-4201-B526-C7F64E3554C9}" presName="sibTrans" presStyleCnt="0"/>
      <dgm:spPr/>
    </dgm:pt>
    <dgm:pt modelId="{7BC0C1D6-D944-4304-8A5B-77C2AB587A33}" type="pres">
      <dgm:prSet presAssocID="{C9CC111B-E209-428D-AA93-7C815E92E9FB}" presName="compNode" presStyleCnt="0"/>
      <dgm:spPr/>
    </dgm:pt>
    <dgm:pt modelId="{8409C634-F95F-4756-B080-11AD1FF93EF6}" type="pres">
      <dgm:prSet presAssocID="{C9CC111B-E209-428D-AA93-7C815E92E9FB}" presName="bgRect" presStyleLbl="bgShp" presStyleIdx="3" presStyleCnt="4"/>
      <dgm:spPr/>
    </dgm:pt>
    <dgm:pt modelId="{A8503B8F-8BD9-476C-B36C-4653A94C830A}" type="pres">
      <dgm:prSet presAssocID="{C9CC111B-E209-428D-AA93-7C815E92E9F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argar"/>
        </a:ext>
      </dgm:extLst>
    </dgm:pt>
    <dgm:pt modelId="{616D4712-A86E-4A31-B336-C29CB67DA90E}" type="pres">
      <dgm:prSet presAssocID="{C9CC111B-E209-428D-AA93-7C815E92E9FB}" presName="spaceRect" presStyleCnt="0"/>
      <dgm:spPr/>
    </dgm:pt>
    <dgm:pt modelId="{859C3623-FDB9-4307-942C-8D6FF4F89C69}" type="pres">
      <dgm:prSet presAssocID="{C9CC111B-E209-428D-AA93-7C815E92E9F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E2AD42C-7D66-4E2F-9D50-0CBCEBE9F780}" srcId="{5DD54DDA-85B4-41A7-9EA7-BB5C81CD0F17}" destId="{428155B6-CD44-40C4-AEAA-99226810B4E4}" srcOrd="0" destOrd="0" parTransId="{32750A4D-A66C-415D-832F-98AB3793167D}" sibTransId="{8A43A8B5-DA11-4830-BDA0-F59C0D8E747C}"/>
    <dgm:cxn modelId="{3ADB3E36-5FF9-449F-B029-7914E95F14D9}" srcId="{5DD54DDA-85B4-41A7-9EA7-BB5C81CD0F17}" destId="{C9CC111B-E209-428D-AA93-7C815E92E9FB}" srcOrd="3" destOrd="0" parTransId="{0036D3F5-CEC4-46FB-97CB-44964D8EF318}" sibTransId="{0A289A44-A156-473A-A744-75A5CC939214}"/>
    <dgm:cxn modelId="{12604562-B532-4CFF-BCBE-6A0F52310E5C}" type="presOf" srcId="{428155B6-CD44-40C4-AEAA-99226810B4E4}" destId="{882F540D-A23B-450C-82A9-251E483ACDE2}" srcOrd="0" destOrd="0" presId="urn:microsoft.com/office/officeart/2018/2/layout/IconVerticalSolidList"/>
    <dgm:cxn modelId="{5FDB0645-0778-47E2-B06F-AD46F9F1F82C}" srcId="{5DD54DDA-85B4-41A7-9EA7-BB5C81CD0F17}" destId="{3F225465-EC42-4587-A054-1A863DB690C5}" srcOrd="2" destOrd="0" parTransId="{2038AE14-9F7C-4CD8-A313-AA8E4CEAADC9}" sibTransId="{C38B1BEA-14D4-4201-B526-C7F64E3554C9}"/>
    <dgm:cxn modelId="{A85EE572-6AD5-4E32-8CED-26D1C8FB79C0}" type="presOf" srcId="{5DD54DDA-85B4-41A7-9EA7-BB5C81CD0F17}" destId="{EC8F38B1-E333-4321-991E-775BB8567983}" srcOrd="0" destOrd="0" presId="urn:microsoft.com/office/officeart/2018/2/layout/IconVerticalSolidList"/>
    <dgm:cxn modelId="{F02979B0-764B-48D5-B545-A3BBD906E132}" type="presOf" srcId="{DA9D6E9B-80C8-4CE4-940D-E66230172E73}" destId="{20E6752D-A6E8-4BF4-B30F-4B89A827773F}" srcOrd="0" destOrd="0" presId="urn:microsoft.com/office/officeart/2018/2/layout/IconVerticalSolidList"/>
    <dgm:cxn modelId="{B23DE8B8-720A-4DCC-ABCA-A876623C25AD}" srcId="{5DD54DDA-85B4-41A7-9EA7-BB5C81CD0F17}" destId="{DA9D6E9B-80C8-4CE4-940D-E66230172E73}" srcOrd="1" destOrd="0" parTransId="{6F78E810-2B51-471A-8EFE-3F21F1645FEF}" sibTransId="{52CC3DF2-75B2-4EAC-974C-CE898261B67A}"/>
    <dgm:cxn modelId="{665A97C2-37B7-477E-B531-015E07B2F243}" type="presOf" srcId="{3F225465-EC42-4587-A054-1A863DB690C5}" destId="{98DE26DE-9BA9-4FCF-95AB-E1B427FCB499}" srcOrd="0" destOrd="0" presId="urn:microsoft.com/office/officeart/2018/2/layout/IconVerticalSolidList"/>
    <dgm:cxn modelId="{92864FC9-685A-4B0C-865B-C67A2551AF3B}" type="presOf" srcId="{C9CC111B-E209-428D-AA93-7C815E92E9FB}" destId="{859C3623-FDB9-4307-942C-8D6FF4F89C69}" srcOrd="0" destOrd="0" presId="urn:microsoft.com/office/officeart/2018/2/layout/IconVerticalSolidList"/>
    <dgm:cxn modelId="{761DAFEE-5119-409F-A26E-452E4E2171C4}" type="presParOf" srcId="{EC8F38B1-E333-4321-991E-775BB8567983}" destId="{CFC1D45C-01B1-4812-BE8D-E39AA7A371BD}" srcOrd="0" destOrd="0" presId="urn:microsoft.com/office/officeart/2018/2/layout/IconVerticalSolidList"/>
    <dgm:cxn modelId="{8A91027E-5649-4CA7-BA6E-AAC71D6F763B}" type="presParOf" srcId="{CFC1D45C-01B1-4812-BE8D-E39AA7A371BD}" destId="{B32D07C8-EA38-436A-BB43-E92891256C01}" srcOrd="0" destOrd="0" presId="urn:microsoft.com/office/officeart/2018/2/layout/IconVerticalSolidList"/>
    <dgm:cxn modelId="{2A273A54-AF50-429A-951E-9BFA9AB080F8}" type="presParOf" srcId="{CFC1D45C-01B1-4812-BE8D-E39AA7A371BD}" destId="{6503F5E5-00B9-4CCF-A1F7-ACB809763AF8}" srcOrd="1" destOrd="0" presId="urn:microsoft.com/office/officeart/2018/2/layout/IconVerticalSolidList"/>
    <dgm:cxn modelId="{137A56FE-CD00-443D-BE5C-BFCCB1705633}" type="presParOf" srcId="{CFC1D45C-01B1-4812-BE8D-E39AA7A371BD}" destId="{C737A3DD-A525-4C56-AE42-D0F7D02EB561}" srcOrd="2" destOrd="0" presId="urn:microsoft.com/office/officeart/2018/2/layout/IconVerticalSolidList"/>
    <dgm:cxn modelId="{346F5B7E-AA16-4F81-97E6-DC8BFF7FF041}" type="presParOf" srcId="{CFC1D45C-01B1-4812-BE8D-E39AA7A371BD}" destId="{882F540D-A23B-450C-82A9-251E483ACDE2}" srcOrd="3" destOrd="0" presId="urn:microsoft.com/office/officeart/2018/2/layout/IconVerticalSolidList"/>
    <dgm:cxn modelId="{40E980A2-8D7D-47D6-870E-9D077E163658}" type="presParOf" srcId="{EC8F38B1-E333-4321-991E-775BB8567983}" destId="{B7DE3E2D-2436-43F1-894D-3455F66A9325}" srcOrd="1" destOrd="0" presId="urn:microsoft.com/office/officeart/2018/2/layout/IconVerticalSolidList"/>
    <dgm:cxn modelId="{7FC45B93-8C15-4B8E-A14F-BCBA9679D791}" type="presParOf" srcId="{EC8F38B1-E333-4321-991E-775BB8567983}" destId="{3B86DD04-9925-424A-A3AC-DAA08C415675}" srcOrd="2" destOrd="0" presId="urn:microsoft.com/office/officeart/2018/2/layout/IconVerticalSolidList"/>
    <dgm:cxn modelId="{FBFC9B25-0D10-4FC2-9258-53F92F4F7B27}" type="presParOf" srcId="{3B86DD04-9925-424A-A3AC-DAA08C415675}" destId="{E452CA53-1F88-438B-8B40-004C4C3585F1}" srcOrd="0" destOrd="0" presId="urn:microsoft.com/office/officeart/2018/2/layout/IconVerticalSolidList"/>
    <dgm:cxn modelId="{534492FA-9591-4911-86A3-06437CC6627D}" type="presParOf" srcId="{3B86DD04-9925-424A-A3AC-DAA08C415675}" destId="{4598FCF8-3C88-4ED5-AD28-E69F770861D8}" srcOrd="1" destOrd="0" presId="urn:microsoft.com/office/officeart/2018/2/layout/IconVerticalSolidList"/>
    <dgm:cxn modelId="{53810B26-A238-4FE3-85F5-1053765AAFB1}" type="presParOf" srcId="{3B86DD04-9925-424A-A3AC-DAA08C415675}" destId="{1590D9BD-F015-49C8-8086-1517FD183A5F}" srcOrd="2" destOrd="0" presId="urn:microsoft.com/office/officeart/2018/2/layout/IconVerticalSolidList"/>
    <dgm:cxn modelId="{D5E90F15-1C24-4274-A742-3CC735C843DE}" type="presParOf" srcId="{3B86DD04-9925-424A-A3AC-DAA08C415675}" destId="{20E6752D-A6E8-4BF4-B30F-4B89A827773F}" srcOrd="3" destOrd="0" presId="urn:microsoft.com/office/officeart/2018/2/layout/IconVerticalSolidList"/>
    <dgm:cxn modelId="{E5F39F86-C3B0-4FCA-A70C-8233354211AA}" type="presParOf" srcId="{EC8F38B1-E333-4321-991E-775BB8567983}" destId="{01C2DB1E-B7C9-4FED-917D-1068DC301418}" srcOrd="3" destOrd="0" presId="urn:microsoft.com/office/officeart/2018/2/layout/IconVerticalSolidList"/>
    <dgm:cxn modelId="{A0BD5E09-720B-4586-B28E-EFCDC69EE41A}" type="presParOf" srcId="{EC8F38B1-E333-4321-991E-775BB8567983}" destId="{10361C9E-3EA4-40CE-8BF8-76C35D87E159}" srcOrd="4" destOrd="0" presId="urn:microsoft.com/office/officeart/2018/2/layout/IconVerticalSolidList"/>
    <dgm:cxn modelId="{B6DD3032-654D-4413-8C4A-92E65D1917F0}" type="presParOf" srcId="{10361C9E-3EA4-40CE-8BF8-76C35D87E159}" destId="{A9230A3B-549D-430A-9796-885401195594}" srcOrd="0" destOrd="0" presId="urn:microsoft.com/office/officeart/2018/2/layout/IconVerticalSolidList"/>
    <dgm:cxn modelId="{7DB0D8FC-8E0E-42FD-A365-F675F65143B5}" type="presParOf" srcId="{10361C9E-3EA4-40CE-8BF8-76C35D87E159}" destId="{5386112D-4268-4714-B141-27E049DE3B73}" srcOrd="1" destOrd="0" presId="urn:microsoft.com/office/officeart/2018/2/layout/IconVerticalSolidList"/>
    <dgm:cxn modelId="{6BC13781-6465-4F91-825C-B4D3EA9EF538}" type="presParOf" srcId="{10361C9E-3EA4-40CE-8BF8-76C35D87E159}" destId="{7F9233B7-8E68-4462-A672-E02072D77693}" srcOrd="2" destOrd="0" presId="urn:microsoft.com/office/officeart/2018/2/layout/IconVerticalSolidList"/>
    <dgm:cxn modelId="{2724D361-D095-46BE-BC3F-7DFA5C5C39EB}" type="presParOf" srcId="{10361C9E-3EA4-40CE-8BF8-76C35D87E159}" destId="{98DE26DE-9BA9-4FCF-95AB-E1B427FCB499}" srcOrd="3" destOrd="0" presId="urn:microsoft.com/office/officeart/2018/2/layout/IconVerticalSolidList"/>
    <dgm:cxn modelId="{54B69798-D685-4F61-AA96-AD2AF93DCFE7}" type="presParOf" srcId="{EC8F38B1-E333-4321-991E-775BB8567983}" destId="{A6B2E547-8070-498D-A22B-6981C9CBF832}" srcOrd="5" destOrd="0" presId="urn:microsoft.com/office/officeart/2018/2/layout/IconVerticalSolidList"/>
    <dgm:cxn modelId="{321FA1D8-A1A3-4C5E-90B8-D8F0CC4C1FEB}" type="presParOf" srcId="{EC8F38B1-E333-4321-991E-775BB8567983}" destId="{7BC0C1D6-D944-4304-8A5B-77C2AB587A33}" srcOrd="6" destOrd="0" presId="urn:microsoft.com/office/officeart/2018/2/layout/IconVerticalSolidList"/>
    <dgm:cxn modelId="{590E073D-D120-4976-96EE-593F00AB2FEF}" type="presParOf" srcId="{7BC0C1D6-D944-4304-8A5B-77C2AB587A33}" destId="{8409C634-F95F-4756-B080-11AD1FF93EF6}" srcOrd="0" destOrd="0" presId="urn:microsoft.com/office/officeart/2018/2/layout/IconVerticalSolidList"/>
    <dgm:cxn modelId="{EAAF9D63-F793-4EF4-832D-70447C7FA607}" type="presParOf" srcId="{7BC0C1D6-D944-4304-8A5B-77C2AB587A33}" destId="{A8503B8F-8BD9-476C-B36C-4653A94C830A}" srcOrd="1" destOrd="0" presId="urn:microsoft.com/office/officeart/2018/2/layout/IconVerticalSolidList"/>
    <dgm:cxn modelId="{65B7CD53-B4C4-46C2-8152-60DE366F809D}" type="presParOf" srcId="{7BC0C1D6-D944-4304-8A5B-77C2AB587A33}" destId="{616D4712-A86E-4A31-B336-C29CB67DA90E}" srcOrd="2" destOrd="0" presId="urn:microsoft.com/office/officeart/2018/2/layout/IconVerticalSolidList"/>
    <dgm:cxn modelId="{CD8C6022-903D-4F6C-9E25-2B559F9DDD89}" type="presParOf" srcId="{7BC0C1D6-D944-4304-8A5B-77C2AB587A33}" destId="{859C3623-FDB9-4307-942C-8D6FF4F89C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06CCB9D9-F93B-4CB7-87B1-51327A2C713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2F1D52-0D78-4C29-B8BF-4CDC2F78E4FB}">
      <dgm:prSet/>
      <dgm:spPr/>
      <dgm:t>
        <a:bodyPr/>
        <a:lstStyle/>
        <a:p>
          <a:r>
            <a:rPr lang="en-US"/>
            <a:t>1. ¿Qué diferencia hay entre Get-ChildItem y dir?</a:t>
          </a:r>
        </a:p>
      </dgm:t>
    </dgm:pt>
    <dgm:pt modelId="{95F0A23A-70B3-4626-AC8D-8E44BBCDCCF5}" type="parTrans" cxnId="{693BED54-D108-4ED1-9712-45211EB198B1}">
      <dgm:prSet/>
      <dgm:spPr/>
      <dgm:t>
        <a:bodyPr/>
        <a:lstStyle/>
        <a:p>
          <a:endParaRPr lang="en-US"/>
        </a:p>
      </dgm:t>
    </dgm:pt>
    <dgm:pt modelId="{DC91E62E-E9A9-4E58-9ED4-83A1D65B5C60}" type="sibTrans" cxnId="{693BED54-D108-4ED1-9712-45211EB198B1}">
      <dgm:prSet/>
      <dgm:spPr/>
      <dgm:t>
        <a:bodyPr/>
        <a:lstStyle/>
        <a:p>
          <a:endParaRPr lang="en-US"/>
        </a:p>
      </dgm:t>
    </dgm:pt>
    <dgm:pt modelId="{DF89DDD4-1EFD-4BD7-9A16-33BA55525741}">
      <dgm:prSet/>
      <dgm:spPr/>
      <dgm:t>
        <a:bodyPr/>
        <a:lstStyle/>
        <a:p>
          <a:r>
            <a:rPr lang="en-US"/>
            <a:t>2. ¿Cómo detendrías un proceso llamado notepad?</a:t>
          </a:r>
        </a:p>
      </dgm:t>
    </dgm:pt>
    <dgm:pt modelId="{2228514A-7E3A-4B58-A84B-66F091E2B623}" type="parTrans" cxnId="{7E58E790-B9DD-4630-AEDE-98742FC2D749}">
      <dgm:prSet/>
      <dgm:spPr/>
      <dgm:t>
        <a:bodyPr/>
        <a:lstStyle/>
        <a:p>
          <a:endParaRPr lang="en-US"/>
        </a:p>
      </dgm:t>
    </dgm:pt>
    <dgm:pt modelId="{839B11DF-5FC7-461A-A9F7-F8D0984795A0}" type="sibTrans" cxnId="{7E58E790-B9DD-4630-AEDE-98742FC2D749}">
      <dgm:prSet/>
      <dgm:spPr/>
      <dgm:t>
        <a:bodyPr/>
        <a:lstStyle/>
        <a:p>
          <a:endParaRPr lang="en-US"/>
        </a:p>
      </dgm:t>
    </dgm:pt>
    <dgm:pt modelId="{89124DA4-9753-46AB-904A-4DBF5084D632}">
      <dgm:prSet/>
      <dgm:spPr/>
      <dgm:t>
        <a:bodyPr/>
        <a:lstStyle/>
        <a:p>
          <a:r>
            <a:rPr lang="en-US"/>
            <a:t>3. ¿Qué cmdlet usas para exportar a CSV?</a:t>
          </a:r>
        </a:p>
      </dgm:t>
    </dgm:pt>
    <dgm:pt modelId="{F308E5A7-1BA9-4363-A212-86076DE559BB}" type="parTrans" cxnId="{1CA03A5F-1790-4646-8270-DB9C4FFEFFDE}">
      <dgm:prSet/>
      <dgm:spPr/>
      <dgm:t>
        <a:bodyPr/>
        <a:lstStyle/>
        <a:p>
          <a:endParaRPr lang="en-US"/>
        </a:p>
      </dgm:t>
    </dgm:pt>
    <dgm:pt modelId="{207855B5-CAAF-483C-A685-9526BAB69A4B}" type="sibTrans" cxnId="{1CA03A5F-1790-4646-8270-DB9C4FFEFFDE}">
      <dgm:prSet/>
      <dgm:spPr/>
      <dgm:t>
        <a:bodyPr/>
        <a:lstStyle/>
        <a:p>
          <a:endParaRPr lang="en-US"/>
        </a:p>
      </dgm:t>
    </dgm:pt>
    <dgm:pt modelId="{8579F85B-15D0-41B8-8C3C-1B51A830E560}">
      <dgm:prSet/>
      <dgm:spPr/>
      <dgm:t>
        <a:bodyPr/>
        <a:lstStyle/>
        <a:p>
          <a:r>
            <a:rPr lang="en-US"/>
            <a:t>4. ¿Qué servicio reinicia el Spooler?</a:t>
          </a:r>
        </a:p>
      </dgm:t>
    </dgm:pt>
    <dgm:pt modelId="{4EB7E32B-8B44-430C-87E9-E5932094AED8}" type="parTrans" cxnId="{DC565564-47DC-4FC0-8B98-BB9C24394288}">
      <dgm:prSet/>
      <dgm:spPr/>
      <dgm:t>
        <a:bodyPr/>
        <a:lstStyle/>
        <a:p>
          <a:endParaRPr lang="en-US"/>
        </a:p>
      </dgm:t>
    </dgm:pt>
    <dgm:pt modelId="{15143749-760B-4AE5-A95C-53ABDDB99033}" type="sibTrans" cxnId="{DC565564-47DC-4FC0-8B98-BB9C24394288}">
      <dgm:prSet/>
      <dgm:spPr/>
      <dgm:t>
        <a:bodyPr/>
        <a:lstStyle/>
        <a:p>
          <a:endParaRPr lang="en-US"/>
        </a:p>
      </dgm:t>
    </dgm:pt>
    <dgm:pt modelId="{4E75E6B6-292D-4152-9748-49854BAD3FA9}" type="pres">
      <dgm:prSet presAssocID="{06CCB9D9-F93B-4CB7-87B1-51327A2C713B}" presName="root" presStyleCnt="0">
        <dgm:presLayoutVars>
          <dgm:dir/>
          <dgm:resizeHandles val="exact"/>
        </dgm:presLayoutVars>
      </dgm:prSet>
      <dgm:spPr/>
    </dgm:pt>
    <dgm:pt modelId="{1CE4F31A-D141-4B1A-A39E-3C9955D9FFDB}" type="pres">
      <dgm:prSet presAssocID="{ED2F1D52-0D78-4C29-B8BF-4CDC2F78E4FB}" presName="compNode" presStyleCnt="0"/>
      <dgm:spPr/>
    </dgm:pt>
    <dgm:pt modelId="{3994A675-38FD-4856-9228-B3BDE0DAAA55}" type="pres">
      <dgm:prSet presAssocID="{ED2F1D52-0D78-4C29-B8BF-4CDC2F78E4FB}" presName="bgRect" presStyleLbl="bgShp" presStyleIdx="0" presStyleCnt="4"/>
      <dgm:spPr/>
    </dgm:pt>
    <dgm:pt modelId="{0356CDF6-2877-4187-ABA0-D9CC2216F2EC}" type="pres">
      <dgm:prSet presAssocID="{ED2F1D52-0D78-4C29-B8BF-4CDC2F78E4F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C55C7025-4761-4D05-BF17-CC09B71B8D60}" type="pres">
      <dgm:prSet presAssocID="{ED2F1D52-0D78-4C29-B8BF-4CDC2F78E4FB}" presName="spaceRect" presStyleCnt="0"/>
      <dgm:spPr/>
    </dgm:pt>
    <dgm:pt modelId="{0F1D7ADD-EF87-41A9-A94B-4546ECB3A751}" type="pres">
      <dgm:prSet presAssocID="{ED2F1D52-0D78-4C29-B8BF-4CDC2F78E4FB}" presName="parTx" presStyleLbl="revTx" presStyleIdx="0" presStyleCnt="4">
        <dgm:presLayoutVars>
          <dgm:chMax val="0"/>
          <dgm:chPref val="0"/>
        </dgm:presLayoutVars>
      </dgm:prSet>
      <dgm:spPr/>
    </dgm:pt>
    <dgm:pt modelId="{A30548C3-227A-4A9E-AEF7-262E4F14F662}" type="pres">
      <dgm:prSet presAssocID="{DC91E62E-E9A9-4E58-9ED4-83A1D65B5C60}" presName="sibTrans" presStyleCnt="0"/>
      <dgm:spPr/>
    </dgm:pt>
    <dgm:pt modelId="{D6C3BC05-265B-4485-AB64-0E8E6A11EE3A}" type="pres">
      <dgm:prSet presAssocID="{DF89DDD4-1EFD-4BD7-9A16-33BA55525741}" presName="compNode" presStyleCnt="0"/>
      <dgm:spPr/>
    </dgm:pt>
    <dgm:pt modelId="{0D389E12-8B66-4029-98B3-DCF9A5328FD9}" type="pres">
      <dgm:prSet presAssocID="{DF89DDD4-1EFD-4BD7-9A16-33BA55525741}" presName="bgRect" presStyleLbl="bgShp" presStyleIdx="1" presStyleCnt="4"/>
      <dgm:spPr/>
    </dgm:pt>
    <dgm:pt modelId="{9AF0E800-1E88-4510-B36F-E6BBD24E64E3}" type="pres">
      <dgm:prSet presAssocID="{DF89DDD4-1EFD-4BD7-9A16-33BA5552574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E07DDC3B-B384-46E6-8B7E-A113E16A1822}" type="pres">
      <dgm:prSet presAssocID="{DF89DDD4-1EFD-4BD7-9A16-33BA55525741}" presName="spaceRect" presStyleCnt="0"/>
      <dgm:spPr/>
    </dgm:pt>
    <dgm:pt modelId="{81175399-188D-4131-96A4-4DA4B68DF333}" type="pres">
      <dgm:prSet presAssocID="{DF89DDD4-1EFD-4BD7-9A16-33BA55525741}" presName="parTx" presStyleLbl="revTx" presStyleIdx="1" presStyleCnt="4">
        <dgm:presLayoutVars>
          <dgm:chMax val="0"/>
          <dgm:chPref val="0"/>
        </dgm:presLayoutVars>
      </dgm:prSet>
      <dgm:spPr/>
    </dgm:pt>
    <dgm:pt modelId="{5E36A3B5-3CB9-4008-8E93-5B7F1B0CB83B}" type="pres">
      <dgm:prSet presAssocID="{839B11DF-5FC7-461A-A9F7-F8D0984795A0}" presName="sibTrans" presStyleCnt="0"/>
      <dgm:spPr/>
    </dgm:pt>
    <dgm:pt modelId="{D214447D-30F6-4EE6-B140-819C7486837F}" type="pres">
      <dgm:prSet presAssocID="{89124DA4-9753-46AB-904A-4DBF5084D632}" presName="compNode" presStyleCnt="0"/>
      <dgm:spPr/>
    </dgm:pt>
    <dgm:pt modelId="{1D0DBCD1-9C0D-4357-BA2B-D15114AA001F}" type="pres">
      <dgm:prSet presAssocID="{89124DA4-9753-46AB-904A-4DBF5084D632}" presName="bgRect" presStyleLbl="bgShp" presStyleIdx="2" presStyleCnt="4"/>
      <dgm:spPr/>
    </dgm:pt>
    <dgm:pt modelId="{AB814B76-81FE-488A-BCEB-F550B5C1F517}" type="pres">
      <dgm:prSet presAssocID="{89124DA4-9753-46AB-904A-4DBF5084D63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argar"/>
        </a:ext>
      </dgm:extLst>
    </dgm:pt>
    <dgm:pt modelId="{D8611E9C-7BC7-481B-A9AB-617E04C26238}" type="pres">
      <dgm:prSet presAssocID="{89124DA4-9753-46AB-904A-4DBF5084D632}" presName="spaceRect" presStyleCnt="0"/>
      <dgm:spPr/>
    </dgm:pt>
    <dgm:pt modelId="{B9766071-07F4-44E2-8950-661E8CF0E88E}" type="pres">
      <dgm:prSet presAssocID="{89124DA4-9753-46AB-904A-4DBF5084D632}" presName="parTx" presStyleLbl="revTx" presStyleIdx="2" presStyleCnt="4">
        <dgm:presLayoutVars>
          <dgm:chMax val="0"/>
          <dgm:chPref val="0"/>
        </dgm:presLayoutVars>
      </dgm:prSet>
      <dgm:spPr/>
    </dgm:pt>
    <dgm:pt modelId="{37608D13-CFDE-4AFF-9EEA-4009BBBEC140}" type="pres">
      <dgm:prSet presAssocID="{207855B5-CAAF-483C-A685-9526BAB69A4B}" presName="sibTrans" presStyleCnt="0"/>
      <dgm:spPr/>
    </dgm:pt>
    <dgm:pt modelId="{447DD171-0C87-4029-9E0D-8DB08F88C7FB}" type="pres">
      <dgm:prSet presAssocID="{8579F85B-15D0-41B8-8C3C-1B51A830E560}" presName="compNode" presStyleCnt="0"/>
      <dgm:spPr/>
    </dgm:pt>
    <dgm:pt modelId="{57FCCF48-7CFF-4F93-9344-6FE9CF9CB83D}" type="pres">
      <dgm:prSet presAssocID="{8579F85B-15D0-41B8-8C3C-1B51A830E560}" presName="bgRect" presStyleLbl="bgShp" presStyleIdx="3" presStyleCnt="4"/>
      <dgm:spPr/>
    </dgm:pt>
    <dgm:pt modelId="{F20D21B6-B21C-49A1-AD19-57990603CC3C}" type="pres">
      <dgm:prSet presAssocID="{8579F85B-15D0-41B8-8C3C-1B51A830E56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E20D9C2D-7CB6-47A9-B03E-DF4BF0895B75}" type="pres">
      <dgm:prSet presAssocID="{8579F85B-15D0-41B8-8C3C-1B51A830E560}" presName="spaceRect" presStyleCnt="0"/>
      <dgm:spPr/>
    </dgm:pt>
    <dgm:pt modelId="{4DCDD9D8-A4DE-4585-A0FC-2862B147102D}" type="pres">
      <dgm:prSet presAssocID="{8579F85B-15D0-41B8-8C3C-1B51A830E5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968E20B-EA20-43D8-8646-4AA7EA023774}" type="presOf" srcId="{06CCB9D9-F93B-4CB7-87B1-51327A2C713B}" destId="{4E75E6B6-292D-4152-9748-49854BAD3FA9}" srcOrd="0" destOrd="0" presId="urn:microsoft.com/office/officeart/2018/2/layout/IconVerticalSolidList"/>
    <dgm:cxn modelId="{A980C121-B949-42CD-A185-BCDF17637D66}" type="presOf" srcId="{8579F85B-15D0-41B8-8C3C-1B51A830E560}" destId="{4DCDD9D8-A4DE-4585-A0FC-2862B147102D}" srcOrd="0" destOrd="0" presId="urn:microsoft.com/office/officeart/2018/2/layout/IconVerticalSolidList"/>
    <dgm:cxn modelId="{E5E98829-D77F-429B-ABA0-606455A92035}" type="presOf" srcId="{89124DA4-9753-46AB-904A-4DBF5084D632}" destId="{B9766071-07F4-44E2-8950-661E8CF0E88E}" srcOrd="0" destOrd="0" presId="urn:microsoft.com/office/officeart/2018/2/layout/IconVerticalSolidList"/>
    <dgm:cxn modelId="{3207CF31-8F20-44C3-8767-3BA8EF2FF6F7}" type="presOf" srcId="{ED2F1D52-0D78-4C29-B8BF-4CDC2F78E4FB}" destId="{0F1D7ADD-EF87-41A9-A94B-4546ECB3A751}" srcOrd="0" destOrd="0" presId="urn:microsoft.com/office/officeart/2018/2/layout/IconVerticalSolidList"/>
    <dgm:cxn modelId="{1CA03A5F-1790-4646-8270-DB9C4FFEFFDE}" srcId="{06CCB9D9-F93B-4CB7-87B1-51327A2C713B}" destId="{89124DA4-9753-46AB-904A-4DBF5084D632}" srcOrd="2" destOrd="0" parTransId="{F308E5A7-1BA9-4363-A212-86076DE559BB}" sibTransId="{207855B5-CAAF-483C-A685-9526BAB69A4B}"/>
    <dgm:cxn modelId="{DC565564-47DC-4FC0-8B98-BB9C24394288}" srcId="{06CCB9D9-F93B-4CB7-87B1-51327A2C713B}" destId="{8579F85B-15D0-41B8-8C3C-1B51A830E560}" srcOrd="3" destOrd="0" parTransId="{4EB7E32B-8B44-430C-87E9-E5932094AED8}" sibTransId="{15143749-760B-4AE5-A95C-53ABDDB99033}"/>
    <dgm:cxn modelId="{693BED54-D108-4ED1-9712-45211EB198B1}" srcId="{06CCB9D9-F93B-4CB7-87B1-51327A2C713B}" destId="{ED2F1D52-0D78-4C29-B8BF-4CDC2F78E4FB}" srcOrd="0" destOrd="0" parTransId="{95F0A23A-70B3-4626-AC8D-8E44BBCDCCF5}" sibTransId="{DC91E62E-E9A9-4E58-9ED4-83A1D65B5C60}"/>
    <dgm:cxn modelId="{7E58E790-B9DD-4630-AEDE-98742FC2D749}" srcId="{06CCB9D9-F93B-4CB7-87B1-51327A2C713B}" destId="{DF89DDD4-1EFD-4BD7-9A16-33BA55525741}" srcOrd="1" destOrd="0" parTransId="{2228514A-7E3A-4B58-A84B-66F091E2B623}" sibTransId="{839B11DF-5FC7-461A-A9F7-F8D0984795A0}"/>
    <dgm:cxn modelId="{73653CFE-E6CB-4A33-9B5E-B10E7F645B75}" type="presOf" srcId="{DF89DDD4-1EFD-4BD7-9A16-33BA55525741}" destId="{81175399-188D-4131-96A4-4DA4B68DF333}" srcOrd="0" destOrd="0" presId="urn:microsoft.com/office/officeart/2018/2/layout/IconVerticalSolidList"/>
    <dgm:cxn modelId="{B659AEB2-1EA4-4DE2-9221-7939D010C93D}" type="presParOf" srcId="{4E75E6B6-292D-4152-9748-49854BAD3FA9}" destId="{1CE4F31A-D141-4B1A-A39E-3C9955D9FFDB}" srcOrd="0" destOrd="0" presId="urn:microsoft.com/office/officeart/2018/2/layout/IconVerticalSolidList"/>
    <dgm:cxn modelId="{7235B737-F4FE-43DD-84B7-3FC7A3E56CE8}" type="presParOf" srcId="{1CE4F31A-D141-4B1A-A39E-3C9955D9FFDB}" destId="{3994A675-38FD-4856-9228-B3BDE0DAAA55}" srcOrd="0" destOrd="0" presId="urn:microsoft.com/office/officeart/2018/2/layout/IconVerticalSolidList"/>
    <dgm:cxn modelId="{8908D922-3DE2-41B1-B929-D70F3B3DA483}" type="presParOf" srcId="{1CE4F31A-D141-4B1A-A39E-3C9955D9FFDB}" destId="{0356CDF6-2877-4187-ABA0-D9CC2216F2EC}" srcOrd="1" destOrd="0" presId="urn:microsoft.com/office/officeart/2018/2/layout/IconVerticalSolidList"/>
    <dgm:cxn modelId="{63A2FD75-4879-4722-A3F4-697EC4516E00}" type="presParOf" srcId="{1CE4F31A-D141-4B1A-A39E-3C9955D9FFDB}" destId="{C55C7025-4761-4D05-BF17-CC09B71B8D60}" srcOrd="2" destOrd="0" presId="urn:microsoft.com/office/officeart/2018/2/layout/IconVerticalSolidList"/>
    <dgm:cxn modelId="{8A6E5BBC-E1D4-4480-919C-B7E9CB8200F7}" type="presParOf" srcId="{1CE4F31A-D141-4B1A-A39E-3C9955D9FFDB}" destId="{0F1D7ADD-EF87-41A9-A94B-4546ECB3A751}" srcOrd="3" destOrd="0" presId="urn:microsoft.com/office/officeart/2018/2/layout/IconVerticalSolidList"/>
    <dgm:cxn modelId="{D6FA4F33-BCBB-4BD9-BA18-52DF259AEBE5}" type="presParOf" srcId="{4E75E6B6-292D-4152-9748-49854BAD3FA9}" destId="{A30548C3-227A-4A9E-AEF7-262E4F14F662}" srcOrd="1" destOrd="0" presId="urn:microsoft.com/office/officeart/2018/2/layout/IconVerticalSolidList"/>
    <dgm:cxn modelId="{32F94A45-3B48-4CEE-90CA-D8741E4695D8}" type="presParOf" srcId="{4E75E6B6-292D-4152-9748-49854BAD3FA9}" destId="{D6C3BC05-265B-4485-AB64-0E8E6A11EE3A}" srcOrd="2" destOrd="0" presId="urn:microsoft.com/office/officeart/2018/2/layout/IconVerticalSolidList"/>
    <dgm:cxn modelId="{CE53E1CC-3E87-42C9-AFF2-5CD010679814}" type="presParOf" srcId="{D6C3BC05-265B-4485-AB64-0E8E6A11EE3A}" destId="{0D389E12-8B66-4029-98B3-DCF9A5328FD9}" srcOrd="0" destOrd="0" presId="urn:microsoft.com/office/officeart/2018/2/layout/IconVerticalSolidList"/>
    <dgm:cxn modelId="{B98BE62A-208A-41E8-8B71-9DD3D34C4BAC}" type="presParOf" srcId="{D6C3BC05-265B-4485-AB64-0E8E6A11EE3A}" destId="{9AF0E800-1E88-4510-B36F-E6BBD24E64E3}" srcOrd="1" destOrd="0" presId="urn:microsoft.com/office/officeart/2018/2/layout/IconVerticalSolidList"/>
    <dgm:cxn modelId="{037A5C1B-3F0A-4D70-BC67-996E3E7CC01A}" type="presParOf" srcId="{D6C3BC05-265B-4485-AB64-0E8E6A11EE3A}" destId="{E07DDC3B-B384-46E6-8B7E-A113E16A1822}" srcOrd="2" destOrd="0" presId="urn:microsoft.com/office/officeart/2018/2/layout/IconVerticalSolidList"/>
    <dgm:cxn modelId="{30FE2AB4-C8EE-41ED-9BC8-B9C07694AF9A}" type="presParOf" srcId="{D6C3BC05-265B-4485-AB64-0E8E6A11EE3A}" destId="{81175399-188D-4131-96A4-4DA4B68DF333}" srcOrd="3" destOrd="0" presId="urn:microsoft.com/office/officeart/2018/2/layout/IconVerticalSolidList"/>
    <dgm:cxn modelId="{17B660C4-5C82-4D80-A661-E0D17E58CB2F}" type="presParOf" srcId="{4E75E6B6-292D-4152-9748-49854BAD3FA9}" destId="{5E36A3B5-3CB9-4008-8E93-5B7F1B0CB83B}" srcOrd="3" destOrd="0" presId="urn:microsoft.com/office/officeart/2018/2/layout/IconVerticalSolidList"/>
    <dgm:cxn modelId="{3E09E03C-FEB1-4DCA-A619-27C781CBAB32}" type="presParOf" srcId="{4E75E6B6-292D-4152-9748-49854BAD3FA9}" destId="{D214447D-30F6-4EE6-B140-819C7486837F}" srcOrd="4" destOrd="0" presId="urn:microsoft.com/office/officeart/2018/2/layout/IconVerticalSolidList"/>
    <dgm:cxn modelId="{7FC2E038-2F44-48AA-8A34-ECCB1A97A690}" type="presParOf" srcId="{D214447D-30F6-4EE6-B140-819C7486837F}" destId="{1D0DBCD1-9C0D-4357-BA2B-D15114AA001F}" srcOrd="0" destOrd="0" presId="urn:microsoft.com/office/officeart/2018/2/layout/IconVerticalSolidList"/>
    <dgm:cxn modelId="{16824DA2-1484-4E65-A0CB-370C5CC46C75}" type="presParOf" srcId="{D214447D-30F6-4EE6-B140-819C7486837F}" destId="{AB814B76-81FE-488A-BCEB-F550B5C1F517}" srcOrd="1" destOrd="0" presId="urn:microsoft.com/office/officeart/2018/2/layout/IconVerticalSolidList"/>
    <dgm:cxn modelId="{36EA20C1-609B-4D48-9927-5BF7204CC3DC}" type="presParOf" srcId="{D214447D-30F6-4EE6-B140-819C7486837F}" destId="{D8611E9C-7BC7-481B-A9AB-617E04C26238}" srcOrd="2" destOrd="0" presId="urn:microsoft.com/office/officeart/2018/2/layout/IconVerticalSolidList"/>
    <dgm:cxn modelId="{1283C7BC-D43F-4E25-ABE8-2E81CDF4F0E0}" type="presParOf" srcId="{D214447D-30F6-4EE6-B140-819C7486837F}" destId="{B9766071-07F4-44E2-8950-661E8CF0E88E}" srcOrd="3" destOrd="0" presId="urn:microsoft.com/office/officeart/2018/2/layout/IconVerticalSolidList"/>
    <dgm:cxn modelId="{E3BD880E-4D50-42C4-97E4-5C6A599BEB7C}" type="presParOf" srcId="{4E75E6B6-292D-4152-9748-49854BAD3FA9}" destId="{37608D13-CFDE-4AFF-9EEA-4009BBBEC140}" srcOrd="5" destOrd="0" presId="urn:microsoft.com/office/officeart/2018/2/layout/IconVerticalSolidList"/>
    <dgm:cxn modelId="{75BBC034-1C49-43FF-910A-2F0522F96FE0}" type="presParOf" srcId="{4E75E6B6-292D-4152-9748-49854BAD3FA9}" destId="{447DD171-0C87-4029-9E0D-8DB08F88C7FB}" srcOrd="6" destOrd="0" presId="urn:microsoft.com/office/officeart/2018/2/layout/IconVerticalSolidList"/>
    <dgm:cxn modelId="{748C34EC-A7FD-4240-A6C6-25421B103E79}" type="presParOf" srcId="{447DD171-0C87-4029-9E0D-8DB08F88C7FB}" destId="{57FCCF48-7CFF-4F93-9344-6FE9CF9CB83D}" srcOrd="0" destOrd="0" presId="urn:microsoft.com/office/officeart/2018/2/layout/IconVerticalSolidList"/>
    <dgm:cxn modelId="{397126A2-1547-49F5-BC9F-64F1D2345660}" type="presParOf" srcId="{447DD171-0C87-4029-9E0D-8DB08F88C7FB}" destId="{F20D21B6-B21C-49A1-AD19-57990603CC3C}" srcOrd="1" destOrd="0" presId="urn:microsoft.com/office/officeart/2018/2/layout/IconVerticalSolidList"/>
    <dgm:cxn modelId="{72D77C11-731A-43F2-AC0D-4D4BD5610160}" type="presParOf" srcId="{447DD171-0C87-4029-9E0D-8DB08F88C7FB}" destId="{E20D9C2D-7CB6-47A9-B03E-DF4BF0895B75}" srcOrd="2" destOrd="0" presId="urn:microsoft.com/office/officeart/2018/2/layout/IconVerticalSolidList"/>
    <dgm:cxn modelId="{8319F163-C4B8-4AED-A6C8-EE22A906D8D7}" type="presParOf" srcId="{447DD171-0C87-4029-9E0D-8DB08F88C7FB}" destId="{4DCDD9D8-A4DE-4585-A0FC-2862B14710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1D96D1-AD47-4C3E-87F4-4B69E3C0164C}">
      <dsp:nvSpPr>
        <dsp:cNvPr id="0" name=""/>
        <dsp:cNvSpPr/>
      </dsp:nvSpPr>
      <dsp:spPr>
        <a:xfrm>
          <a:off x="0" y="98734"/>
          <a:ext cx="4726201" cy="10740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 este bloque aprenderemos a:</a:t>
          </a:r>
        </a:p>
      </dsp:txBody>
      <dsp:txXfrm>
        <a:off x="52431" y="151165"/>
        <a:ext cx="4621339" cy="969198"/>
      </dsp:txXfrm>
    </dsp:sp>
    <dsp:sp modelId="{AE2E9E73-24E2-4FA8-9E0B-BA2C73B0833E}">
      <dsp:nvSpPr>
        <dsp:cNvPr id="0" name=""/>
        <dsp:cNvSpPr/>
      </dsp:nvSpPr>
      <dsp:spPr>
        <a:xfrm>
          <a:off x="0" y="1250554"/>
          <a:ext cx="4726201" cy="10740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Gestionar archivos y carpetas</a:t>
          </a:r>
        </a:p>
      </dsp:txBody>
      <dsp:txXfrm>
        <a:off x="52431" y="1302985"/>
        <a:ext cx="4621339" cy="969198"/>
      </dsp:txXfrm>
    </dsp:sp>
    <dsp:sp modelId="{3DAD0436-2EBF-4131-9B42-E474948ED862}">
      <dsp:nvSpPr>
        <dsp:cNvPr id="0" name=""/>
        <dsp:cNvSpPr/>
      </dsp:nvSpPr>
      <dsp:spPr>
        <a:xfrm>
          <a:off x="0" y="2402374"/>
          <a:ext cx="4726201" cy="10740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Controlar procesos activos</a:t>
          </a:r>
        </a:p>
      </dsp:txBody>
      <dsp:txXfrm>
        <a:off x="52431" y="2454805"/>
        <a:ext cx="4621339" cy="969198"/>
      </dsp:txXfrm>
    </dsp:sp>
    <dsp:sp modelId="{B85A7E4A-D239-4382-BF40-FDA628EFBA55}">
      <dsp:nvSpPr>
        <dsp:cNvPr id="0" name=""/>
        <dsp:cNvSpPr/>
      </dsp:nvSpPr>
      <dsp:spPr>
        <a:xfrm>
          <a:off x="0" y="3554194"/>
          <a:ext cx="4726201" cy="10740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Administrar servicios del sistema</a:t>
          </a:r>
        </a:p>
      </dsp:txBody>
      <dsp:txXfrm>
        <a:off x="52431" y="3606625"/>
        <a:ext cx="4621339" cy="969198"/>
      </dsp:txXfrm>
    </dsp:sp>
    <dsp:sp modelId="{2237D046-019A-4675-9A80-84BA7567A8B4}">
      <dsp:nvSpPr>
        <dsp:cNvPr id="0" name=""/>
        <dsp:cNvSpPr/>
      </dsp:nvSpPr>
      <dsp:spPr>
        <a:xfrm>
          <a:off x="0" y="4706014"/>
          <a:ext cx="4726201" cy="10740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Exportar información en diferentes formatos</a:t>
          </a:r>
        </a:p>
      </dsp:txBody>
      <dsp:txXfrm>
        <a:off x="52431" y="4758445"/>
        <a:ext cx="4621339" cy="969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FB088F-57CC-4DA0-B458-2240AF881027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F1703-4380-4A9F-87E4-CDC960BA03C7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B97BA-C97B-469F-8153-B686840D224A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Bloque 1 → Fundamentos (cmdlets, pipeline, variables)</a:t>
          </a:r>
        </a:p>
      </dsp:txBody>
      <dsp:txXfrm>
        <a:off x="2037007" y="955306"/>
        <a:ext cx="2689193" cy="1763642"/>
      </dsp:txXfrm>
    </dsp:sp>
    <dsp:sp modelId="{A84B9A18-121E-44E8-A8CF-0DCEA01529EF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C14736-9A6B-48A3-A059-C95E03049817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2087E-4A94-40D7-87C4-97FD00D8C675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Bloque 2 → Aplicación práctica en administración del sistema</a:t>
          </a:r>
        </a:p>
      </dsp:txBody>
      <dsp:txXfrm>
        <a:off x="2037007" y="3159859"/>
        <a:ext cx="2689193" cy="17636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43428B-D9C7-4511-B8E5-66A5BB97DCC1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244D2-998D-4F2B-A28F-1137085A7A52}">
      <dsp:nvSpPr>
        <dsp:cNvPr id="0" name=""/>
        <dsp:cNvSpPr/>
      </dsp:nvSpPr>
      <dsp:spPr>
        <a:xfrm>
          <a:off x="0" y="2870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CMD:</a:t>
          </a:r>
        </a:p>
      </dsp:txBody>
      <dsp:txXfrm>
        <a:off x="0" y="2870"/>
        <a:ext cx="4726201" cy="978844"/>
      </dsp:txXfrm>
    </dsp:sp>
    <dsp:sp modelId="{C85E875C-8C67-4D74-9C94-C2AA0024F9EE}">
      <dsp:nvSpPr>
        <dsp:cNvPr id="0" name=""/>
        <dsp:cNvSpPr/>
      </dsp:nvSpPr>
      <dsp:spPr>
        <a:xfrm>
          <a:off x="0" y="981715"/>
          <a:ext cx="4726201" cy="0"/>
        </a:xfrm>
        <a:prstGeom prst="line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DE39C-E318-4602-B0D2-C0797E3CE4B0}">
      <dsp:nvSpPr>
        <dsp:cNvPr id="0" name=""/>
        <dsp:cNvSpPr/>
      </dsp:nvSpPr>
      <dsp:spPr>
        <a:xfrm>
          <a:off x="0" y="981715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Basado en texto</a:t>
          </a:r>
        </a:p>
      </dsp:txBody>
      <dsp:txXfrm>
        <a:off x="0" y="981715"/>
        <a:ext cx="4726201" cy="978844"/>
      </dsp:txXfrm>
    </dsp:sp>
    <dsp:sp modelId="{A4482AD5-17E2-4C64-883B-1FE9BFEC19A6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71A59-C4A4-4201-B0C6-C7D6AA98D28B}">
      <dsp:nvSpPr>
        <dsp:cNvPr id="0" name=""/>
        <dsp:cNvSpPr/>
      </dsp:nvSpPr>
      <dsp:spPr>
        <a:xfrm>
          <a:off x="0" y="196055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Limitado</a:t>
          </a:r>
        </a:p>
      </dsp:txBody>
      <dsp:txXfrm>
        <a:off x="0" y="1960559"/>
        <a:ext cx="4726201" cy="978844"/>
      </dsp:txXfrm>
    </dsp:sp>
    <dsp:sp modelId="{1068EE80-0FC7-4F70-89C9-9A99F24DBB85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3B01A-1878-4340-A091-B873E504DA99}">
      <dsp:nvSpPr>
        <dsp:cNvPr id="0" name=""/>
        <dsp:cNvSpPr/>
      </dsp:nvSpPr>
      <dsp:spPr>
        <a:xfrm>
          <a:off x="0" y="2939404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PowerShell:</a:t>
          </a:r>
        </a:p>
      </dsp:txBody>
      <dsp:txXfrm>
        <a:off x="0" y="2939404"/>
        <a:ext cx="4726201" cy="978844"/>
      </dsp:txXfrm>
    </dsp:sp>
    <dsp:sp modelId="{45EEEC82-2A24-48DC-8370-A4DAECF54583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AFB2B-E34D-4ECD-8396-7F68AE9E3A60}">
      <dsp:nvSpPr>
        <dsp:cNvPr id="0" name=""/>
        <dsp:cNvSpPr/>
      </dsp:nvSpPr>
      <dsp:spPr>
        <a:xfrm>
          <a:off x="0" y="391824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Basado en objetos</a:t>
          </a:r>
        </a:p>
      </dsp:txBody>
      <dsp:txXfrm>
        <a:off x="0" y="3918249"/>
        <a:ext cx="4726201" cy="978844"/>
      </dsp:txXfrm>
    </dsp:sp>
    <dsp:sp modelId="{89B50A49-A5D2-465D-BE0D-B7E0A468C821}">
      <dsp:nvSpPr>
        <dsp:cNvPr id="0" name=""/>
        <dsp:cNvSpPr/>
      </dsp:nvSpPr>
      <dsp:spPr>
        <a:xfrm>
          <a:off x="0" y="4897093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EF337-067D-4395-9CF6-FF09C425C592}">
      <dsp:nvSpPr>
        <dsp:cNvPr id="0" name=""/>
        <dsp:cNvSpPr/>
      </dsp:nvSpPr>
      <dsp:spPr>
        <a:xfrm>
          <a:off x="0" y="4897093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Más potente y flexible</a:t>
          </a:r>
        </a:p>
      </dsp:txBody>
      <dsp:txXfrm>
        <a:off x="0" y="4897093"/>
        <a:ext cx="4726201" cy="9788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B7E23B-E4B7-479F-9DF7-2D83125052B5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66283-F6E7-4BD7-8702-B981B250EAC2}">
      <dsp:nvSpPr>
        <dsp:cNvPr id="0" name=""/>
        <dsp:cNvSpPr/>
      </dsp:nvSpPr>
      <dsp:spPr>
        <a:xfrm>
          <a:off x="0" y="71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Get-</a:t>
          </a:r>
          <a:r>
            <a:rPr lang="en-US" sz="2300" kern="1200" err="1"/>
            <a:t>ChildItem</a:t>
          </a:r>
          <a:r>
            <a:rPr lang="en-US" sz="2300" kern="1200"/>
            <a:t> → Lista </a:t>
          </a:r>
          <a:r>
            <a:rPr lang="en-US" sz="2300" kern="1200" err="1"/>
            <a:t>contenido</a:t>
          </a:r>
          <a:r>
            <a:rPr lang="en-US" sz="2300" kern="1200"/>
            <a:t> de un </a:t>
          </a:r>
          <a:r>
            <a:rPr lang="en-US" sz="2300" kern="1200" err="1"/>
            <a:t>contenedor</a:t>
          </a:r>
          <a:r>
            <a:rPr lang="en-US" sz="2300" kern="1200"/>
            <a:t> </a:t>
          </a:r>
          <a:r>
            <a:rPr lang="en-US" sz="2300" kern="1200" err="1"/>
            <a:t>en</a:t>
          </a:r>
          <a:r>
            <a:rPr lang="en-US" sz="2300" kern="1200"/>
            <a:t> PowerShell (alias: ls, </a:t>
          </a:r>
          <a:r>
            <a:rPr lang="en-US" sz="2300" kern="1200" err="1"/>
            <a:t>dir</a:t>
          </a:r>
          <a:r>
            <a:rPr lang="en-US" sz="2300" kern="1200"/>
            <a:t>)</a:t>
          </a:r>
        </a:p>
      </dsp:txBody>
      <dsp:txXfrm>
        <a:off x="0" y="717"/>
        <a:ext cx="4726201" cy="1175474"/>
      </dsp:txXfrm>
    </dsp:sp>
    <dsp:sp modelId="{D5243F60-6FF2-4DBE-B844-E916682DE048}">
      <dsp:nvSpPr>
        <dsp:cNvPr id="0" name=""/>
        <dsp:cNvSpPr/>
      </dsp:nvSpPr>
      <dsp:spPr>
        <a:xfrm>
          <a:off x="0" y="117619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78885-EA2A-4CE9-B29C-274D1793AD5C}">
      <dsp:nvSpPr>
        <dsp:cNvPr id="0" name=""/>
        <dsp:cNvSpPr/>
      </dsp:nvSpPr>
      <dsp:spPr>
        <a:xfrm>
          <a:off x="0" y="1176192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New-Item → Crea archivos/carpetas</a:t>
          </a:r>
        </a:p>
      </dsp:txBody>
      <dsp:txXfrm>
        <a:off x="0" y="1176192"/>
        <a:ext cx="4726201" cy="1175474"/>
      </dsp:txXfrm>
    </dsp:sp>
    <dsp:sp modelId="{D2E09626-7699-4C62-9184-401F117048AF}">
      <dsp:nvSpPr>
        <dsp:cNvPr id="0" name=""/>
        <dsp:cNvSpPr/>
      </dsp:nvSpPr>
      <dsp:spPr>
        <a:xfrm>
          <a:off x="0" y="235166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0E00C-22D8-4813-A0D0-484420625AB6}">
      <dsp:nvSpPr>
        <dsp:cNvPr id="0" name=""/>
        <dsp:cNvSpPr/>
      </dsp:nvSpPr>
      <dsp:spPr>
        <a:xfrm>
          <a:off x="0" y="235166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Copy-Item → Copia</a:t>
          </a:r>
        </a:p>
      </dsp:txBody>
      <dsp:txXfrm>
        <a:off x="0" y="2351667"/>
        <a:ext cx="4726201" cy="1175474"/>
      </dsp:txXfrm>
    </dsp:sp>
    <dsp:sp modelId="{39D4C848-773F-4D27-97D3-0E0D2B4C367E}">
      <dsp:nvSpPr>
        <dsp:cNvPr id="0" name=""/>
        <dsp:cNvSpPr/>
      </dsp:nvSpPr>
      <dsp:spPr>
        <a:xfrm>
          <a:off x="0" y="3527141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BFA7AF-7EA4-477E-A9B4-8DC813F567ED}">
      <dsp:nvSpPr>
        <dsp:cNvPr id="0" name=""/>
        <dsp:cNvSpPr/>
      </dsp:nvSpPr>
      <dsp:spPr>
        <a:xfrm>
          <a:off x="0" y="3527141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Remove-Item → Elimina</a:t>
          </a:r>
        </a:p>
      </dsp:txBody>
      <dsp:txXfrm>
        <a:off x="0" y="3527141"/>
        <a:ext cx="4726201" cy="1175474"/>
      </dsp:txXfrm>
    </dsp:sp>
    <dsp:sp modelId="{DE575FF3-6681-4903-8646-B2D43ABFA1E0}">
      <dsp:nvSpPr>
        <dsp:cNvPr id="0" name=""/>
        <dsp:cNvSpPr/>
      </dsp:nvSpPr>
      <dsp:spPr>
        <a:xfrm>
          <a:off x="0" y="470261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2931C-D3E8-4A10-BA29-7FDBCC1BEF6F}">
      <dsp:nvSpPr>
        <dsp:cNvPr id="0" name=""/>
        <dsp:cNvSpPr/>
      </dsp:nvSpPr>
      <dsp:spPr>
        <a:xfrm>
          <a:off x="0" y="4702616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Move-Item → Mueve</a:t>
          </a:r>
        </a:p>
      </dsp:txBody>
      <dsp:txXfrm>
        <a:off x="0" y="4702616"/>
        <a:ext cx="4726201" cy="11754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9E002-475D-4EBE-80AE-AC248D40F76D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54965-11BB-4283-B8D8-D3AF5FBE17E6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ED4B0-00CF-4377-807D-E5DB886751C2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Crear carpeta y archivo:</a:t>
          </a:r>
        </a:p>
      </dsp:txBody>
      <dsp:txXfrm>
        <a:off x="1939533" y="717"/>
        <a:ext cx="2786667" cy="1679249"/>
      </dsp:txXfrm>
    </dsp:sp>
    <dsp:sp modelId="{A972513E-2A55-4188-B4B7-1D9074737DE3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1794F4-79F3-4F20-9070-CB1D7620CB2A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53F11-7F3B-43AE-AA1C-70D3AED37338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New-Item -Path C:\Reportes -ItemType Directory</a:t>
          </a:r>
        </a:p>
      </dsp:txBody>
      <dsp:txXfrm>
        <a:off x="1939533" y="2099779"/>
        <a:ext cx="2786667" cy="1679249"/>
      </dsp:txXfrm>
    </dsp:sp>
    <dsp:sp modelId="{D1AACD07-C040-408A-ACD7-92EB507D1DD9}">
      <dsp:nvSpPr>
        <dsp:cNvPr id="0" name=""/>
        <dsp:cNvSpPr/>
      </dsp:nvSpPr>
      <dsp:spPr>
        <a:xfrm>
          <a:off x="0" y="4158758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00DB6-9A25-4BC1-B63D-8FA79660DFBC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3EA89-AEB9-4EBC-B420-A4B10F04DB7D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New-Item -Path C:\Reportes\resumen.txt -ItemType File</a:t>
          </a:r>
        </a:p>
      </dsp:txBody>
      <dsp:txXfrm>
        <a:off x="1939533" y="4198841"/>
        <a:ext cx="2786667" cy="16792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62B045-2E83-4BB9-B942-8738DCA6EE0B}">
      <dsp:nvSpPr>
        <dsp:cNvPr id="0" name=""/>
        <dsp:cNvSpPr/>
      </dsp:nvSpPr>
      <dsp:spPr>
        <a:xfrm>
          <a:off x="0" y="268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DC9F5-6F20-49C3-BF80-AC856234116D}">
      <dsp:nvSpPr>
        <dsp:cNvPr id="0" name=""/>
        <dsp:cNvSpPr/>
      </dsp:nvSpPr>
      <dsp:spPr>
        <a:xfrm>
          <a:off x="0" y="2684"/>
          <a:ext cx="4726201" cy="183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Copiar y mover archivos:</a:t>
          </a:r>
        </a:p>
      </dsp:txBody>
      <dsp:txXfrm>
        <a:off x="0" y="2684"/>
        <a:ext cx="4726201" cy="1831101"/>
      </dsp:txXfrm>
    </dsp:sp>
    <dsp:sp modelId="{C735C824-CD10-48A8-A821-35890D0E6E43}">
      <dsp:nvSpPr>
        <dsp:cNvPr id="0" name=""/>
        <dsp:cNvSpPr/>
      </dsp:nvSpPr>
      <dsp:spPr>
        <a:xfrm>
          <a:off x="0" y="183378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CB25B-9B42-4A1C-9FC7-00E9104DCEE9}">
      <dsp:nvSpPr>
        <dsp:cNvPr id="0" name=""/>
        <dsp:cNvSpPr/>
      </dsp:nvSpPr>
      <dsp:spPr>
        <a:xfrm>
          <a:off x="0" y="1833786"/>
          <a:ext cx="4726201" cy="183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Copy-Item C:\Reportes\resumen.txt C:\Backup</a:t>
          </a:r>
        </a:p>
      </dsp:txBody>
      <dsp:txXfrm>
        <a:off x="0" y="1833786"/>
        <a:ext cx="4726201" cy="1831101"/>
      </dsp:txXfrm>
    </dsp:sp>
    <dsp:sp modelId="{C610A057-E82C-4B92-A338-8D0467665099}">
      <dsp:nvSpPr>
        <dsp:cNvPr id="0" name=""/>
        <dsp:cNvSpPr/>
      </dsp:nvSpPr>
      <dsp:spPr>
        <a:xfrm>
          <a:off x="0" y="366488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47DDF-1E12-4500-B071-7D5CCE201B57}">
      <dsp:nvSpPr>
        <dsp:cNvPr id="0" name=""/>
        <dsp:cNvSpPr/>
      </dsp:nvSpPr>
      <dsp:spPr>
        <a:xfrm>
          <a:off x="0" y="3664887"/>
          <a:ext cx="4726201" cy="183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Move-Item C:\Backup\resumen.txt C:\Final   </a:t>
          </a:r>
          <a:r>
            <a:rPr lang="en-US" sz="2800" kern="1200" dirty="0" err="1"/>
            <a:t>En</a:t>
          </a:r>
          <a:r>
            <a:rPr lang="en-US" sz="2800" kern="1200" dirty="0"/>
            <a:t> </a:t>
          </a:r>
          <a:r>
            <a:rPr lang="en-US" sz="2800" kern="1200" dirty="0" err="1"/>
            <a:t>el</a:t>
          </a:r>
          <a:r>
            <a:rPr lang="en-US" sz="2800" kern="1200" dirty="0"/>
            <a:t> </a:t>
          </a:r>
          <a:r>
            <a:rPr lang="en-US" sz="2800" kern="1200" dirty="0" err="1"/>
            <a:t>caso</a:t>
          </a:r>
          <a:r>
            <a:rPr lang="en-US" sz="2800" kern="1200" dirty="0"/>
            <a:t> de usar </a:t>
          </a:r>
          <a:r>
            <a:rPr lang="en-US" sz="2800" kern="1200" dirty="0" err="1"/>
            <a:t>ruta</a:t>
          </a:r>
          <a:r>
            <a:rPr lang="en-US" sz="2800" kern="1200" dirty="0"/>
            <a:t> </a:t>
          </a:r>
          <a:r>
            <a:rPr lang="en-US" sz="2800" kern="1200" dirty="0" err="1"/>
            <a:t>relativas</a:t>
          </a:r>
          <a:r>
            <a:rPr lang="en-US" sz="2800" kern="1200" dirty="0"/>
            <a:t> </a:t>
          </a:r>
          <a:r>
            <a:rPr lang="en-US" sz="2800" kern="1200" dirty="0" err="1"/>
            <a:t>usariamos</a:t>
          </a:r>
          <a:r>
            <a:rPr lang="en-US" sz="2800" kern="1200" dirty="0"/>
            <a:t> ./</a:t>
          </a:r>
        </a:p>
      </dsp:txBody>
      <dsp:txXfrm>
        <a:off x="0" y="3664887"/>
        <a:ext cx="4726201" cy="183110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E4533B-219F-4D76-8E3F-204A4407EB27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5F091-D061-4F23-8131-D3B5C6972ADE}">
      <dsp:nvSpPr>
        <dsp:cNvPr id="0" name=""/>
        <dsp:cNvSpPr/>
      </dsp:nvSpPr>
      <dsp:spPr>
        <a:xfrm>
          <a:off x="0" y="2870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Elimina archivos o carpetas</a:t>
          </a:r>
        </a:p>
      </dsp:txBody>
      <dsp:txXfrm>
        <a:off x="0" y="2870"/>
        <a:ext cx="4726201" cy="978844"/>
      </dsp:txXfrm>
    </dsp:sp>
    <dsp:sp modelId="{1BE72F5C-040D-4F5D-850E-A5707C8F4791}">
      <dsp:nvSpPr>
        <dsp:cNvPr id="0" name=""/>
        <dsp:cNvSpPr/>
      </dsp:nvSpPr>
      <dsp:spPr>
        <a:xfrm>
          <a:off x="0" y="981715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A9335-277B-47CB-B981-3C45236A892D}">
      <dsp:nvSpPr>
        <dsp:cNvPr id="0" name=""/>
        <dsp:cNvSpPr/>
      </dsp:nvSpPr>
      <dsp:spPr>
        <a:xfrm>
          <a:off x="0" y="981715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Parámetros útiles:</a:t>
          </a:r>
        </a:p>
      </dsp:txBody>
      <dsp:txXfrm>
        <a:off x="0" y="981715"/>
        <a:ext cx="4726201" cy="978844"/>
      </dsp:txXfrm>
    </dsp:sp>
    <dsp:sp modelId="{79331AFA-0AB2-4462-9C68-ADCC7A913C26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533C8-D1B0-47A1-AED3-2CB4CF47C10A}">
      <dsp:nvSpPr>
        <dsp:cNvPr id="0" name=""/>
        <dsp:cNvSpPr/>
      </dsp:nvSpPr>
      <dsp:spPr>
        <a:xfrm>
          <a:off x="0" y="196055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-Recurse → incluye subcarpetas</a:t>
          </a:r>
        </a:p>
      </dsp:txBody>
      <dsp:txXfrm>
        <a:off x="0" y="1960559"/>
        <a:ext cx="4726201" cy="978844"/>
      </dsp:txXfrm>
    </dsp:sp>
    <dsp:sp modelId="{BB76A846-F8E5-466E-A466-1A6DE2D303C1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3E68D-483A-4541-950C-94DDBCB24858}">
      <dsp:nvSpPr>
        <dsp:cNvPr id="0" name=""/>
        <dsp:cNvSpPr/>
      </dsp:nvSpPr>
      <dsp:spPr>
        <a:xfrm>
          <a:off x="0" y="2939404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-Force → fuerza eliminación</a:t>
          </a:r>
        </a:p>
      </dsp:txBody>
      <dsp:txXfrm>
        <a:off x="0" y="2939404"/>
        <a:ext cx="4726201" cy="978844"/>
      </dsp:txXfrm>
    </dsp:sp>
    <dsp:sp modelId="{B0D7E7B8-06F2-416D-B1DC-8F0D4DC4951D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05FB5-47E8-4505-BB01-8F28B7C21245}">
      <dsp:nvSpPr>
        <dsp:cNvPr id="0" name=""/>
        <dsp:cNvSpPr/>
      </dsp:nvSpPr>
      <dsp:spPr>
        <a:xfrm>
          <a:off x="0" y="391824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Ejemplo:</a:t>
          </a:r>
        </a:p>
      </dsp:txBody>
      <dsp:txXfrm>
        <a:off x="0" y="3918249"/>
        <a:ext cx="4726201" cy="978844"/>
      </dsp:txXfrm>
    </dsp:sp>
    <dsp:sp modelId="{9793E0D3-A0F8-4A8A-8728-86173CBF59B3}">
      <dsp:nvSpPr>
        <dsp:cNvPr id="0" name=""/>
        <dsp:cNvSpPr/>
      </dsp:nvSpPr>
      <dsp:spPr>
        <a:xfrm>
          <a:off x="0" y="4897093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984614-BEAA-4BE7-BE18-75020F8D27C3}">
      <dsp:nvSpPr>
        <dsp:cNvPr id="0" name=""/>
        <dsp:cNvSpPr/>
      </dsp:nvSpPr>
      <dsp:spPr>
        <a:xfrm>
          <a:off x="0" y="4897093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Remove-Item C:\Backup -Recurse -Force</a:t>
          </a:r>
        </a:p>
      </dsp:txBody>
      <dsp:txXfrm>
        <a:off x="0" y="4897093"/>
        <a:ext cx="4726201" cy="97884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E6516-E940-4FC9-8A6D-CB7CE2CA6254}">
      <dsp:nvSpPr>
        <dsp:cNvPr id="0" name=""/>
        <dsp:cNvSpPr/>
      </dsp:nvSpPr>
      <dsp:spPr>
        <a:xfrm>
          <a:off x="0" y="7443"/>
          <a:ext cx="4726201" cy="1390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ls → Get-ChildItem</a:t>
          </a:r>
        </a:p>
      </dsp:txBody>
      <dsp:txXfrm>
        <a:off x="67873" y="75316"/>
        <a:ext cx="4590455" cy="1254634"/>
      </dsp:txXfrm>
    </dsp:sp>
    <dsp:sp modelId="{BFB86984-1AE2-489D-8789-07A72C7E5760}">
      <dsp:nvSpPr>
        <dsp:cNvPr id="0" name=""/>
        <dsp:cNvSpPr/>
      </dsp:nvSpPr>
      <dsp:spPr>
        <a:xfrm>
          <a:off x="0" y="1498624"/>
          <a:ext cx="4726201" cy="139038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dir → Get-ChildItem</a:t>
          </a:r>
        </a:p>
      </dsp:txBody>
      <dsp:txXfrm>
        <a:off x="67873" y="1566497"/>
        <a:ext cx="4590455" cy="1254634"/>
      </dsp:txXfrm>
    </dsp:sp>
    <dsp:sp modelId="{E0C62733-CF03-48B4-8647-C5797058D3C4}">
      <dsp:nvSpPr>
        <dsp:cNvPr id="0" name=""/>
        <dsp:cNvSpPr/>
      </dsp:nvSpPr>
      <dsp:spPr>
        <a:xfrm>
          <a:off x="0" y="2989804"/>
          <a:ext cx="4726201" cy="139038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cat → Get-Content</a:t>
          </a:r>
        </a:p>
      </dsp:txBody>
      <dsp:txXfrm>
        <a:off x="67873" y="3057677"/>
        <a:ext cx="4590455" cy="1254634"/>
      </dsp:txXfrm>
    </dsp:sp>
    <dsp:sp modelId="{2F2301A5-47A7-40B3-A75D-56E3ABE08FA9}">
      <dsp:nvSpPr>
        <dsp:cNvPr id="0" name=""/>
        <dsp:cNvSpPr/>
      </dsp:nvSpPr>
      <dsp:spPr>
        <a:xfrm>
          <a:off x="0" y="4480984"/>
          <a:ext cx="4726201" cy="13903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Ventaja: compatibilidad con Linux y CMD</a:t>
          </a:r>
        </a:p>
      </dsp:txBody>
      <dsp:txXfrm>
        <a:off x="67873" y="4548857"/>
        <a:ext cx="4590455" cy="12546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94F9D-F677-4689-9AE7-6398DED10DA7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A096B-72E8-4FFD-8FB3-B6DF58CBF649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Sintaxis:</a:t>
          </a:r>
        </a:p>
      </dsp:txBody>
      <dsp:txXfrm>
        <a:off x="0" y="0"/>
        <a:ext cx="4726201" cy="1469702"/>
      </dsp:txXfrm>
    </dsp:sp>
    <dsp:sp modelId="{A66CECD2-FD4C-4D40-BE3C-3C101711D986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89B171-153A-44CC-B70C-ED630DAA2F5A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Comando</a:t>
          </a:r>
          <a:r>
            <a:rPr lang="en-US" sz="2900" kern="1200" dirty="0"/>
            <a:t> | Where-Object { </a:t>
          </a:r>
          <a:r>
            <a:rPr lang="en-US" sz="2900" kern="1200" dirty="0" err="1"/>
            <a:t>condición</a:t>
          </a:r>
          <a:r>
            <a:rPr lang="en-US" sz="2900" kern="1200" dirty="0"/>
            <a:t> }</a:t>
          </a:r>
        </a:p>
      </dsp:txBody>
      <dsp:txXfrm>
        <a:off x="0" y="1469702"/>
        <a:ext cx="4726201" cy="1469702"/>
      </dsp:txXfrm>
    </dsp:sp>
    <dsp:sp modelId="{EB55F48A-A481-41C5-B74B-1D25246AEC7D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7BF97-01DA-43B9-8809-239A1EFA8215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Ejemplo</a:t>
          </a:r>
          <a:r>
            <a:rPr lang="en-US" sz="2900" kern="1200" dirty="0"/>
            <a:t>:</a:t>
          </a:r>
        </a:p>
      </dsp:txBody>
      <dsp:txXfrm>
        <a:off x="0" y="2939404"/>
        <a:ext cx="4726201" cy="1469702"/>
      </dsp:txXfrm>
    </dsp:sp>
    <dsp:sp modelId="{A95E29FE-5E18-4183-A00C-A5B1B4C5DE42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12F3E-171D-4589-BCC7-8C23E2ADB953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Get-</a:t>
          </a:r>
          <a:r>
            <a:rPr lang="en-US" sz="2900" kern="1200" dirty="0" err="1"/>
            <a:t>ChildItem</a:t>
          </a:r>
          <a:r>
            <a:rPr lang="en-US" sz="2900" kern="1200" dirty="0"/>
            <a:t> -Recurse | Where-Object { $_.Length -</a:t>
          </a:r>
          <a:r>
            <a:rPr lang="en-US" sz="2900" kern="1200" dirty="0" err="1"/>
            <a:t>gt</a:t>
          </a:r>
          <a:r>
            <a:rPr lang="en-US" sz="2900" kern="1200" dirty="0"/>
            <a:t> 1MB }</a:t>
          </a:r>
        </a:p>
      </dsp:txBody>
      <dsp:txXfrm>
        <a:off x="0" y="4409106"/>
        <a:ext cx="4726201" cy="14697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CBF027-CCAD-470F-AFBF-0ED71526E07D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FE279A-C28D-4556-8E4B-F662E5CB4E22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D0104-C4E4-4E46-9DC3-1559FC1EA496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Representa el objeto actual en el pipeline</a:t>
          </a:r>
        </a:p>
      </dsp:txBody>
      <dsp:txXfrm>
        <a:off x="1428292" y="2439"/>
        <a:ext cx="3297908" cy="1236616"/>
      </dsp:txXfrm>
    </dsp:sp>
    <dsp:sp modelId="{94E43E34-047A-42E2-B886-3550B0A38AB1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B06898-25EE-4FE0-A0B5-DBA2AAF80ED6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C7E63-661A-468F-ABE8-FBE0A114FCA7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Se usan sus propiedades para filtrar</a:t>
          </a:r>
        </a:p>
      </dsp:txBody>
      <dsp:txXfrm>
        <a:off x="1428292" y="1548210"/>
        <a:ext cx="3297908" cy="1236616"/>
      </dsp:txXfrm>
    </dsp:sp>
    <dsp:sp modelId="{BC0C1241-9982-4421-ACF6-239096DCA156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3A01AA-04C7-4F23-8AD8-144EF03B63CC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5D1F2-5AC7-4628-9491-CD6F463A6A86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Ejemplo:</a:t>
          </a:r>
        </a:p>
      </dsp:txBody>
      <dsp:txXfrm>
        <a:off x="1428292" y="3093981"/>
        <a:ext cx="3297908" cy="1236616"/>
      </dsp:txXfrm>
    </dsp:sp>
    <dsp:sp modelId="{849F300A-58D2-407F-82F7-067C0D17154F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0070B-59B0-417A-B1DC-9E28E41BAA8E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C9C0B-BEC7-40B4-A778-4D4185A3B1F8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Get-Process | Where-Object { $_.CPU -</a:t>
          </a:r>
          <a:r>
            <a:rPr lang="en-US" sz="2200" kern="1200" dirty="0" err="1"/>
            <a:t>gt</a:t>
          </a:r>
          <a:r>
            <a:rPr lang="en-US" sz="2200" kern="1200" dirty="0"/>
            <a:t> 100 }</a:t>
          </a:r>
        </a:p>
      </dsp:txBody>
      <dsp:txXfrm>
        <a:off x="1428292" y="4639752"/>
        <a:ext cx="3297908" cy="123661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1F2970-11CF-46E5-89BD-988EC2A4DDD4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55E37-835D-4C93-8ADB-FA85089B5041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• Get-Process → Lista procesos</a:t>
          </a:r>
        </a:p>
      </dsp:txBody>
      <dsp:txXfrm>
        <a:off x="0" y="2870"/>
        <a:ext cx="4726201" cy="1957689"/>
      </dsp:txXfrm>
    </dsp:sp>
    <dsp:sp modelId="{C73532F5-5DE6-4AAE-A79F-4A8CF9A47CF9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F9DEA-D98F-40FE-A022-C3C849FE53E0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• Stop-Process → Detiene</a:t>
          </a:r>
        </a:p>
      </dsp:txBody>
      <dsp:txXfrm>
        <a:off x="0" y="1960559"/>
        <a:ext cx="4726201" cy="1957689"/>
      </dsp:txXfrm>
    </dsp:sp>
    <dsp:sp modelId="{81E8183E-7F4C-46AF-8492-98C5081FB922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32C09-3FB4-4640-AAF6-BA8CC5D3C8E0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• Start-Process → Inicia</a:t>
          </a:r>
        </a:p>
      </dsp:txBody>
      <dsp:txXfrm>
        <a:off x="0" y="3918249"/>
        <a:ext cx="4726201" cy="195768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B3BD4-BB49-4473-AD08-E1DC61EB36BC}">
      <dsp:nvSpPr>
        <dsp:cNvPr id="0" name=""/>
        <dsp:cNvSpPr/>
      </dsp:nvSpPr>
      <dsp:spPr>
        <a:xfrm>
          <a:off x="0" y="688858"/>
          <a:ext cx="4726201" cy="21742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Stop-Process -Name notepad</a:t>
          </a:r>
        </a:p>
      </dsp:txBody>
      <dsp:txXfrm>
        <a:off x="106137" y="794995"/>
        <a:ext cx="4513927" cy="1961951"/>
      </dsp:txXfrm>
    </dsp:sp>
    <dsp:sp modelId="{53EE82CE-D407-4BC8-9274-BE1B562A8AB6}">
      <dsp:nvSpPr>
        <dsp:cNvPr id="0" name=""/>
        <dsp:cNvSpPr/>
      </dsp:nvSpPr>
      <dsp:spPr>
        <a:xfrm>
          <a:off x="0" y="3015724"/>
          <a:ext cx="4726201" cy="217422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➡ Detiene el bloc de notas</a:t>
          </a:r>
        </a:p>
      </dsp:txBody>
      <dsp:txXfrm>
        <a:off x="106137" y="3121861"/>
        <a:ext cx="4513927" cy="196195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DF909D-AD4E-4321-B876-D5870EA0A0E7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7CD414-BE5F-4695-A525-F5C907AC5934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431BA0-3805-4C76-8AFC-3940DFFF3C00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Get-Process | Where-Object { $_.</a:t>
          </a:r>
          <a:r>
            <a:rPr lang="en-US" sz="2400" kern="1200" dirty="0" err="1"/>
            <a:t>WorkingSet</a:t>
          </a:r>
          <a:r>
            <a:rPr lang="en-US" sz="2400" kern="1200" dirty="0"/>
            <a:t> -</a:t>
          </a:r>
          <a:r>
            <a:rPr lang="en-US" sz="2400" kern="1200" dirty="0" err="1"/>
            <a:t>gt</a:t>
          </a:r>
          <a:r>
            <a:rPr lang="en-US" sz="2400" kern="1200" dirty="0"/>
            <a:t> 100MB }</a:t>
          </a:r>
        </a:p>
      </dsp:txBody>
      <dsp:txXfrm>
        <a:off x="2037007" y="955306"/>
        <a:ext cx="2689193" cy="1763642"/>
      </dsp:txXfrm>
    </dsp:sp>
    <dsp:sp modelId="{F07AC3C7-A725-476E-9117-7F2AEB138B96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4874FB-8ECD-483D-B679-A2E69A1BEEE1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8A7F3F-05AA-45B6-A4E4-579762077CD4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➡ Filtra </a:t>
          </a:r>
          <a:r>
            <a:rPr lang="en-US" sz="2400" kern="1200" dirty="0" err="1"/>
            <a:t>procesos</a:t>
          </a:r>
          <a:r>
            <a:rPr lang="en-US" sz="2400" kern="1200" dirty="0"/>
            <a:t> con &gt;100MB de </a:t>
          </a:r>
          <a:r>
            <a:rPr lang="en-US" sz="2400" kern="1200" dirty="0" err="1"/>
            <a:t>memoria</a:t>
          </a:r>
          <a:endParaRPr lang="en-US" sz="2400" kern="1200" dirty="0"/>
        </a:p>
      </dsp:txBody>
      <dsp:txXfrm>
        <a:off x="2037007" y="3159859"/>
        <a:ext cx="2689193" cy="176364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686B4-3BC8-436D-9786-878E12A7D52D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D13E7-8777-4E78-9205-8FDD40F26146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7F4EF-8AD0-4F33-88EF-B594B49BB34B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Algunos procesos requieren permisos de administrador</a:t>
          </a:r>
        </a:p>
      </dsp:txBody>
      <dsp:txXfrm>
        <a:off x="2037007" y="955306"/>
        <a:ext cx="2689193" cy="1763642"/>
      </dsp:txXfrm>
    </dsp:sp>
    <dsp:sp modelId="{DC859E63-1222-4B8C-93AB-50F5D9482429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EE40BC-AEE8-42F8-A013-0BEE6F2DC90A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8C0A8-E38B-4A87-98CA-171642F40A7D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Solución: Abrir PowerShell como Administrador</a:t>
          </a:r>
        </a:p>
      </dsp:txBody>
      <dsp:txXfrm>
        <a:off x="2037007" y="3159859"/>
        <a:ext cx="2689193" cy="176364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CC21D-EBE1-43D8-8D0F-2FECE9A874D9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FD66A-9F41-4B53-9669-2C37D0E4691B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Get-Service → Lista servicios</a:t>
          </a:r>
        </a:p>
      </dsp:txBody>
      <dsp:txXfrm>
        <a:off x="0" y="0"/>
        <a:ext cx="4726201" cy="1469702"/>
      </dsp:txXfrm>
    </dsp:sp>
    <dsp:sp modelId="{411A5859-71EA-4172-82AA-0175329B4653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F8943B-58E7-42F8-800A-3C152668AF4F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Start-Service → Inicia</a:t>
          </a:r>
        </a:p>
      </dsp:txBody>
      <dsp:txXfrm>
        <a:off x="0" y="1469702"/>
        <a:ext cx="4726201" cy="1469702"/>
      </dsp:txXfrm>
    </dsp:sp>
    <dsp:sp modelId="{60A7E845-4F55-4450-BAAC-4235D9415A1E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0C2E2-B698-4BEA-9794-4F02E71DA386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Stop-Service → Detiene</a:t>
          </a:r>
        </a:p>
      </dsp:txBody>
      <dsp:txXfrm>
        <a:off x="0" y="2939404"/>
        <a:ext cx="4726201" cy="1469702"/>
      </dsp:txXfrm>
    </dsp:sp>
    <dsp:sp modelId="{97494C7A-68BB-4E08-B549-A344EED1A7CB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F0388-1BC1-42E3-82D6-E841C8D362CF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Restart-Service → Reinicia</a:t>
          </a:r>
        </a:p>
      </dsp:txBody>
      <dsp:txXfrm>
        <a:off x="0" y="4409106"/>
        <a:ext cx="4726201" cy="146970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29AFE-6ABB-490F-92FB-90587ED44846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25B73-13F6-4602-A9FA-145C29542BA9}">
      <dsp:nvSpPr>
        <dsp:cNvPr id="0" name=""/>
        <dsp:cNvSpPr/>
      </dsp:nvSpPr>
      <dsp:spPr>
        <a:xfrm>
          <a:off x="0" y="0"/>
          <a:ext cx="4726201" cy="2939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Get-Service | Where-Object { $_.Status -eq 'Stopped' }</a:t>
          </a:r>
        </a:p>
      </dsp:txBody>
      <dsp:txXfrm>
        <a:off x="0" y="0"/>
        <a:ext cx="4726201" cy="2939404"/>
      </dsp:txXfrm>
    </dsp:sp>
    <dsp:sp modelId="{4D7194E8-A7A5-440D-AA2E-4A23EA98F75C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05F9C-FA5B-4A08-A287-9F90F2E58FD6}">
      <dsp:nvSpPr>
        <dsp:cNvPr id="0" name=""/>
        <dsp:cNvSpPr/>
      </dsp:nvSpPr>
      <dsp:spPr>
        <a:xfrm>
          <a:off x="0" y="2939404"/>
          <a:ext cx="4726201" cy="2939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➡ Lista </a:t>
          </a:r>
          <a:r>
            <a:rPr lang="en-US" sz="4600" kern="1200" dirty="0" err="1"/>
            <a:t>servicios</a:t>
          </a:r>
          <a:r>
            <a:rPr lang="en-US" sz="4600" kern="1200" dirty="0"/>
            <a:t> </a:t>
          </a:r>
          <a:r>
            <a:rPr lang="en-US" sz="4600" kern="1200" dirty="0" err="1"/>
            <a:t>detenidos</a:t>
          </a:r>
          <a:endParaRPr lang="en-US" sz="4600" kern="1200" dirty="0"/>
        </a:p>
      </dsp:txBody>
      <dsp:txXfrm>
        <a:off x="0" y="2939404"/>
        <a:ext cx="4726201" cy="293940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B9705-8DED-4502-9515-1F9BF33CA638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62DE1D-FBE4-431E-A756-5313922D801C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B6322-14F1-4D18-9CE9-9F96BE5EF19B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Restart-Service -Name Spooler</a:t>
          </a:r>
        </a:p>
      </dsp:txBody>
      <dsp:txXfrm>
        <a:off x="2037007" y="955306"/>
        <a:ext cx="2689193" cy="1763642"/>
      </dsp:txXfrm>
    </dsp:sp>
    <dsp:sp modelId="{B8213DEA-F50F-4A4A-BCDE-6D5693C1706A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4F3FC-3AE8-4692-8DBD-B3415B718FB7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C537E-E12E-43D4-ACE0-6A8062AE9521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➡ </a:t>
          </a:r>
          <a:r>
            <a:rPr lang="en-US" sz="2500" kern="1200" dirty="0" err="1"/>
            <a:t>Reinicia</a:t>
          </a:r>
          <a:r>
            <a:rPr lang="en-US" sz="2500" kern="1200" dirty="0"/>
            <a:t> la cola de </a:t>
          </a:r>
          <a:r>
            <a:rPr lang="en-US" sz="2500" kern="1200" dirty="0" err="1"/>
            <a:t>impresión</a:t>
          </a:r>
          <a:endParaRPr lang="en-US" sz="2500" kern="1200" dirty="0"/>
        </a:p>
      </dsp:txBody>
      <dsp:txXfrm>
        <a:off x="2037007" y="3159859"/>
        <a:ext cx="2689193" cy="176364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ACF33-9775-4028-88AD-059F585E0C46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55255B-C467-451F-B086-19D132C63390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• Export-Csv → </a:t>
          </a:r>
          <a:r>
            <a:rPr lang="en-US" sz="3900" kern="1200" dirty="0" err="1"/>
            <a:t>exporta</a:t>
          </a:r>
          <a:r>
            <a:rPr lang="en-US" sz="3900" kern="1200" dirty="0"/>
            <a:t> a CSV</a:t>
          </a:r>
        </a:p>
      </dsp:txBody>
      <dsp:txXfrm>
        <a:off x="0" y="2870"/>
        <a:ext cx="4726201" cy="1957689"/>
      </dsp:txXfrm>
    </dsp:sp>
    <dsp:sp modelId="{31431DA2-246A-4572-9736-D677366A6CDA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6AC865-2355-47E0-A752-A84FDFF09C54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Out-File → exporta a texto</a:t>
          </a:r>
        </a:p>
      </dsp:txBody>
      <dsp:txXfrm>
        <a:off x="0" y="1960559"/>
        <a:ext cx="4726201" cy="1957689"/>
      </dsp:txXfrm>
    </dsp:sp>
    <dsp:sp modelId="{C86326C5-F0CB-4FC5-9840-163E0978C14C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9F7FA-62E6-4B69-A8D6-8F60510B7A2B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ConvertTo-Json | Out-File → exporta a JSON</a:t>
          </a:r>
        </a:p>
      </dsp:txBody>
      <dsp:txXfrm>
        <a:off x="0" y="3918249"/>
        <a:ext cx="4726201" cy="195768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445B6-FB1F-41D7-AAB8-D91C62D9C0DE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F46B6-417D-4CFC-A78B-5486BABA734D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0795B-9D62-469C-8234-42E67F09B70E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Get-Process | Select-Object Name,Id,CPU |</a:t>
          </a:r>
        </a:p>
      </dsp:txBody>
      <dsp:txXfrm>
        <a:off x="2037007" y="955306"/>
        <a:ext cx="2689193" cy="1763642"/>
      </dsp:txXfrm>
    </dsp:sp>
    <dsp:sp modelId="{CEF5B467-B724-41C4-BD26-CCCEAFAC853B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6BEDE-6CC0-432B-80D9-E84FF8E149DA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EF719-D430-40D6-9E46-F5B4C6D983FA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Export-Csv -Path resumen_procesos.csv -NoTypeInformation</a:t>
          </a:r>
        </a:p>
      </dsp:txBody>
      <dsp:txXfrm>
        <a:off x="2037007" y="3159859"/>
        <a:ext cx="2689193" cy="176364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A4AEAF-5B62-4EF1-938D-AEAC2C210D83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703F0-BC69-42B8-9C71-1FB3A024F401}">
      <dsp:nvSpPr>
        <dsp:cNvPr id="0" name=""/>
        <dsp:cNvSpPr/>
      </dsp:nvSpPr>
      <dsp:spPr>
        <a:xfrm>
          <a:off x="0" y="0"/>
          <a:ext cx="4726201" cy="2939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Crea una carpeta 'Reportes' y dentro un archivo vacío 'resumen.txt'.</a:t>
          </a:r>
        </a:p>
      </dsp:txBody>
      <dsp:txXfrm>
        <a:off x="0" y="0"/>
        <a:ext cx="4726201" cy="2939404"/>
      </dsp:txXfrm>
    </dsp:sp>
    <dsp:sp modelId="{09A6E50C-D1B5-4AE6-87FC-EF07B93D05CF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6A366-2C71-425C-A97A-9DC347EDBB16}">
      <dsp:nvSpPr>
        <dsp:cNvPr id="0" name=""/>
        <dsp:cNvSpPr/>
      </dsp:nvSpPr>
      <dsp:spPr>
        <a:xfrm>
          <a:off x="0" y="2939404"/>
          <a:ext cx="4726201" cy="2939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Cópialo a 'Backup', muévelo a 'Final' y elimina 'Backup'.</a:t>
          </a:r>
        </a:p>
      </dsp:txBody>
      <dsp:txXfrm>
        <a:off x="0" y="2939404"/>
        <a:ext cx="4726201" cy="293940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924E0-256A-4D07-9174-596808B3D32B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DF0F8-B8C9-40A7-B5E5-8FA3EA7B8B49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988F6-1F21-428E-BD06-9A8EA9641A11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Lista todos los procesos.</a:t>
          </a:r>
        </a:p>
      </dsp:txBody>
      <dsp:txXfrm>
        <a:off x="2037007" y="955306"/>
        <a:ext cx="2689193" cy="1763642"/>
      </dsp:txXfrm>
    </dsp:sp>
    <dsp:sp modelId="{7C705564-0FC9-48F8-B430-BEF8A7D6A39B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74B59B-54B0-4CC3-A366-CF09EFAC450D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019F0-C3F9-4CF4-86FA-BFBA2661BF6C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Exporta a CSV los que consumen más de 100 MB de memoria.</a:t>
          </a:r>
        </a:p>
      </dsp:txBody>
      <dsp:txXfrm>
        <a:off x="2037007" y="3159859"/>
        <a:ext cx="2689193" cy="176364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3A535F-D380-4723-986F-1A482454DDBD}">
      <dsp:nvSpPr>
        <dsp:cNvPr id="0" name=""/>
        <dsp:cNvSpPr/>
      </dsp:nvSpPr>
      <dsp:spPr>
        <a:xfrm>
          <a:off x="0" y="36994"/>
          <a:ext cx="4726201" cy="18696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Crear estructura de carpetas para guardar informes:</a:t>
          </a:r>
        </a:p>
      </dsp:txBody>
      <dsp:txXfrm>
        <a:off x="91269" y="128263"/>
        <a:ext cx="4543663" cy="1687122"/>
      </dsp:txXfrm>
    </dsp:sp>
    <dsp:sp modelId="{73A631B4-3DAC-42B3-9509-CC88DA5DC471}">
      <dsp:nvSpPr>
        <dsp:cNvPr id="0" name=""/>
        <dsp:cNvSpPr/>
      </dsp:nvSpPr>
      <dsp:spPr>
        <a:xfrm>
          <a:off x="0" y="2004574"/>
          <a:ext cx="4726201" cy="18696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C:\Informes\Procesos</a:t>
          </a:r>
        </a:p>
      </dsp:txBody>
      <dsp:txXfrm>
        <a:off x="91269" y="2095843"/>
        <a:ext cx="4543663" cy="1687122"/>
      </dsp:txXfrm>
    </dsp:sp>
    <dsp:sp modelId="{09DDD1FD-9541-44B8-B5B3-4A0F595CA266}">
      <dsp:nvSpPr>
        <dsp:cNvPr id="0" name=""/>
        <dsp:cNvSpPr/>
      </dsp:nvSpPr>
      <dsp:spPr>
        <a:xfrm>
          <a:off x="0" y="3972154"/>
          <a:ext cx="4726201" cy="18696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C:\Informes\Servicios</a:t>
          </a:r>
        </a:p>
      </dsp:txBody>
      <dsp:txXfrm>
        <a:off x="91269" y="4063423"/>
        <a:ext cx="4543663" cy="1687122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D6640C-CF06-4339-B598-F6CB88DDE0D2}">
      <dsp:nvSpPr>
        <dsp:cNvPr id="0" name=""/>
        <dsp:cNvSpPr/>
      </dsp:nvSpPr>
      <dsp:spPr>
        <a:xfrm>
          <a:off x="0" y="902184"/>
          <a:ext cx="4726201" cy="17085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12ECA4-56E0-4B4C-BFF6-77DF28E14EF2}">
      <dsp:nvSpPr>
        <dsp:cNvPr id="0" name=""/>
        <dsp:cNvSpPr/>
      </dsp:nvSpPr>
      <dsp:spPr>
        <a:xfrm>
          <a:off x="516829" y="1286603"/>
          <a:ext cx="939690" cy="939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585EE-DE98-43B6-8324-194F3DA06C15}">
      <dsp:nvSpPr>
        <dsp:cNvPr id="0" name=""/>
        <dsp:cNvSpPr/>
      </dsp:nvSpPr>
      <dsp:spPr>
        <a:xfrm>
          <a:off x="1973350" y="902184"/>
          <a:ext cx="2692224" cy="1816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297" tIns="192297" rIns="192297" bIns="19229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Listar procesos que consuman más de 150 MB de memoria.</a:t>
          </a:r>
        </a:p>
      </dsp:txBody>
      <dsp:txXfrm>
        <a:off x="1973350" y="902184"/>
        <a:ext cx="2692224" cy="1816980"/>
      </dsp:txXfrm>
    </dsp:sp>
    <dsp:sp modelId="{04404E76-EFED-47B7-B7C7-69EEBC1A06E8}">
      <dsp:nvSpPr>
        <dsp:cNvPr id="0" name=""/>
        <dsp:cNvSpPr/>
      </dsp:nvSpPr>
      <dsp:spPr>
        <a:xfrm>
          <a:off x="0" y="3159644"/>
          <a:ext cx="4726201" cy="17085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B24A1E-5874-4657-80C9-A5DDFA0FFDF7}">
      <dsp:nvSpPr>
        <dsp:cNvPr id="0" name=""/>
        <dsp:cNvSpPr/>
      </dsp:nvSpPr>
      <dsp:spPr>
        <a:xfrm>
          <a:off x="516829" y="3544063"/>
          <a:ext cx="939690" cy="939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CE720-CF5F-48FF-A0DC-F2B5278CA6FD}">
      <dsp:nvSpPr>
        <dsp:cNvPr id="0" name=""/>
        <dsp:cNvSpPr/>
      </dsp:nvSpPr>
      <dsp:spPr>
        <a:xfrm>
          <a:off x="1973350" y="3159644"/>
          <a:ext cx="2692224" cy="1816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297" tIns="192297" rIns="192297" bIns="19229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Exportar a CSV en C:\Informes\Procesos\procesos.csv</a:t>
          </a:r>
        </a:p>
      </dsp:txBody>
      <dsp:txXfrm>
        <a:off x="1973350" y="3159644"/>
        <a:ext cx="2692224" cy="181698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5A6ED7-4B59-4D91-A0ED-2FCCFC744F21}">
      <dsp:nvSpPr>
        <dsp:cNvPr id="0" name=""/>
        <dsp:cNvSpPr/>
      </dsp:nvSpPr>
      <dsp:spPr>
        <a:xfrm>
          <a:off x="0" y="1951440"/>
          <a:ext cx="4726201" cy="9534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Listar servicios detenidos.</a:t>
          </a:r>
        </a:p>
      </dsp:txBody>
      <dsp:txXfrm>
        <a:off x="46541" y="1997981"/>
        <a:ext cx="4633119" cy="860321"/>
      </dsp:txXfrm>
    </dsp:sp>
    <dsp:sp modelId="{E114FB69-3BD8-41B7-9BD3-5F586FD1B024}">
      <dsp:nvSpPr>
        <dsp:cNvPr id="0" name=""/>
        <dsp:cNvSpPr/>
      </dsp:nvSpPr>
      <dsp:spPr>
        <a:xfrm>
          <a:off x="0" y="2973964"/>
          <a:ext cx="4726201" cy="95340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Exportar a TXT en C:\Informes\Servicios\servicios.txt</a:t>
          </a:r>
        </a:p>
      </dsp:txBody>
      <dsp:txXfrm>
        <a:off x="46541" y="3020505"/>
        <a:ext cx="4633119" cy="860321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07A8C-3524-4B8B-8832-AAA3AEA5A05A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2CE59-FCFB-43BE-8011-E445615B8F7F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Mostrar en pantalla un resumen:</a:t>
          </a:r>
        </a:p>
      </dsp:txBody>
      <dsp:txXfrm>
        <a:off x="0" y="2870"/>
        <a:ext cx="4726201" cy="1957689"/>
      </dsp:txXfrm>
    </dsp:sp>
    <dsp:sp modelId="{E06CCBF7-B28F-4B5D-B2C8-B3614A50D167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22C711-C1C5-4249-99C3-83E66B330B0A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- Número total de procesos exportados</a:t>
          </a:r>
        </a:p>
      </dsp:txBody>
      <dsp:txXfrm>
        <a:off x="0" y="1960559"/>
        <a:ext cx="4726201" cy="1957689"/>
      </dsp:txXfrm>
    </dsp:sp>
    <dsp:sp modelId="{C1EF3332-FC81-410E-B5BA-3E1F06807975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0A80C-B1AF-4124-AE31-512D59F0B910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- Número total de servicios detenidos</a:t>
          </a:r>
        </a:p>
      </dsp:txBody>
      <dsp:txXfrm>
        <a:off x="0" y="3918249"/>
        <a:ext cx="4726201" cy="1957689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2D07C8-EA38-436A-BB43-E92891256C01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03F5E5-00B9-4CCF-A1F7-ACB809763AF8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F540D-A23B-450C-82A9-251E483ACDE2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Gestionar archivos y carpetas</a:t>
          </a:r>
        </a:p>
      </dsp:txBody>
      <dsp:txXfrm>
        <a:off x="1428292" y="2439"/>
        <a:ext cx="3297908" cy="1236616"/>
      </dsp:txXfrm>
    </dsp:sp>
    <dsp:sp modelId="{E452CA53-1F88-438B-8B40-004C4C3585F1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98FCF8-3C88-4ED5-AD28-E69F770861D8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6752D-A6E8-4BF4-B30F-4B89A827773F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Controlar procesos activos</a:t>
          </a:r>
        </a:p>
      </dsp:txBody>
      <dsp:txXfrm>
        <a:off x="1428292" y="1548210"/>
        <a:ext cx="3297908" cy="1236616"/>
      </dsp:txXfrm>
    </dsp:sp>
    <dsp:sp modelId="{A9230A3B-549D-430A-9796-885401195594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6112D-4268-4714-B141-27E049DE3B73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E26DE-9BA9-4FCF-95AB-E1B427FCB499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Administrar servicios del sistema</a:t>
          </a:r>
        </a:p>
      </dsp:txBody>
      <dsp:txXfrm>
        <a:off x="1428292" y="3093981"/>
        <a:ext cx="3297908" cy="1236616"/>
      </dsp:txXfrm>
    </dsp:sp>
    <dsp:sp modelId="{8409C634-F95F-4756-B080-11AD1FF93EF6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503B8F-8BD9-476C-B36C-4653A94C830A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9C3623-FDB9-4307-942C-8D6FF4F89C69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Exportar datos en CSV, TXT, JSON</a:t>
          </a:r>
        </a:p>
      </dsp:txBody>
      <dsp:txXfrm>
        <a:off x="1428292" y="4639752"/>
        <a:ext cx="3297908" cy="123661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94A675-38FD-4856-9228-B3BDE0DAAA55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6CDF6-2877-4187-ABA0-D9CC2216F2EC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D7ADD-EF87-41A9-A94B-4546ECB3A751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1. ¿Qué diferencia hay entre Get-ChildItem y dir?</a:t>
          </a:r>
        </a:p>
      </dsp:txBody>
      <dsp:txXfrm>
        <a:off x="1428292" y="2439"/>
        <a:ext cx="3297908" cy="1236616"/>
      </dsp:txXfrm>
    </dsp:sp>
    <dsp:sp modelId="{0D389E12-8B66-4029-98B3-DCF9A5328FD9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F0E800-1E88-4510-B36F-E6BBD24E64E3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75399-188D-4131-96A4-4DA4B68DF333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2. ¿Cómo detendrías un proceso llamado notepad?</a:t>
          </a:r>
        </a:p>
      </dsp:txBody>
      <dsp:txXfrm>
        <a:off x="1428292" y="1548210"/>
        <a:ext cx="3297908" cy="1236616"/>
      </dsp:txXfrm>
    </dsp:sp>
    <dsp:sp modelId="{1D0DBCD1-9C0D-4357-BA2B-D15114AA001F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814B76-81FE-488A-BCEB-F550B5C1F517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66071-07F4-44E2-8950-661E8CF0E88E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3. ¿Qué cmdlet usas para exportar a CSV?</a:t>
          </a:r>
        </a:p>
      </dsp:txBody>
      <dsp:txXfrm>
        <a:off x="1428292" y="3093981"/>
        <a:ext cx="3297908" cy="1236616"/>
      </dsp:txXfrm>
    </dsp:sp>
    <dsp:sp modelId="{57FCCF48-7CFF-4F93-9344-6FE9CF9CB83D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0D21B6-B21C-49A1-AD19-57990603CC3C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DD9D8-A4DE-4585-A0FC-2862B147102D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4. ¿Qué servicio reinicia el Spooler?</a:t>
          </a:r>
        </a:p>
      </dsp:txBody>
      <dsp:txXfrm>
        <a:off x="1428292" y="4639752"/>
        <a:ext cx="329790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Sistema electrónico">
            <a:extLst>
              <a:ext uri="{FF2B5EF4-FFF2-40B4-BE49-F238E27FC236}">
                <a16:creationId xmlns:a16="http://schemas.microsoft.com/office/drawing/2014/main" id="{F377370E-AF15-2CB6-15EB-D3122E509D2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9967" r="14818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 sz="4500">
                <a:solidFill>
                  <a:srgbClr val="FFFFFF"/>
                </a:solidFill>
              </a:rPr>
              <a:t>Curso PowerShell</a:t>
            </a:r>
          </a:p>
          <a:p>
            <a:r>
              <a:rPr lang="es-ES" sz="4500">
                <a:solidFill>
                  <a:srgbClr val="FFFFFF"/>
                </a:solidFill>
              </a:rPr>
              <a:t>Bloque 2: Archivos, Procesos y Servicios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Gestión avanzada de archivos, procesos, servicios y exportación de datos</a:t>
            </a:r>
          </a:p>
        </p:txBody>
      </p:sp>
      <p:pic>
        <p:nvPicPr>
          <p:cNvPr id="4" name="Picture 2" descr="Noticias | Senado de España">
            <a:extLst>
              <a:ext uri="{FF2B5EF4-FFF2-40B4-BE49-F238E27FC236}">
                <a16:creationId xmlns:a16="http://schemas.microsoft.com/office/drawing/2014/main" id="{576A1BFC-2181-CFE8-7303-B58BB2CF4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13" y="6241054"/>
            <a:ext cx="1102903" cy="47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4D19130-49F7-CE43-4CD1-2B32375B31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195" y="6122894"/>
            <a:ext cx="1070487" cy="703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100">
                <a:solidFill>
                  <a:schemeClr val="bg1"/>
                </a:solidFill>
              </a:rPr>
              <a:t>Introducción al Bloque 2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8FFE01-054D-7877-0811-404A99CF56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514585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Relación con Bloque 1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BCF50F-94FC-670D-5A68-2C0296E3D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60778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chemeClr val="bg1"/>
                </a:solidFill>
              </a:rPr>
              <a:t>PowerShell vs CMD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0F4A53-F7A1-435C-9DBC-C8FE297CF7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625963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Cmdlets de archivos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1A35FA-B704-D9E9-C30C-E3DBACA197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160956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 práctico 1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AFF6C5-DC4E-E69D-F5C7-4FC46F308E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308220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 práctico 2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B1AB5C-79D8-EC27-B038-671BD66C61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51066"/>
              </p:ext>
            </p:extLst>
          </p:nvPr>
        </p:nvGraphicFramePr>
        <p:xfrm>
          <a:off x="4113104" y="477541"/>
          <a:ext cx="4726201" cy="5498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Eliminar con Remove-Item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F32326-DB2F-5EB6-8B67-FCA9A81BBF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248117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Alias comunes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578F05-2F91-57E5-94C2-F41358491F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77154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Filtrado con Where-Object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FEB53A-C9A1-F3D2-FFAF-BACF1EB127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702624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El objeto $_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A782B2-8805-9DE3-80DD-16D4B350B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9025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Cmdlets de procesos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C435A5-E680-A771-E886-BC577B0F8B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521806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 detener proceso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8FDDEA-688B-54A0-56EB-D343228A7E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453917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Filtrar procesos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A916F4-8106-2582-2095-ED6FDDF398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2068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Errores comunes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E01149-E915-F3EA-C8D2-15B753B0AA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075141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Cmdlets de servicios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AF5C15-CBF5-90D5-F2F5-51FFE4DEB4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01985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 listar servicios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AB97BA-6FF5-0EEA-F19B-2DA6736F68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566485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 reiniciar servicio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C5E8C4-5F54-6B52-CA5F-CFDD8971E8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86037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chemeClr val="bg1"/>
                </a:solidFill>
              </a:rPr>
              <a:t>Exportación de datos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76CB95-588E-3822-944F-7CC40B13EE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599408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 a CSV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Get-Process | Export-Csv -Path procesos.csv -</a:t>
            </a:r>
            <a:r>
              <a:rPr lang="en-US" sz="2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NoTypeInformation</a:t>
            </a: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 a texto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Get-Service | Out-File servicios.txt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 a JSON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Get-Process | </a:t>
            </a: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ConvertTo</a:t>
            </a: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-Json | Out-File </a:t>
            </a: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procesos.json</a:t>
            </a:r>
            <a:endParaRPr lang="en-US" sz="35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chemeClr val="bg1"/>
                </a:solidFill>
              </a:rPr>
              <a:t>Select-Object con exportación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53D25E-561B-33C7-05C8-AC886CEEF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04445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 1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CA578C-115A-4E39-0696-2274A4D06F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19675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 2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2C37E0-0B7F-97F1-AC51-C1F0F09F55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906049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Ejercicio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Lista todos los servicios detenidos y expórtalos a un archivo TXT.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Ejercicio 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Busca todos los archivos .txt en C:\ y exporta la lista a CSV.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Ejercicio 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Muestra los procesos cuyo nombre empiece por 'chrome'.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Ejercicio 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Reinicia el servicio de cola de impresión (Spooler).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Ejercicio 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Exporta a JSON los 5 procesos con mayor consumo de memoria.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Microproyecto: Informe del sistema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7612" y="353586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Objetivo</a:t>
            </a: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Crear un script </a:t>
            </a: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</a:t>
            </a: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genere</a:t>
            </a: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</a:t>
            </a: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informe</a:t>
            </a: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completo</a:t>
            </a: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del </a:t>
            </a: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sistema</a:t>
            </a: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Paso 1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94594C-4593-47C7-04F9-A8E0E462A2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662898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Paso 2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FE4277-DF6A-9A68-0B71-590C3DC03C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333135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Paso 3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14A7D6-8002-3DB5-18D7-4DC4A46198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7373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Paso 4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180B2E-CAEE-BA8E-A02F-9D189E51D1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19887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9AAB16-92A3-5606-C63E-0437514B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dirty="0" err="1">
                <a:solidFill>
                  <a:srgbClr val="FFFFFF"/>
                </a:solidFill>
              </a:rPr>
              <a:t>Apendice</a:t>
            </a:r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98AD57-D1DF-EB2D-DD12-E1904EF1D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8671" y="157316"/>
            <a:ext cx="5869858" cy="60196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800" b="1" dirty="0"/>
              <a:t>Valor de .Status Significado Ejemplo práctico de uso</a:t>
            </a:r>
          </a:p>
          <a:p>
            <a:pPr>
              <a:lnSpc>
                <a:spcPct val="90000"/>
              </a:lnSpc>
            </a:pPr>
            <a:r>
              <a:rPr lang="es-ES" sz="1800" b="1" dirty="0"/>
              <a:t>Running </a:t>
            </a:r>
            <a:r>
              <a:rPr lang="es-ES" sz="1800" dirty="0"/>
              <a:t>El servicio está activo y ejecutándose. 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'Running' }</a:t>
            </a:r>
          </a:p>
          <a:p>
            <a:pPr>
              <a:lnSpc>
                <a:spcPct val="90000"/>
              </a:lnSpc>
            </a:pPr>
            <a:r>
              <a:rPr lang="es-ES" sz="1800" b="1" dirty="0" err="1"/>
              <a:t>Stopped</a:t>
            </a:r>
            <a:r>
              <a:rPr lang="es-ES" sz="1800" b="1" dirty="0"/>
              <a:t> </a:t>
            </a:r>
            <a:r>
              <a:rPr lang="es-ES" sz="1800" dirty="0"/>
              <a:t>El servicio está detenido.  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</a:t>
            </a:r>
            <a:r>
              <a:rPr lang="es-ES" sz="1800" dirty="0" err="1"/>
              <a:t>Stopped</a:t>
            </a:r>
            <a:r>
              <a:rPr lang="es-ES" sz="1800" dirty="0"/>
              <a:t>' }</a:t>
            </a:r>
          </a:p>
          <a:p>
            <a:pPr>
              <a:lnSpc>
                <a:spcPct val="90000"/>
              </a:lnSpc>
            </a:pPr>
            <a:r>
              <a:rPr lang="es-ES" sz="1800" b="1" dirty="0" err="1"/>
              <a:t>Paused</a:t>
            </a:r>
            <a:r>
              <a:rPr lang="es-ES" sz="1800" dirty="0"/>
              <a:t>  El servicio está en pausa temporalmente.    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</a:t>
            </a:r>
            <a:r>
              <a:rPr lang="es-ES" sz="1800" dirty="0" err="1"/>
              <a:t>Paused</a:t>
            </a:r>
            <a:r>
              <a:rPr lang="es-ES" sz="1800" dirty="0"/>
              <a:t>' }</a:t>
            </a:r>
          </a:p>
          <a:p>
            <a:pPr>
              <a:lnSpc>
                <a:spcPct val="90000"/>
              </a:lnSpc>
            </a:pPr>
            <a:r>
              <a:rPr lang="es-ES" sz="1800" b="1" dirty="0" err="1"/>
              <a:t>StartPending</a:t>
            </a:r>
            <a:r>
              <a:rPr lang="es-ES" sz="1800" b="1" dirty="0"/>
              <a:t> </a:t>
            </a:r>
            <a:r>
              <a:rPr lang="es-ES" sz="1800" dirty="0"/>
              <a:t>   El servicio se está iniciando, pero aún no ha terminado.    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</a:t>
            </a:r>
            <a:r>
              <a:rPr lang="es-ES" sz="1800" dirty="0" err="1"/>
              <a:t>StartPending</a:t>
            </a:r>
            <a:r>
              <a:rPr lang="es-ES" sz="1800" dirty="0"/>
              <a:t>' }</a:t>
            </a:r>
          </a:p>
          <a:p>
            <a:pPr>
              <a:lnSpc>
                <a:spcPct val="90000"/>
              </a:lnSpc>
            </a:pPr>
            <a:r>
              <a:rPr lang="es-ES" sz="1800" b="1" dirty="0" err="1"/>
              <a:t>StopPending</a:t>
            </a:r>
            <a:r>
              <a:rPr lang="es-ES" sz="1800" b="1" dirty="0"/>
              <a:t> </a:t>
            </a:r>
            <a:r>
              <a:rPr lang="es-ES" sz="1800" dirty="0"/>
              <a:t>El servicio se está deteniendo (todavía en proceso).    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</a:t>
            </a:r>
            <a:r>
              <a:rPr lang="es-ES" sz="1800" dirty="0" err="1"/>
              <a:t>StopPending</a:t>
            </a:r>
            <a:r>
              <a:rPr lang="es-ES" sz="1800" dirty="0"/>
              <a:t>' }</a:t>
            </a:r>
          </a:p>
          <a:p>
            <a:pPr>
              <a:lnSpc>
                <a:spcPct val="90000"/>
              </a:lnSpc>
            </a:pPr>
            <a:r>
              <a:rPr lang="es-ES" sz="1800" b="1" dirty="0" err="1"/>
              <a:t>PausePending</a:t>
            </a:r>
            <a:r>
              <a:rPr lang="es-ES" sz="1800" dirty="0"/>
              <a:t>    El servicio se está pausando.   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</a:t>
            </a:r>
            <a:r>
              <a:rPr lang="es-ES" sz="1800" dirty="0" err="1"/>
              <a:t>PausePending</a:t>
            </a:r>
            <a:r>
              <a:rPr lang="es-ES" sz="1800" dirty="0"/>
              <a:t>' }</a:t>
            </a:r>
          </a:p>
          <a:p>
            <a:pPr>
              <a:lnSpc>
                <a:spcPct val="90000"/>
              </a:lnSpc>
            </a:pPr>
            <a:r>
              <a:rPr lang="es-ES" sz="1800" b="1" dirty="0" err="1"/>
              <a:t>ContinuePending</a:t>
            </a:r>
            <a:r>
              <a:rPr lang="es-ES" sz="1800" b="1" dirty="0"/>
              <a:t> </a:t>
            </a:r>
            <a:r>
              <a:rPr lang="es-ES" sz="1800" dirty="0"/>
              <a:t>El servicio se está reanudando desde una pausa. 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</a:t>
            </a:r>
            <a:r>
              <a:rPr lang="es-ES" sz="1800" dirty="0" err="1"/>
              <a:t>ContinuePending</a:t>
            </a:r>
            <a:r>
              <a:rPr lang="es-ES" sz="1800" dirty="0"/>
              <a:t>' } #&gt;</a:t>
            </a:r>
          </a:p>
          <a:p>
            <a:pPr>
              <a:lnSpc>
                <a:spcPct val="90000"/>
              </a:lnSpc>
            </a:pP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4676882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Resumen del Bloque 2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B84DA4-060F-0163-B8E7-3876637DE4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04327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chemeClr val="bg1"/>
                </a:solidFill>
              </a:rPr>
              <a:t>Preguntas de repaso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E72845-804D-A927-3EB8-D78FFC493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376669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936</Words>
  <Application>Microsoft Office PowerPoint</Application>
  <PresentationFormat>Presentación en pantalla (4:3)</PresentationFormat>
  <Paragraphs>143</Paragraphs>
  <Slides>38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Curso PowerShell Bloque 2: Archivos, Procesos y Servicios</vt:lpstr>
      <vt:lpstr>Introducción al Bloque 2</vt:lpstr>
      <vt:lpstr>Relación con Bloque 1</vt:lpstr>
      <vt:lpstr>PowerShell vs CMD</vt:lpstr>
      <vt:lpstr>Cmdlets de archivos</vt:lpstr>
      <vt:lpstr>Ejemplo práctico 1</vt:lpstr>
      <vt:lpstr>Ejemplo práctico 2</vt:lpstr>
      <vt:lpstr>Eliminar con Remove-Item</vt:lpstr>
      <vt:lpstr>Alias comunes</vt:lpstr>
      <vt:lpstr>Filtrado con Where-Object</vt:lpstr>
      <vt:lpstr>El objeto $_</vt:lpstr>
      <vt:lpstr>Cmdlets de procesos</vt:lpstr>
      <vt:lpstr>Ejemplo detener proceso</vt:lpstr>
      <vt:lpstr>Filtrar procesos</vt:lpstr>
      <vt:lpstr>Errores comunes</vt:lpstr>
      <vt:lpstr>Cmdlets de servicios</vt:lpstr>
      <vt:lpstr>Ejemplo listar servicios</vt:lpstr>
      <vt:lpstr>Ejemplo reiniciar servicio</vt:lpstr>
      <vt:lpstr>Exportación de datos</vt:lpstr>
      <vt:lpstr>Ejemplo a CSV</vt:lpstr>
      <vt:lpstr>Ejemplo a texto</vt:lpstr>
      <vt:lpstr>Ejemplo a JSON</vt:lpstr>
      <vt:lpstr>Select-Object con exportación</vt:lpstr>
      <vt:lpstr>Ejercicio 1</vt:lpstr>
      <vt:lpstr>Ejercicio 2</vt:lpstr>
      <vt:lpstr>Ejercicio 3</vt:lpstr>
      <vt:lpstr>Ejercicio 4</vt:lpstr>
      <vt:lpstr>Ejercicio 5</vt:lpstr>
      <vt:lpstr>Ejercicio 6</vt:lpstr>
      <vt:lpstr>Ejercicio 7</vt:lpstr>
      <vt:lpstr>Microproyecto: Informe del sistema</vt:lpstr>
      <vt:lpstr>Paso 1</vt:lpstr>
      <vt:lpstr>Paso 2</vt:lpstr>
      <vt:lpstr>Paso 3</vt:lpstr>
      <vt:lpstr>Paso 4</vt:lpstr>
      <vt:lpstr>Apendice</vt:lpstr>
      <vt:lpstr>Resumen del Bloque 2</vt:lpstr>
      <vt:lpstr>Preguntas de repaso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PowerShell Bloque 2: Archivos, Procesos y Servicios</dc:title>
  <dc:subject/>
  <dc:creator/>
  <cp:keywords/>
  <dc:description>generated using python-pptx</dc:description>
  <cp:lastModifiedBy>Karen Francisca Siles Rivera</cp:lastModifiedBy>
  <cp:revision>3</cp:revision>
  <dcterms:created xsi:type="dcterms:W3CDTF">2013-01-27T09:14:16Z</dcterms:created>
  <dcterms:modified xsi:type="dcterms:W3CDTF">2025-11-06T09:02:23Z</dcterms:modified>
  <cp:category/>
</cp:coreProperties>
</file>